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60.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notesSlides/notesSlide6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notesSlides/notesSlide62.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3.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4.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5.xml" ContentType="application/vnd.openxmlformats-officedocument.themeOverride+xml"/>
  <Override PartName="/ppt/notesSlides/notesSlide64.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theme/themeOverride6.xml" ContentType="application/vnd.openxmlformats-officedocument.themeOverr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 id="2147483663" r:id="rId2"/>
    <p:sldMasterId id="2147483666" r:id="rId3"/>
  </p:sldMasterIdLst>
  <p:notesMasterIdLst>
    <p:notesMasterId r:id="rId69"/>
  </p:notesMasterIdLst>
  <p:sldIdLst>
    <p:sldId id="1838" r:id="rId4"/>
    <p:sldId id="2164" r:id="rId5"/>
    <p:sldId id="2165" r:id="rId6"/>
    <p:sldId id="2166" r:id="rId7"/>
    <p:sldId id="2167" r:id="rId8"/>
    <p:sldId id="2168" r:id="rId9"/>
    <p:sldId id="1839" r:id="rId10"/>
    <p:sldId id="3074" r:id="rId11"/>
    <p:sldId id="3075" r:id="rId12"/>
    <p:sldId id="3076" r:id="rId13"/>
    <p:sldId id="3077" r:id="rId14"/>
    <p:sldId id="3078" r:id="rId15"/>
    <p:sldId id="3079" r:id="rId16"/>
    <p:sldId id="3080" r:id="rId17"/>
    <p:sldId id="3081" r:id="rId18"/>
    <p:sldId id="3082" r:id="rId19"/>
    <p:sldId id="3083" r:id="rId20"/>
    <p:sldId id="3084" r:id="rId21"/>
    <p:sldId id="3085" r:id="rId22"/>
    <p:sldId id="3086" r:id="rId23"/>
    <p:sldId id="3087" r:id="rId24"/>
    <p:sldId id="3088" r:id="rId25"/>
    <p:sldId id="3089" r:id="rId26"/>
    <p:sldId id="3090" r:id="rId27"/>
    <p:sldId id="3091" r:id="rId28"/>
    <p:sldId id="3092" r:id="rId29"/>
    <p:sldId id="3093" r:id="rId30"/>
    <p:sldId id="3094" r:id="rId31"/>
    <p:sldId id="3095" r:id="rId32"/>
    <p:sldId id="3096" r:id="rId33"/>
    <p:sldId id="3097" r:id="rId34"/>
    <p:sldId id="3098" r:id="rId35"/>
    <p:sldId id="3099" r:id="rId36"/>
    <p:sldId id="3100" r:id="rId37"/>
    <p:sldId id="3101" r:id="rId38"/>
    <p:sldId id="3102" r:id="rId39"/>
    <p:sldId id="3103" r:id="rId40"/>
    <p:sldId id="3104" r:id="rId41"/>
    <p:sldId id="3105" r:id="rId42"/>
    <p:sldId id="3106" r:id="rId43"/>
    <p:sldId id="3107" r:id="rId44"/>
    <p:sldId id="3108" r:id="rId45"/>
    <p:sldId id="3109" r:id="rId46"/>
    <p:sldId id="3110" r:id="rId47"/>
    <p:sldId id="3111" r:id="rId48"/>
    <p:sldId id="3112" r:id="rId49"/>
    <p:sldId id="3113" r:id="rId50"/>
    <p:sldId id="3114" r:id="rId51"/>
    <p:sldId id="3115" r:id="rId52"/>
    <p:sldId id="3116" r:id="rId53"/>
    <p:sldId id="3117" r:id="rId54"/>
    <p:sldId id="3118" r:id="rId55"/>
    <p:sldId id="3119" r:id="rId56"/>
    <p:sldId id="3120" r:id="rId57"/>
    <p:sldId id="3121" r:id="rId58"/>
    <p:sldId id="3122" r:id="rId59"/>
    <p:sldId id="3123" r:id="rId60"/>
    <p:sldId id="3124" r:id="rId61"/>
    <p:sldId id="3125" r:id="rId62"/>
    <p:sldId id="3126" r:id="rId63"/>
    <p:sldId id="3127" r:id="rId64"/>
    <p:sldId id="3128" r:id="rId65"/>
    <p:sldId id="3129" r:id="rId66"/>
    <p:sldId id="3130" r:id="rId67"/>
    <p:sldId id="3131" r:id="rId6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8DCE6FC-EE29-453D-99F8-71FC1C2897E7}">
          <p14:sldIdLst>
            <p14:sldId id="1838"/>
            <p14:sldId id="2164"/>
            <p14:sldId id="2165"/>
            <p14:sldId id="2166"/>
            <p14:sldId id="2167"/>
            <p14:sldId id="2168"/>
            <p14:sldId id="1839"/>
          </p14:sldIdLst>
        </p14:section>
        <p14:section name="内页样式6" id="{3D68C39C-5C0A-4997-9D88-BED34CC5C2E7}">
          <p14:sldIdLst>
            <p14:sldId id="3074"/>
            <p14:sldId id="3075"/>
            <p14:sldId id="3076"/>
            <p14:sldId id="3077"/>
            <p14:sldId id="3078"/>
            <p14:sldId id="3079"/>
            <p14:sldId id="3080"/>
            <p14:sldId id="3081"/>
            <p14:sldId id="3082"/>
            <p14:sldId id="3083"/>
            <p14:sldId id="3084"/>
            <p14:sldId id="3085"/>
            <p14:sldId id="3086"/>
            <p14:sldId id="3087"/>
            <p14:sldId id="3088"/>
            <p14:sldId id="3089"/>
            <p14:sldId id="3090"/>
            <p14:sldId id="3091"/>
            <p14:sldId id="3092"/>
            <p14:sldId id="3093"/>
            <p14:sldId id="3094"/>
            <p14:sldId id="3095"/>
            <p14:sldId id="3096"/>
            <p14:sldId id="3097"/>
            <p14:sldId id="3098"/>
            <p14:sldId id="3099"/>
            <p14:sldId id="3100"/>
            <p14:sldId id="3101"/>
            <p14:sldId id="3102"/>
            <p14:sldId id="3103"/>
            <p14:sldId id="3104"/>
            <p14:sldId id="3105"/>
            <p14:sldId id="3106"/>
            <p14:sldId id="3107"/>
            <p14:sldId id="3108"/>
            <p14:sldId id="3109"/>
            <p14:sldId id="3110"/>
            <p14:sldId id="3111"/>
            <p14:sldId id="3112"/>
            <p14:sldId id="3113"/>
            <p14:sldId id="3114"/>
            <p14:sldId id="3115"/>
            <p14:sldId id="3116"/>
            <p14:sldId id="3117"/>
            <p14:sldId id="3118"/>
            <p14:sldId id="3119"/>
            <p14:sldId id="3120"/>
            <p14:sldId id="3121"/>
            <p14:sldId id="3122"/>
            <p14:sldId id="3123"/>
            <p14:sldId id="3124"/>
            <p14:sldId id="3125"/>
            <p14:sldId id="3126"/>
            <p14:sldId id="3127"/>
            <p14:sldId id="3128"/>
            <p14:sldId id="3129"/>
            <p14:sldId id="3130"/>
            <p14:sldId id="31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notesMaster" Target="notesMasters/notesMaster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71"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5.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3" Type="http://schemas.openxmlformats.org/officeDocument/2006/relationships/themeOverride" Target="../theme/themeOverride6.xm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传统方法</c:v>
                </c:pt>
              </c:strCache>
            </c:strRef>
          </c:tx>
          <c:spPr>
            <a:ln w="28575" cap="rnd">
              <a:solidFill>
                <a:schemeClr val="accent1"/>
              </a:solidFill>
              <a:round/>
            </a:ln>
            <a:effectLst/>
          </c:spPr>
          <c:marker>
            <c:symbol val="square"/>
            <c:size val="7"/>
            <c:spPr>
              <a:solidFill>
                <a:schemeClr val="accent1"/>
              </a:solidFill>
              <a:ln w="15875">
                <a:solidFill>
                  <a:schemeClr val="bg1"/>
                </a:solidFill>
              </a:ln>
              <a:effectLst/>
            </c:spPr>
          </c:marker>
          <c:cat>
            <c:numRef>
              <c:f>Sheet1!$A$2:$A$6</c:f>
              <c:numCache>
                <c:formatCode>General</c:formatCode>
                <c:ptCount val="5"/>
                <c:pt idx="0">
                  <c:v>2015</c:v>
                </c:pt>
                <c:pt idx="1">
                  <c:v>2016</c:v>
                </c:pt>
                <c:pt idx="2">
                  <c:v>2017</c:v>
                </c:pt>
                <c:pt idx="3">
                  <c:v>2018</c:v>
                </c:pt>
                <c:pt idx="4">
                  <c:v>2019</c:v>
                </c:pt>
              </c:numCache>
            </c:numRef>
          </c:cat>
          <c:val>
            <c:numRef>
              <c:f>Sheet1!$B$2:$B$6</c:f>
              <c:numCache>
                <c:formatCode>General</c:formatCode>
                <c:ptCount val="5"/>
                <c:pt idx="0">
                  <c:v>20</c:v>
                </c:pt>
                <c:pt idx="1">
                  <c:v>25</c:v>
                </c:pt>
                <c:pt idx="2">
                  <c:v>22</c:v>
                </c:pt>
                <c:pt idx="3">
                  <c:v>20</c:v>
                </c:pt>
                <c:pt idx="4">
                  <c:v>10</c:v>
                </c:pt>
              </c:numCache>
            </c:numRef>
          </c:val>
          <c:smooth val="0"/>
          <c:extLst>
            <c:ext xmlns:c16="http://schemas.microsoft.com/office/drawing/2014/chart" uri="{C3380CC4-5D6E-409C-BE32-E72D297353CC}">
              <c16:uniqueId val="{00000000-3E66-4158-B8B8-9653612C2C95}"/>
            </c:ext>
          </c:extLst>
        </c:ser>
        <c:ser>
          <c:idx val="1"/>
          <c:order val="1"/>
          <c:tx>
            <c:strRef>
              <c:f>Sheet1!$C$1</c:f>
              <c:strCache>
                <c:ptCount val="1"/>
                <c:pt idx="0">
                  <c:v>小组学习</c:v>
                </c:pt>
              </c:strCache>
            </c:strRef>
          </c:tx>
          <c:spPr>
            <a:ln w="28575" cap="rnd">
              <a:solidFill>
                <a:schemeClr val="accent3"/>
              </a:solidFill>
              <a:round/>
            </a:ln>
            <a:effectLst/>
          </c:spPr>
          <c:marker>
            <c:symbol val="circle"/>
            <c:size val="7"/>
            <c:spPr>
              <a:solidFill>
                <a:schemeClr val="accent3"/>
              </a:solidFill>
              <a:ln w="19050">
                <a:solidFill>
                  <a:schemeClr val="bg1"/>
                </a:solidFill>
              </a:ln>
              <a:effectLst/>
            </c:spPr>
          </c:marker>
          <c:cat>
            <c:numRef>
              <c:f>Sheet1!$A$2:$A$6</c:f>
              <c:numCache>
                <c:formatCode>General</c:formatCode>
                <c:ptCount val="5"/>
                <c:pt idx="0">
                  <c:v>2015</c:v>
                </c:pt>
                <c:pt idx="1">
                  <c:v>2016</c:v>
                </c:pt>
                <c:pt idx="2">
                  <c:v>2017</c:v>
                </c:pt>
                <c:pt idx="3">
                  <c:v>2018</c:v>
                </c:pt>
                <c:pt idx="4">
                  <c:v>2019</c:v>
                </c:pt>
              </c:numCache>
            </c:numRef>
          </c:cat>
          <c:val>
            <c:numRef>
              <c:f>Sheet1!$C$2:$C$6</c:f>
              <c:numCache>
                <c:formatCode>General</c:formatCode>
                <c:ptCount val="5"/>
                <c:pt idx="0">
                  <c:v>6</c:v>
                </c:pt>
                <c:pt idx="1">
                  <c:v>8</c:v>
                </c:pt>
                <c:pt idx="2">
                  <c:v>11</c:v>
                </c:pt>
                <c:pt idx="3">
                  <c:v>19</c:v>
                </c:pt>
                <c:pt idx="4">
                  <c:v>25</c:v>
                </c:pt>
              </c:numCache>
            </c:numRef>
          </c:val>
          <c:smooth val="0"/>
          <c:extLst>
            <c:ext xmlns:c16="http://schemas.microsoft.com/office/drawing/2014/chart" uri="{C3380CC4-5D6E-409C-BE32-E72D297353CC}">
              <c16:uniqueId val="{00000001-3E66-4158-B8B8-9653612C2C95}"/>
            </c:ext>
          </c:extLst>
        </c:ser>
        <c:dLbls>
          <c:showLegendKey val="0"/>
          <c:showVal val="0"/>
          <c:showCatName val="0"/>
          <c:showSerName val="0"/>
          <c:showPercent val="0"/>
          <c:showBubbleSize val="0"/>
        </c:dLbls>
        <c:marker val="1"/>
        <c:smooth val="0"/>
        <c:axId val="592828608"/>
        <c:axId val="592829000"/>
      </c:lineChart>
      <c:catAx>
        <c:axId val="5928286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schemeClr>
                </a:solidFill>
                <a:latin typeface="+mn-lt"/>
                <a:ea typeface="+mn-ea"/>
                <a:cs typeface="+mn-cs"/>
              </a:defRPr>
            </a:pPr>
            <a:endParaRPr lang="zh-CN"/>
          </a:p>
        </c:txPr>
        <c:crossAx val="592829000"/>
        <c:crosses val="autoZero"/>
        <c:auto val="1"/>
        <c:lblAlgn val="ctr"/>
        <c:lblOffset val="100"/>
        <c:noMultiLvlLbl val="0"/>
      </c:catAx>
      <c:valAx>
        <c:axId val="592829000"/>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59282860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spc="3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00" b="0" i="0" u="none" strike="noStrike" kern="1200" spc="300" baseline="0">
                <a:solidFill>
                  <a:schemeClr val="tx1">
                    <a:lumMod val="65000"/>
                    <a:lumOff val="35000"/>
                  </a:schemeClr>
                </a:solidFill>
                <a:latin typeface="+mn-lt"/>
                <a:ea typeface="+mn-ea"/>
                <a:cs typeface="+mn-cs"/>
              </a:defRPr>
            </a:pPr>
            <a:r>
              <a:rPr lang="zh-CN" altLang="en-US" sz="1600" spc="300" dirty="0"/>
              <a:t>各班级平均成绩对比</a:t>
            </a:r>
          </a:p>
        </c:rich>
      </c:tx>
      <c:overlay val="0"/>
      <c:spPr>
        <a:noFill/>
        <a:ln>
          <a:noFill/>
        </a:ln>
        <a:effectLst/>
      </c:spPr>
      <c:txPr>
        <a:bodyPr rot="0" spcFirstLastPara="1" vertOverflow="ellipsis" vert="horz" wrap="square" anchor="ctr" anchorCtr="1"/>
        <a:lstStyle/>
        <a:p>
          <a:pPr>
            <a:defRPr sz="1600" b="0" i="0" u="none" strike="noStrike" kern="1200" spc="30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平均成绩</c:v>
                </c:pt>
              </c:strCache>
            </c:strRef>
          </c:tx>
          <c:spPr>
            <a:gradFill>
              <a:gsLst>
                <a:gs pos="3000">
                  <a:schemeClr val="accent4"/>
                </a:gs>
                <a:gs pos="100000">
                  <a:schemeClr val="accent4">
                    <a:alpha val="0"/>
                  </a:schemeClr>
                </a:gs>
              </a:gsLst>
              <a:lin ang="5400000" scaled="1"/>
            </a:gradFill>
            <a:ln>
              <a:noFill/>
            </a:ln>
            <a:effectLst/>
          </c:spPr>
          <c:invertIfNegative val="0"/>
          <c:cat>
            <c:strRef>
              <c:f>Sheet1!$A$2:$A$8</c:f>
              <c:strCache>
                <c:ptCount val="7"/>
                <c:pt idx="0">
                  <c:v>1班</c:v>
                </c:pt>
                <c:pt idx="1">
                  <c:v>2班</c:v>
                </c:pt>
                <c:pt idx="2">
                  <c:v>3班</c:v>
                </c:pt>
                <c:pt idx="3">
                  <c:v>4班</c:v>
                </c:pt>
                <c:pt idx="4">
                  <c:v>5班</c:v>
                </c:pt>
                <c:pt idx="5">
                  <c:v>6班</c:v>
                </c:pt>
                <c:pt idx="6">
                  <c:v>7班</c:v>
                </c:pt>
              </c:strCache>
            </c:strRef>
          </c:cat>
          <c:val>
            <c:numRef>
              <c:f>Sheet1!$B$2:$B$8</c:f>
              <c:numCache>
                <c:formatCode>General</c:formatCode>
                <c:ptCount val="7"/>
                <c:pt idx="0">
                  <c:v>82</c:v>
                </c:pt>
                <c:pt idx="1">
                  <c:v>87</c:v>
                </c:pt>
                <c:pt idx="2">
                  <c:v>91</c:v>
                </c:pt>
                <c:pt idx="3">
                  <c:v>88</c:v>
                </c:pt>
                <c:pt idx="4">
                  <c:v>84</c:v>
                </c:pt>
                <c:pt idx="5">
                  <c:v>83</c:v>
                </c:pt>
                <c:pt idx="6">
                  <c:v>86</c:v>
                </c:pt>
              </c:numCache>
            </c:numRef>
          </c:val>
          <c:extLst>
            <c:ext xmlns:c16="http://schemas.microsoft.com/office/drawing/2014/chart" uri="{C3380CC4-5D6E-409C-BE32-E72D297353CC}">
              <c16:uniqueId val="{00000000-1BE7-4C3F-8FA4-B72217341638}"/>
            </c:ext>
          </c:extLst>
        </c:ser>
        <c:dLbls>
          <c:showLegendKey val="0"/>
          <c:showVal val="0"/>
          <c:showCatName val="0"/>
          <c:showSerName val="0"/>
          <c:showPercent val="0"/>
          <c:showBubbleSize val="0"/>
        </c:dLbls>
        <c:gapWidth val="219"/>
        <c:overlap val="-27"/>
        <c:axId val="592825864"/>
        <c:axId val="592829392"/>
      </c:barChart>
      <c:catAx>
        <c:axId val="5928258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schemeClr>
                </a:solidFill>
                <a:latin typeface="+mn-lt"/>
                <a:ea typeface="+mn-ea"/>
                <a:cs typeface="+mn-cs"/>
              </a:defRPr>
            </a:pPr>
            <a:endParaRPr lang="zh-CN"/>
          </a:p>
        </c:txPr>
        <c:crossAx val="592829392"/>
        <c:crosses val="autoZero"/>
        <c:auto val="1"/>
        <c:lblAlgn val="ctr"/>
        <c:lblOffset val="100"/>
        <c:noMultiLvlLbl val="0"/>
      </c:catAx>
      <c:valAx>
        <c:axId val="592829392"/>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59282586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9608144185936749E-2"/>
          <c:y val="9.8185379111874957E-2"/>
          <c:w val="0.91073473115138326"/>
          <c:h val="0.75080019185419089"/>
        </c:manualLayout>
      </c:layout>
      <c:barChart>
        <c:barDir val="col"/>
        <c:grouping val="clustered"/>
        <c:varyColors val="0"/>
        <c:ser>
          <c:idx val="0"/>
          <c:order val="0"/>
          <c:tx>
            <c:strRef>
              <c:f>Sheet1!$B$1</c:f>
              <c:strCache>
                <c:ptCount val="1"/>
                <c:pt idx="0">
                  <c:v>实验班</c:v>
                </c:pt>
              </c:strCache>
            </c:strRef>
          </c:tx>
          <c:spPr>
            <a:gradFill flip="none" rotWithShape="1">
              <a:gsLst>
                <a:gs pos="0">
                  <a:schemeClr val="accent1"/>
                </a:gs>
                <a:gs pos="100000">
                  <a:schemeClr val="accent1">
                    <a:alpha val="0"/>
                  </a:schemeClr>
                </a:gs>
              </a:gsLst>
              <a:lin ang="5400000" scaled="1"/>
              <a:tileRect/>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完全适应</c:v>
                </c:pt>
                <c:pt idx="1">
                  <c:v>适应</c:v>
                </c:pt>
                <c:pt idx="2">
                  <c:v>不知道</c:v>
                </c:pt>
                <c:pt idx="3">
                  <c:v>不适应</c:v>
                </c:pt>
                <c:pt idx="4">
                  <c:v>抵触</c:v>
                </c:pt>
              </c:strCache>
            </c:strRef>
          </c:cat>
          <c:val>
            <c:numRef>
              <c:f>Sheet1!$B$2:$B$6</c:f>
              <c:numCache>
                <c:formatCode>General</c:formatCode>
                <c:ptCount val="5"/>
                <c:pt idx="0">
                  <c:v>18</c:v>
                </c:pt>
                <c:pt idx="1">
                  <c:v>20</c:v>
                </c:pt>
                <c:pt idx="2">
                  <c:v>5</c:v>
                </c:pt>
                <c:pt idx="3">
                  <c:v>6</c:v>
                </c:pt>
                <c:pt idx="4">
                  <c:v>8</c:v>
                </c:pt>
              </c:numCache>
            </c:numRef>
          </c:val>
          <c:extLst>
            <c:ext xmlns:c16="http://schemas.microsoft.com/office/drawing/2014/chart" uri="{C3380CC4-5D6E-409C-BE32-E72D297353CC}">
              <c16:uniqueId val="{00000000-AB78-473B-861C-00F4578447CF}"/>
            </c:ext>
          </c:extLst>
        </c:ser>
        <c:ser>
          <c:idx val="1"/>
          <c:order val="1"/>
          <c:tx>
            <c:strRef>
              <c:f>Sheet1!$C$1</c:f>
              <c:strCache>
                <c:ptCount val="1"/>
                <c:pt idx="0">
                  <c:v>对照班</c:v>
                </c:pt>
              </c:strCache>
            </c:strRef>
          </c:tx>
          <c:spPr>
            <a:gradFill>
              <a:gsLst>
                <a:gs pos="0">
                  <a:srgbClr val="A13F0B"/>
                </a:gs>
                <a:gs pos="100000">
                  <a:srgbClr val="A13F0B">
                    <a:alpha val="0"/>
                  </a:srgbClr>
                </a:gs>
              </a:gsLst>
              <a:lin ang="5400000" scaled="1"/>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完全适应</c:v>
                </c:pt>
                <c:pt idx="1">
                  <c:v>适应</c:v>
                </c:pt>
                <c:pt idx="2">
                  <c:v>不知道</c:v>
                </c:pt>
                <c:pt idx="3">
                  <c:v>不适应</c:v>
                </c:pt>
                <c:pt idx="4">
                  <c:v>抵触</c:v>
                </c:pt>
              </c:strCache>
            </c:strRef>
          </c:cat>
          <c:val>
            <c:numRef>
              <c:f>Sheet1!$C$2:$C$6</c:f>
              <c:numCache>
                <c:formatCode>General</c:formatCode>
                <c:ptCount val="5"/>
                <c:pt idx="0">
                  <c:v>14</c:v>
                </c:pt>
                <c:pt idx="1">
                  <c:v>16</c:v>
                </c:pt>
                <c:pt idx="2">
                  <c:v>9</c:v>
                </c:pt>
                <c:pt idx="3">
                  <c:v>10</c:v>
                </c:pt>
                <c:pt idx="4">
                  <c:v>16</c:v>
                </c:pt>
              </c:numCache>
            </c:numRef>
          </c:val>
          <c:extLst>
            <c:ext xmlns:c16="http://schemas.microsoft.com/office/drawing/2014/chart" uri="{C3380CC4-5D6E-409C-BE32-E72D297353CC}">
              <c16:uniqueId val="{00000001-AB78-473B-861C-00F4578447CF}"/>
            </c:ext>
          </c:extLst>
        </c:ser>
        <c:dLbls>
          <c:dLblPos val="outEnd"/>
          <c:showLegendKey val="0"/>
          <c:showVal val="1"/>
          <c:showCatName val="0"/>
          <c:showSerName val="0"/>
          <c:showPercent val="0"/>
          <c:showBubbleSize val="0"/>
        </c:dLbls>
        <c:gapWidth val="219"/>
        <c:overlap val="-27"/>
        <c:axId val="591844696"/>
        <c:axId val="591845088"/>
      </c:barChart>
      <c:catAx>
        <c:axId val="5918446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alpha val="69000"/>
                  </a:schemeClr>
                </a:solidFill>
                <a:latin typeface="+mn-lt"/>
                <a:ea typeface="+mn-ea"/>
                <a:cs typeface="+mn-cs"/>
              </a:defRPr>
            </a:pPr>
            <a:endParaRPr lang="zh-CN"/>
          </a:p>
        </c:txPr>
        <c:crossAx val="591845088"/>
        <c:crosses val="autoZero"/>
        <c:auto val="1"/>
        <c:lblAlgn val="ctr"/>
        <c:lblOffset val="100"/>
        <c:noMultiLvlLbl val="0"/>
      </c:catAx>
      <c:valAx>
        <c:axId val="591845088"/>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alpha val="68000"/>
                  </a:schemeClr>
                </a:solidFill>
                <a:latin typeface="+mn-lt"/>
                <a:ea typeface="+mn-ea"/>
                <a:cs typeface="+mn-cs"/>
              </a:defRPr>
            </a:pPr>
            <a:endParaRPr lang="zh-CN"/>
          </a:p>
        </c:txPr>
        <c:crossAx val="59184469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9608144185936749E-2"/>
          <c:y val="3.9531018241906642E-2"/>
          <c:w val="0.91073473115138326"/>
          <c:h val="0.7794068866898245"/>
        </c:manualLayout>
      </c:layout>
      <c:barChart>
        <c:barDir val="col"/>
        <c:grouping val="clustered"/>
        <c:varyColors val="0"/>
        <c:ser>
          <c:idx val="0"/>
          <c:order val="0"/>
          <c:tx>
            <c:strRef>
              <c:f>Sheet1!$B$1</c:f>
              <c:strCache>
                <c:ptCount val="1"/>
                <c:pt idx="0">
                  <c:v>A学校</c:v>
                </c:pt>
              </c:strCache>
            </c:strRef>
          </c:tx>
          <c:spPr>
            <a:gradFill flip="none" rotWithShape="1">
              <a:gsLst>
                <a:gs pos="0">
                  <a:schemeClr val="accent1"/>
                </a:gs>
                <a:gs pos="100000">
                  <a:schemeClr val="accent1">
                    <a:alpha val="0"/>
                  </a:schemeClr>
                </a:gs>
              </a:gsLst>
              <a:lin ang="5400000" scaled="1"/>
              <a:tileRect/>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完全适应</c:v>
                </c:pt>
                <c:pt idx="1">
                  <c:v>适应</c:v>
                </c:pt>
                <c:pt idx="2">
                  <c:v>不知道</c:v>
                </c:pt>
                <c:pt idx="3">
                  <c:v>不适应</c:v>
                </c:pt>
                <c:pt idx="4">
                  <c:v>抵触</c:v>
                </c:pt>
              </c:strCache>
            </c:strRef>
          </c:cat>
          <c:val>
            <c:numRef>
              <c:f>Sheet1!$B$2:$B$6</c:f>
              <c:numCache>
                <c:formatCode>General</c:formatCode>
                <c:ptCount val="5"/>
                <c:pt idx="0">
                  <c:v>80</c:v>
                </c:pt>
                <c:pt idx="1">
                  <c:v>60</c:v>
                </c:pt>
                <c:pt idx="2">
                  <c:v>20</c:v>
                </c:pt>
                <c:pt idx="3">
                  <c:v>40</c:v>
                </c:pt>
                <c:pt idx="4">
                  <c:v>10</c:v>
                </c:pt>
              </c:numCache>
            </c:numRef>
          </c:val>
          <c:extLst>
            <c:ext xmlns:c16="http://schemas.microsoft.com/office/drawing/2014/chart" uri="{C3380CC4-5D6E-409C-BE32-E72D297353CC}">
              <c16:uniqueId val="{00000000-04C5-4987-960C-3D072A0DD610}"/>
            </c:ext>
          </c:extLst>
        </c:ser>
        <c:ser>
          <c:idx val="1"/>
          <c:order val="1"/>
          <c:tx>
            <c:strRef>
              <c:f>Sheet1!$C$1</c:f>
              <c:strCache>
                <c:ptCount val="1"/>
                <c:pt idx="0">
                  <c:v>B学校</c:v>
                </c:pt>
              </c:strCache>
            </c:strRef>
          </c:tx>
          <c:spPr>
            <a:gradFill>
              <a:gsLst>
                <a:gs pos="0">
                  <a:schemeClr val="accent4"/>
                </a:gs>
                <a:gs pos="100000">
                  <a:schemeClr val="accent4">
                    <a:alpha val="0"/>
                  </a:schemeClr>
                </a:gs>
              </a:gsLst>
              <a:lin ang="5400000" scaled="1"/>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完全适应</c:v>
                </c:pt>
                <c:pt idx="1">
                  <c:v>适应</c:v>
                </c:pt>
                <c:pt idx="2">
                  <c:v>不知道</c:v>
                </c:pt>
                <c:pt idx="3">
                  <c:v>不适应</c:v>
                </c:pt>
                <c:pt idx="4">
                  <c:v>抵触</c:v>
                </c:pt>
              </c:strCache>
            </c:strRef>
          </c:cat>
          <c:val>
            <c:numRef>
              <c:f>Sheet1!$C$2:$C$6</c:f>
              <c:numCache>
                <c:formatCode>General</c:formatCode>
                <c:ptCount val="5"/>
                <c:pt idx="0">
                  <c:v>73</c:v>
                </c:pt>
                <c:pt idx="1">
                  <c:v>55</c:v>
                </c:pt>
                <c:pt idx="2">
                  <c:v>18</c:v>
                </c:pt>
                <c:pt idx="3">
                  <c:v>62</c:v>
                </c:pt>
                <c:pt idx="4">
                  <c:v>19</c:v>
                </c:pt>
              </c:numCache>
            </c:numRef>
          </c:val>
          <c:extLst>
            <c:ext xmlns:c16="http://schemas.microsoft.com/office/drawing/2014/chart" uri="{C3380CC4-5D6E-409C-BE32-E72D297353CC}">
              <c16:uniqueId val="{00000001-04C5-4987-960C-3D072A0DD610}"/>
            </c:ext>
          </c:extLst>
        </c:ser>
        <c:ser>
          <c:idx val="2"/>
          <c:order val="2"/>
          <c:tx>
            <c:strRef>
              <c:f>Sheet1!$D$1</c:f>
              <c:strCache>
                <c:ptCount val="1"/>
                <c:pt idx="0">
                  <c:v>C学校</c:v>
                </c:pt>
              </c:strCache>
            </c:strRef>
          </c:tx>
          <c:spPr>
            <a:gradFill>
              <a:gsLst>
                <a:gs pos="0">
                  <a:schemeClr val="accent3"/>
                </a:gs>
                <a:gs pos="100000">
                  <a:schemeClr val="accent3">
                    <a:alpha val="0"/>
                  </a:schemeClr>
                </a:gs>
              </a:gsLst>
              <a:lin ang="540000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完全适应</c:v>
                </c:pt>
                <c:pt idx="1">
                  <c:v>适应</c:v>
                </c:pt>
                <c:pt idx="2">
                  <c:v>不知道</c:v>
                </c:pt>
                <c:pt idx="3">
                  <c:v>不适应</c:v>
                </c:pt>
                <c:pt idx="4">
                  <c:v>抵触</c:v>
                </c:pt>
              </c:strCache>
            </c:strRef>
          </c:cat>
          <c:val>
            <c:numRef>
              <c:f>Sheet1!$D$2:$D$6</c:f>
              <c:numCache>
                <c:formatCode>General</c:formatCode>
                <c:ptCount val="5"/>
                <c:pt idx="0">
                  <c:v>90</c:v>
                </c:pt>
                <c:pt idx="1">
                  <c:v>59</c:v>
                </c:pt>
                <c:pt idx="2">
                  <c:v>40</c:v>
                </c:pt>
                <c:pt idx="3">
                  <c:v>23</c:v>
                </c:pt>
                <c:pt idx="4">
                  <c:v>20</c:v>
                </c:pt>
              </c:numCache>
            </c:numRef>
          </c:val>
          <c:extLst>
            <c:ext xmlns:c16="http://schemas.microsoft.com/office/drawing/2014/chart" uri="{C3380CC4-5D6E-409C-BE32-E72D297353CC}">
              <c16:uniqueId val="{00000002-04C5-4987-960C-3D072A0DD610}"/>
            </c:ext>
          </c:extLst>
        </c:ser>
        <c:dLbls>
          <c:dLblPos val="outEnd"/>
          <c:showLegendKey val="0"/>
          <c:showVal val="1"/>
          <c:showCatName val="0"/>
          <c:showSerName val="0"/>
          <c:showPercent val="0"/>
          <c:showBubbleSize val="0"/>
        </c:dLbls>
        <c:gapWidth val="219"/>
        <c:overlap val="-27"/>
        <c:axId val="591845872"/>
        <c:axId val="591846264"/>
      </c:barChart>
      <c:catAx>
        <c:axId val="5918458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alpha val="69000"/>
                  </a:schemeClr>
                </a:solidFill>
                <a:latin typeface="+mn-lt"/>
                <a:ea typeface="+mn-ea"/>
                <a:cs typeface="+mn-cs"/>
              </a:defRPr>
            </a:pPr>
            <a:endParaRPr lang="zh-CN"/>
          </a:p>
        </c:txPr>
        <c:crossAx val="591846264"/>
        <c:crosses val="autoZero"/>
        <c:auto val="1"/>
        <c:lblAlgn val="ctr"/>
        <c:lblOffset val="100"/>
        <c:noMultiLvlLbl val="0"/>
      </c:catAx>
      <c:valAx>
        <c:axId val="591846264"/>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alpha val="68000"/>
                  </a:schemeClr>
                </a:solidFill>
                <a:latin typeface="+mn-lt"/>
                <a:ea typeface="+mn-ea"/>
                <a:cs typeface="+mn-cs"/>
              </a:defRPr>
            </a:pPr>
            <a:endParaRPr lang="zh-CN"/>
          </a:p>
        </c:txPr>
        <c:crossAx val="591845872"/>
        <c:crosses val="autoZero"/>
        <c:crossBetween val="between"/>
      </c:valAx>
      <c:spPr>
        <a:noFill/>
        <a:ln>
          <a:noFill/>
        </a:ln>
        <a:effectLst/>
      </c:spPr>
    </c:plotArea>
    <c:legend>
      <c:legendPos val="b"/>
      <c:layout>
        <c:manualLayout>
          <c:xMode val="edge"/>
          <c:yMode val="edge"/>
          <c:x val="0.28421536361427902"/>
          <c:y val="0.92209354651418651"/>
          <c:w val="0.43156927277144203"/>
          <c:h val="7.7906451586243236E-2"/>
        </c:manualLayout>
      </c:layout>
      <c:overlay val="0"/>
      <c:spPr>
        <a:noFill/>
        <a:ln>
          <a:noFill/>
        </a:ln>
        <a:effectLst/>
      </c:spPr>
      <c:txPr>
        <a:bodyPr rot="0" spcFirstLastPara="1" vertOverflow="ellipsis" vert="horz" wrap="square" anchor="ctr" anchorCtr="1"/>
        <a:lstStyle/>
        <a:p>
          <a:pPr>
            <a:defRPr sz="1197" b="0" i="0" u="none" strike="noStrike" kern="1200" spc="300" baseline="0">
              <a:solidFill>
                <a:schemeClr val="tx1">
                  <a:lumMod val="65000"/>
                  <a:lumOff val="35000"/>
                </a:schemeClr>
              </a:solidFill>
              <a:latin typeface="+mn-ea"/>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9608144185936749E-2"/>
          <c:y val="9.8185379111874957E-2"/>
          <c:w val="0.91073473115138326"/>
          <c:h val="0.75080019185419089"/>
        </c:manualLayout>
      </c:layout>
      <c:barChart>
        <c:barDir val="col"/>
        <c:grouping val="clustered"/>
        <c:varyColors val="0"/>
        <c:ser>
          <c:idx val="0"/>
          <c:order val="0"/>
          <c:tx>
            <c:strRef>
              <c:f>Sheet1!$B$1</c:f>
              <c:strCache>
                <c:ptCount val="1"/>
                <c:pt idx="0">
                  <c:v>实验班</c:v>
                </c:pt>
              </c:strCache>
            </c:strRef>
          </c:tx>
          <c:spPr>
            <a:gradFill flip="none" rotWithShape="1">
              <a:gsLst>
                <a:gs pos="0">
                  <a:schemeClr val="accent1"/>
                </a:gs>
                <a:gs pos="100000">
                  <a:schemeClr val="accent1">
                    <a:alpha val="0"/>
                  </a:schemeClr>
                </a:gs>
              </a:gsLst>
              <a:lin ang="5400000" scaled="1"/>
              <a:tileRect/>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男生</c:v>
                </c:pt>
                <c:pt idx="1">
                  <c:v>女生</c:v>
                </c:pt>
              </c:strCache>
            </c:strRef>
          </c:cat>
          <c:val>
            <c:numRef>
              <c:f>Sheet1!$B$2:$B$3</c:f>
              <c:numCache>
                <c:formatCode>General</c:formatCode>
                <c:ptCount val="2"/>
                <c:pt idx="0">
                  <c:v>18</c:v>
                </c:pt>
                <c:pt idx="1">
                  <c:v>20</c:v>
                </c:pt>
              </c:numCache>
            </c:numRef>
          </c:val>
          <c:extLst>
            <c:ext xmlns:c16="http://schemas.microsoft.com/office/drawing/2014/chart" uri="{C3380CC4-5D6E-409C-BE32-E72D297353CC}">
              <c16:uniqueId val="{00000000-8516-418D-AC18-E74008C3613D}"/>
            </c:ext>
          </c:extLst>
        </c:ser>
        <c:ser>
          <c:idx val="1"/>
          <c:order val="1"/>
          <c:tx>
            <c:strRef>
              <c:f>Sheet1!$C$1</c:f>
              <c:strCache>
                <c:ptCount val="1"/>
                <c:pt idx="0">
                  <c:v>对照班</c:v>
                </c:pt>
              </c:strCache>
            </c:strRef>
          </c:tx>
          <c:spPr>
            <a:gradFill>
              <a:gsLst>
                <a:gs pos="0">
                  <a:schemeClr val="accent4"/>
                </a:gs>
                <a:gs pos="100000">
                  <a:schemeClr val="accent4">
                    <a:alpha val="0"/>
                  </a:schemeClr>
                </a:gs>
              </a:gsLst>
              <a:lin ang="5400000" scaled="1"/>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男生</c:v>
                </c:pt>
                <c:pt idx="1">
                  <c:v>女生</c:v>
                </c:pt>
              </c:strCache>
            </c:strRef>
          </c:cat>
          <c:val>
            <c:numRef>
              <c:f>Sheet1!$C$2:$C$3</c:f>
              <c:numCache>
                <c:formatCode>General</c:formatCode>
                <c:ptCount val="2"/>
                <c:pt idx="0">
                  <c:v>14</c:v>
                </c:pt>
                <c:pt idx="1">
                  <c:v>16</c:v>
                </c:pt>
              </c:numCache>
            </c:numRef>
          </c:val>
          <c:extLst>
            <c:ext xmlns:c16="http://schemas.microsoft.com/office/drawing/2014/chart" uri="{C3380CC4-5D6E-409C-BE32-E72D297353CC}">
              <c16:uniqueId val="{00000001-8516-418D-AC18-E74008C3613D}"/>
            </c:ext>
          </c:extLst>
        </c:ser>
        <c:dLbls>
          <c:dLblPos val="outEnd"/>
          <c:showLegendKey val="0"/>
          <c:showVal val="1"/>
          <c:showCatName val="0"/>
          <c:showSerName val="0"/>
          <c:showPercent val="0"/>
          <c:showBubbleSize val="0"/>
        </c:dLbls>
        <c:gapWidth val="219"/>
        <c:overlap val="-27"/>
        <c:axId val="591847440"/>
        <c:axId val="591846656"/>
      </c:barChart>
      <c:catAx>
        <c:axId val="591847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alpha val="69000"/>
                  </a:schemeClr>
                </a:solidFill>
                <a:latin typeface="+mn-lt"/>
                <a:ea typeface="+mn-ea"/>
                <a:cs typeface="+mn-cs"/>
              </a:defRPr>
            </a:pPr>
            <a:endParaRPr lang="zh-CN"/>
          </a:p>
        </c:txPr>
        <c:crossAx val="591846656"/>
        <c:crosses val="autoZero"/>
        <c:auto val="1"/>
        <c:lblAlgn val="ctr"/>
        <c:lblOffset val="100"/>
        <c:noMultiLvlLbl val="0"/>
      </c:catAx>
      <c:valAx>
        <c:axId val="591846656"/>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alpha val="68000"/>
                  </a:schemeClr>
                </a:solidFill>
                <a:latin typeface="+mn-lt"/>
                <a:ea typeface="+mn-ea"/>
                <a:cs typeface="+mn-cs"/>
              </a:defRPr>
            </a:pPr>
            <a:endParaRPr lang="zh-CN"/>
          </a:p>
        </c:txPr>
        <c:crossAx val="5918474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9608144185936749E-2"/>
          <c:y val="9.8185379111874957E-2"/>
          <c:w val="0.91073473115138326"/>
          <c:h val="0.75080019185419089"/>
        </c:manualLayout>
      </c:layout>
      <c:barChart>
        <c:barDir val="col"/>
        <c:grouping val="clustered"/>
        <c:varyColors val="0"/>
        <c:ser>
          <c:idx val="0"/>
          <c:order val="0"/>
          <c:tx>
            <c:strRef>
              <c:f>Sheet1!$B$1</c:f>
              <c:strCache>
                <c:ptCount val="1"/>
                <c:pt idx="0">
                  <c:v>实验班</c:v>
                </c:pt>
              </c:strCache>
            </c:strRef>
          </c:tx>
          <c:spPr>
            <a:gradFill flip="none" rotWithShape="1">
              <a:gsLst>
                <a:gs pos="0">
                  <a:schemeClr val="accent1"/>
                </a:gs>
                <a:gs pos="100000">
                  <a:schemeClr val="accent1">
                    <a:alpha val="0"/>
                  </a:schemeClr>
                </a:gs>
              </a:gsLst>
              <a:lin ang="5400000" scaled="1"/>
              <a:tileRect/>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男生</c:v>
                </c:pt>
                <c:pt idx="1">
                  <c:v>女生</c:v>
                </c:pt>
              </c:strCache>
            </c:strRef>
          </c:cat>
          <c:val>
            <c:numRef>
              <c:f>Sheet1!$B$2:$B$3</c:f>
              <c:numCache>
                <c:formatCode>General</c:formatCode>
                <c:ptCount val="2"/>
                <c:pt idx="0">
                  <c:v>12</c:v>
                </c:pt>
                <c:pt idx="1">
                  <c:v>14</c:v>
                </c:pt>
              </c:numCache>
            </c:numRef>
          </c:val>
          <c:extLst>
            <c:ext xmlns:c16="http://schemas.microsoft.com/office/drawing/2014/chart" uri="{C3380CC4-5D6E-409C-BE32-E72D297353CC}">
              <c16:uniqueId val="{00000000-C8D6-4458-BD52-43D7911532E4}"/>
            </c:ext>
          </c:extLst>
        </c:ser>
        <c:ser>
          <c:idx val="1"/>
          <c:order val="1"/>
          <c:tx>
            <c:strRef>
              <c:f>Sheet1!$C$1</c:f>
              <c:strCache>
                <c:ptCount val="1"/>
                <c:pt idx="0">
                  <c:v>对照班</c:v>
                </c:pt>
              </c:strCache>
            </c:strRef>
          </c:tx>
          <c:spPr>
            <a:gradFill>
              <a:gsLst>
                <a:gs pos="0">
                  <a:schemeClr val="accent4"/>
                </a:gs>
                <a:gs pos="100000">
                  <a:schemeClr val="accent4">
                    <a:alpha val="0"/>
                  </a:schemeClr>
                </a:gs>
              </a:gsLst>
              <a:lin ang="5400000" scaled="1"/>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男生</c:v>
                </c:pt>
                <c:pt idx="1">
                  <c:v>女生</c:v>
                </c:pt>
              </c:strCache>
            </c:strRef>
          </c:cat>
          <c:val>
            <c:numRef>
              <c:f>Sheet1!$C$2:$C$3</c:f>
              <c:numCache>
                <c:formatCode>General</c:formatCode>
                <c:ptCount val="2"/>
                <c:pt idx="0">
                  <c:v>25</c:v>
                </c:pt>
                <c:pt idx="1">
                  <c:v>18</c:v>
                </c:pt>
              </c:numCache>
            </c:numRef>
          </c:val>
          <c:extLst>
            <c:ext xmlns:c16="http://schemas.microsoft.com/office/drawing/2014/chart" uri="{C3380CC4-5D6E-409C-BE32-E72D297353CC}">
              <c16:uniqueId val="{00000001-C8D6-4458-BD52-43D7911532E4}"/>
            </c:ext>
          </c:extLst>
        </c:ser>
        <c:dLbls>
          <c:dLblPos val="outEnd"/>
          <c:showLegendKey val="0"/>
          <c:showVal val="1"/>
          <c:showCatName val="0"/>
          <c:showSerName val="0"/>
          <c:showPercent val="0"/>
          <c:showBubbleSize val="0"/>
        </c:dLbls>
        <c:gapWidth val="219"/>
        <c:overlap val="-27"/>
        <c:axId val="592827040"/>
        <c:axId val="592826648"/>
      </c:barChart>
      <c:catAx>
        <c:axId val="5928270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spc="300" baseline="0">
                <a:solidFill>
                  <a:schemeClr val="tx1">
                    <a:lumMod val="65000"/>
                    <a:lumOff val="35000"/>
                    <a:alpha val="69000"/>
                  </a:schemeClr>
                </a:solidFill>
                <a:latin typeface="+mn-lt"/>
                <a:ea typeface="+mn-ea"/>
                <a:cs typeface="+mn-cs"/>
              </a:defRPr>
            </a:pPr>
            <a:endParaRPr lang="zh-CN"/>
          </a:p>
        </c:txPr>
        <c:crossAx val="592826648"/>
        <c:crosses val="autoZero"/>
        <c:auto val="1"/>
        <c:lblAlgn val="ctr"/>
        <c:lblOffset val="100"/>
        <c:noMultiLvlLbl val="0"/>
      </c:catAx>
      <c:valAx>
        <c:axId val="592826648"/>
        <c:scaling>
          <c:orientation val="minMax"/>
        </c:scaling>
        <c:delete val="0"/>
        <c:axPos val="l"/>
        <c:majorGridlines>
          <c:spPr>
            <a:ln w="9525" cap="flat" cmpd="sng" algn="ctr">
              <a:solidFill>
                <a:schemeClr val="bg2">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alpha val="68000"/>
                  </a:schemeClr>
                </a:solidFill>
                <a:latin typeface="+mn-lt"/>
                <a:ea typeface="+mn-ea"/>
                <a:cs typeface="+mn-cs"/>
              </a:defRPr>
            </a:pPr>
            <a:endParaRPr lang="zh-CN"/>
          </a:p>
        </c:txPr>
        <c:crossAx val="5928270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8931667518615386"/>
          <c:y val="0.1885925912752752"/>
          <c:w val="0.51717068042480152"/>
          <c:h val="0.76009255936907316"/>
        </c:manualLayout>
      </c:layout>
      <c:pieChart>
        <c:varyColors val="1"/>
        <c:ser>
          <c:idx val="0"/>
          <c:order val="0"/>
          <c:tx>
            <c:strRef>
              <c:f>Sheet1!$B$1</c:f>
              <c:strCache>
                <c:ptCount val="1"/>
                <c:pt idx="0">
                  <c:v>人数</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B5B-4011-BBAE-11B4F84A6BCD}"/>
              </c:ext>
            </c:extLst>
          </c:dPt>
          <c:dPt>
            <c:idx val="1"/>
            <c:bubble3D val="0"/>
            <c:spPr>
              <a:solidFill>
                <a:srgbClr val="A2A2A2"/>
              </a:solidFill>
              <a:ln w="19050">
                <a:solidFill>
                  <a:schemeClr val="lt1"/>
                </a:solidFill>
              </a:ln>
              <a:effectLst/>
            </c:spPr>
            <c:extLst>
              <c:ext xmlns:c16="http://schemas.microsoft.com/office/drawing/2014/chart" uri="{C3380CC4-5D6E-409C-BE32-E72D297353CC}">
                <c16:uniqueId val="{00000003-3B5B-4011-BBAE-11B4F84A6BCD}"/>
              </c:ext>
            </c:extLst>
          </c:dPt>
          <c:dPt>
            <c:idx val="2"/>
            <c:bubble3D val="0"/>
            <c:spPr>
              <a:solidFill>
                <a:srgbClr val="3F3F3F"/>
              </a:solidFill>
              <a:ln w="19050">
                <a:solidFill>
                  <a:schemeClr val="lt1"/>
                </a:solidFill>
              </a:ln>
              <a:effectLst/>
            </c:spPr>
            <c:extLst>
              <c:ext xmlns:c16="http://schemas.microsoft.com/office/drawing/2014/chart" uri="{C3380CC4-5D6E-409C-BE32-E72D297353CC}">
                <c16:uniqueId val="{00000005-3B5B-4011-BBAE-11B4F84A6BCD}"/>
              </c:ext>
            </c:extLst>
          </c:dPt>
          <c:dPt>
            <c:idx val="3"/>
            <c:bubble3D val="0"/>
            <c:explosion val="8"/>
            <c:spPr>
              <a:solidFill>
                <a:schemeClr val="accent4"/>
              </a:solidFill>
              <a:ln w="19050">
                <a:solidFill>
                  <a:schemeClr val="lt1"/>
                </a:solidFill>
              </a:ln>
              <a:effectLst/>
            </c:spPr>
            <c:extLst>
              <c:ext xmlns:c16="http://schemas.microsoft.com/office/drawing/2014/chart" uri="{C3380CC4-5D6E-409C-BE32-E72D297353CC}">
                <c16:uniqueId val="{00000007-3B5B-4011-BBAE-11B4F84A6BCD}"/>
              </c:ext>
            </c:extLst>
          </c:dPt>
          <c:cat>
            <c:strRef>
              <c:f>Sheet1!$A$2:$A$5</c:f>
              <c:strCache>
                <c:ptCount val="4"/>
                <c:pt idx="0">
                  <c:v>独立自主完成</c:v>
                </c:pt>
                <c:pt idx="1">
                  <c:v>需要同伴帮助</c:v>
                </c:pt>
                <c:pt idx="2">
                  <c:v>需要求助家长</c:v>
                </c:pt>
                <c:pt idx="3">
                  <c:v>运用网络解决问题</c:v>
                </c:pt>
              </c:strCache>
            </c:strRef>
          </c:cat>
          <c:val>
            <c:numRef>
              <c:f>Sheet1!$B$2:$B$5</c:f>
              <c:numCache>
                <c:formatCode>General</c:formatCode>
                <c:ptCount val="4"/>
                <c:pt idx="0">
                  <c:v>22</c:v>
                </c:pt>
                <c:pt idx="1">
                  <c:v>10</c:v>
                </c:pt>
                <c:pt idx="2">
                  <c:v>5</c:v>
                </c:pt>
                <c:pt idx="3">
                  <c:v>1</c:v>
                </c:pt>
              </c:numCache>
            </c:numRef>
          </c:val>
          <c:extLst>
            <c:ext xmlns:c16="http://schemas.microsoft.com/office/drawing/2014/chart" uri="{C3380CC4-5D6E-409C-BE32-E72D297353CC}">
              <c16:uniqueId val="{00000008-3B5B-4011-BBAE-11B4F84A6BCD}"/>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2CCE74-EAF3-4673-B3D1-7DAF4AE924DE}" type="datetimeFigureOut">
              <a:rPr lang="zh-CN" altLang="en-US" smtClean="0"/>
              <a:t>2026/5/23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BA4951-8EDB-4B70-90FA-D9BA998251B8}" type="slidenum">
              <a:rPr lang="zh-CN" altLang="en-US" smtClean="0"/>
              <a:t>‹#›</a:t>
            </a:fld>
            <a:endParaRPr lang="zh-CN" altLang="en-US"/>
          </a:p>
        </p:txBody>
      </p:sp>
    </p:spTree>
    <p:extLst>
      <p:ext uri="{BB962C8B-B14F-4D97-AF65-F5344CB8AC3E}">
        <p14:creationId xmlns:p14="http://schemas.microsoft.com/office/powerpoint/2010/main" val="1553235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446691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8717213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5E0327-7505-46D6-B9D9-ADE53B787032}"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7180277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5E0327-7505-46D6-B9D9-ADE53B787032}"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CN" altLang="en-US" sz="1200" b="0" i="0" u="none" strike="noStrike" kern="120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9690902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5E0327-7505-46D6-B9D9-ADE53B787032}"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CN" altLang="en-US" sz="1200" b="0" i="0" u="none" strike="noStrike" kern="120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9117397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5E0327-7505-46D6-B9D9-ADE53B787032}"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CN" altLang="en-US" sz="1200" b="0" i="0" u="none" strike="noStrike" kern="120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210740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070937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348294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2619299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274696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799262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9617101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2284232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014464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5979017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8660221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6659597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1383003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915401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311002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7486921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7397740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796570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7974586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101717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573452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40295797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65797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544377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1698165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9633057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528079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037983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562899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21632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9527544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0579262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8236806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9930967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8626916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062658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9237395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5063727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2084939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476403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9523107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706012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58611387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23750273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611992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439708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9862997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233792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57107270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33662966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72568645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0054601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9687727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57391352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48959709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04052225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9452305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12399560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965576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23350846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样式6">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529" y="-2924"/>
            <a:ext cx="12193057" cy="3633531"/>
          </a:xfrm>
          <a:prstGeom prst="rect">
            <a:avLst/>
          </a:prstGeom>
        </p:spPr>
      </p:pic>
      <p:sp>
        <p:nvSpPr>
          <p:cNvPr id="37" name="任意形状 36">
            <a:extLst>
              <a:ext uri="{FF2B5EF4-FFF2-40B4-BE49-F238E27FC236}">
                <a16:creationId xmlns:a16="http://schemas.microsoft.com/office/drawing/2014/main" id="{094E4669-55C5-874C-A68C-6E431CC09A50}"/>
              </a:ext>
            </a:extLst>
          </p:cNvPr>
          <p:cNvSpPr/>
          <p:nvPr userDrawn="1"/>
        </p:nvSpPr>
        <p:spPr>
          <a:xfrm>
            <a:off x="-134112" y="-106934"/>
            <a:ext cx="12468264" cy="3829332"/>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prstTxWarp prst="textNoShape">
              <a:avLst/>
            </a:prstTxWarp>
            <a:no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endParaRPr kumimoji="1" lang="zh-CN" altLang="en-US" sz="20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endParaRPr>
          </a:p>
        </p:txBody>
      </p:sp>
      <p:sp>
        <p:nvSpPr>
          <p:cNvPr id="41" name="矩形 40">
            <a:extLst>
              <a:ext uri="{FF2B5EF4-FFF2-40B4-BE49-F238E27FC236}">
                <a16:creationId xmlns:a16="http://schemas.microsoft.com/office/drawing/2014/main" id="{752274E9-6CD8-164F-A448-48D8BF6118A2}"/>
              </a:ext>
            </a:extLst>
          </p:cNvPr>
          <p:cNvSpPr/>
          <p:nvPr userDrawn="1"/>
        </p:nvSpPr>
        <p:spPr>
          <a:xfrm>
            <a:off x="0" y="0"/>
            <a:ext cx="12192000" cy="163286"/>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prstTxWarp prst="textNoShape">
              <a:avLst/>
            </a:prstTxWarp>
            <a:normAutofit fontScale="25000" lnSpcReduction="20000"/>
          </a:bodyPr>
          <a:lstStyle/>
          <a:p>
            <a:pPr marL="0" marR="0" lvl="0" indent="0" algn="l" defTabSz="914400" rtl="0" eaLnBrk="0" fontAlgn="base" latinLnBrk="0" hangingPunct="0">
              <a:lnSpc>
                <a:spcPct val="130000"/>
              </a:lnSpc>
              <a:spcBef>
                <a:spcPct val="0"/>
              </a:spcBef>
              <a:spcAft>
                <a:spcPct val="0"/>
              </a:spcAft>
              <a:buClrTx/>
              <a:buSzTx/>
              <a:buFontTx/>
              <a:buNone/>
              <a:tabLst/>
              <a:defRPr/>
            </a:pPr>
            <a:endParaRPr kumimoji="1" lang="zh-CN" altLang="en-US" sz="20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endParaRPr>
          </a:p>
        </p:txBody>
      </p:sp>
      <p:pic>
        <p:nvPicPr>
          <p:cNvPr id="42" name="图片 41"/>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502191" y="3048198"/>
            <a:ext cx="1193467" cy="1192626"/>
          </a:xfrm>
          <a:prstGeom prst="rect">
            <a:avLst/>
          </a:prstGeom>
        </p:spPr>
      </p:pic>
      <p:sp>
        <p:nvSpPr>
          <p:cNvPr id="43" name="文本框 42"/>
          <p:cNvSpPr txBox="1"/>
          <p:nvPr userDrawn="1"/>
        </p:nvSpPr>
        <p:spPr>
          <a:xfrm>
            <a:off x="150844" y="6174148"/>
            <a:ext cx="2156520" cy="617431"/>
          </a:xfrm>
          <a:prstGeom prst="rect">
            <a:avLst/>
          </a:prstGeom>
          <a:noFill/>
          <a:ln>
            <a:noFill/>
          </a:ln>
        </p:spPr>
        <p:txBody>
          <a:bodyPr wrap="square" lIns="180000" tIns="180000" rIns="180000" bIns="18000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en-US" altLang="zh-CN" sz="1400" b="1" i="0" u="none" strike="noStrike" kern="1200" cap="none" spc="100" normalizeH="0" baseline="0" noProof="0" dirty="0">
                <a:ln>
                  <a:noFill/>
                </a:ln>
                <a:solidFill>
                  <a:srgbClr val="A2A2A2"/>
                </a:solidFill>
                <a:effectLst/>
                <a:uLnTx/>
                <a:uFillTx/>
                <a:latin typeface="微软雅黑"/>
                <a:ea typeface="微软雅黑"/>
                <a:cs typeface="+mn-cs"/>
              </a:rPr>
              <a:t>BIT</a:t>
            </a:r>
            <a:r>
              <a:rPr kumimoji="0" lang="en-US" altLang="zh-CN" sz="1400" b="0" i="0" u="none" strike="noStrike" kern="1200" cap="none" spc="100" normalizeH="0" baseline="0" noProof="0" dirty="0">
                <a:ln>
                  <a:noFill/>
                </a:ln>
                <a:solidFill>
                  <a:srgbClr val="A2A2A2"/>
                </a:solidFill>
                <a:effectLst/>
                <a:uLnTx/>
                <a:uFillTx/>
                <a:latin typeface="微软雅黑"/>
                <a:ea typeface="微软雅黑" panose="020B0503020204020204" pitchFamily="34" charset="-122"/>
                <a:cs typeface="+mn-cs"/>
              </a:rPr>
              <a:t> </a:t>
            </a:r>
            <a:r>
              <a:rPr kumimoji="0" lang="en-US" altLang="zh-CN" sz="1400" b="1" i="0" u="none" strike="noStrike" kern="1200" cap="none" spc="100" normalizeH="0" baseline="0" noProof="0" dirty="0">
                <a:ln>
                  <a:noFill/>
                </a:ln>
                <a:solidFill>
                  <a:srgbClr val="A2A2A2"/>
                </a:solidFill>
                <a:effectLst/>
                <a:uLnTx/>
                <a:uFillTx/>
                <a:latin typeface="微软雅黑"/>
                <a:ea typeface="微软雅黑" panose="020B0503020204020204" pitchFamily="34" charset="-122"/>
                <a:cs typeface="+mn-cs"/>
              </a:rPr>
              <a:t>|</a:t>
            </a:r>
            <a:r>
              <a:rPr kumimoji="0" lang="en-US" altLang="zh-CN" sz="1400" b="0" i="0" u="none" strike="noStrike" kern="1200" cap="none" spc="100" normalizeH="0" baseline="0" noProof="0" dirty="0">
                <a:ln>
                  <a:noFill/>
                </a:ln>
                <a:solidFill>
                  <a:srgbClr val="A2A2A2"/>
                </a:solidFill>
                <a:effectLst/>
                <a:uLnTx/>
                <a:uFillTx/>
                <a:latin typeface="微软雅黑"/>
                <a:ea typeface="微软雅黑" panose="020B0503020204020204" pitchFamily="34" charset="-122"/>
                <a:cs typeface="+mn-cs"/>
              </a:rPr>
              <a:t> </a:t>
            </a:r>
            <a:r>
              <a:rPr kumimoji="0" lang="en-US" altLang="zh-CN" sz="1400" b="1" i="0" u="none" strike="noStrike" kern="1200" cap="none" spc="100" normalizeH="0" baseline="0" noProof="0" dirty="0">
                <a:ln>
                  <a:noFill/>
                </a:ln>
                <a:solidFill>
                  <a:srgbClr val="A2A2A2"/>
                </a:solidFill>
                <a:effectLst/>
                <a:uLnTx/>
                <a:uFillTx/>
                <a:latin typeface="微软雅黑"/>
                <a:ea typeface="微软雅黑" panose="020B0503020204020204" pitchFamily="34" charset="-122"/>
                <a:cs typeface="+mn-cs"/>
              </a:rPr>
              <a:t>SINCE 1940</a:t>
            </a:r>
            <a:endParaRPr kumimoji="0" lang="zh-CN" altLang="en-US" sz="1400" b="1" i="0" u="none" strike="noStrike" kern="1200" cap="none" spc="100" normalizeH="0" baseline="0" noProof="0" dirty="0">
              <a:ln>
                <a:noFill/>
              </a:ln>
              <a:solidFill>
                <a:srgbClr val="A2A2A2"/>
              </a:solidFill>
              <a:effectLst/>
              <a:uLnTx/>
              <a:uFillTx/>
              <a:latin typeface="微软雅黑 Light" panose="020B0502040204020203" pitchFamily="34" charset="-122"/>
              <a:ea typeface="微软雅黑 Light" panose="020B0502040204020203" pitchFamily="34" charset="-122"/>
              <a:cs typeface="+mn-cs"/>
            </a:endParaRPr>
          </a:p>
        </p:txBody>
      </p:sp>
      <p:grpSp>
        <p:nvGrpSpPr>
          <p:cNvPr id="31" name="组合 30"/>
          <p:cNvGrpSpPr/>
          <p:nvPr userDrawn="1"/>
        </p:nvGrpSpPr>
        <p:grpSpPr>
          <a:xfrm>
            <a:off x="10272478" y="6396638"/>
            <a:ext cx="1629576" cy="198576"/>
            <a:chOff x="10272478" y="6308389"/>
            <a:chExt cx="1629576" cy="198576"/>
          </a:xfrm>
        </p:grpSpPr>
        <p:grpSp>
          <p:nvGrpSpPr>
            <p:cNvPr id="32" name="组合 31"/>
            <p:cNvGrpSpPr/>
            <p:nvPr userDrawn="1"/>
          </p:nvGrpSpPr>
          <p:grpSpPr>
            <a:xfrm>
              <a:off x="11216726" y="6310650"/>
              <a:ext cx="685328" cy="194486"/>
              <a:chOff x="2373567" y="1096524"/>
              <a:chExt cx="2578404" cy="731714"/>
            </a:xfrm>
          </p:grpSpPr>
          <p:sp>
            <p:nvSpPr>
              <p:cNvPr id="75"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76" name="Freeform 6">
                <a:extLst>
                  <a:ext uri="{FF2B5EF4-FFF2-40B4-BE49-F238E27FC236}">
                    <a16:creationId xmlns:a16="http://schemas.microsoft.com/office/drawing/2014/main" id="{CC1FA68D-3307-481A-8E89-D3CB2E8693F4}"/>
                  </a:ext>
                </a:extLst>
              </p:cNvPr>
              <p:cNvSpPr>
                <a:spLocks/>
              </p:cNvSpPr>
              <p:nvPr/>
            </p:nvSpPr>
            <p:spPr bwMode="auto">
              <a:xfrm>
                <a:off x="4620306" y="1229886"/>
                <a:ext cx="331665" cy="499208"/>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nvGrpSpPr>
              <p:cNvPr id="77" name="组合 76">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solidFill>
                <a:schemeClr val="accent3"/>
              </a:solidFill>
            </p:grpSpPr>
            <p:sp>
              <p:nvSpPr>
                <p:cNvPr id="82"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83"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78" name="组合 77">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solidFill>
                <a:schemeClr val="accent3"/>
              </a:solidFill>
            </p:grpSpPr>
            <p:sp>
              <p:nvSpPr>
                <p:cNvPr id="79"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80"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81"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grpSp>
          <p:nvGrpSpPr>
            <p:cNvPr id="33" name="组合 32"/>
            <p:cNvGrpSpPr/>
            <p:nvPr userDrawn="1"/>
          </p:nvGrpSpPr>
          <p:grpSpPr>
            <a:xfrm>
              <a:off x="10272478" y="6308389"/>
              <a:ext cx="716480" cy="198576"/>
              <a:chOff x="2372715" y="161759"/>
              <a:chExt cx="2695608" cy="747103"/>
            </a:xfrm>
          </p:grpSpPr>
          <p:grpSp>
            <p:nvGrpSpPr>
              <p:cNvPr id="34" name="组合 33">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solidFill>
                <a:schemeClr val="accent3"/>
              </a:solidFill>
            </p:grpSpPr>
            <p:sp>
              <p:nvSpPr>
                <p:cNvPr id="73"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74"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35" name="组合 34">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solidFill>
                <a:schemeClr val="accent3"/>
              </a:solidFill>
            </p:grpSpPr>
            <p:sp>
              <p:nvSpPr>
                <p:cNvPr id="71"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72"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36" name="组合 35">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solidFill>
                <a:schemeClr val="accent3"/>
              </a:solidFill>
            </p:grpSpPr>
            <p:sp>
              <p:nvSpPr>
                <p:cNvPr id="68"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69"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70"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38" name="组合 37"/>
              <p:cNvGrpSpPr/>
              <p:nvPr/>
            </p:nvGrpSpPr>
            <p:grpSpPr>
              <a:xfrm>
                <a:off x="4613362" y="313351"/>
                <a:ext cx="454961" cy="453362"/>
                <a:chOff x="11893465" y="1994536"/>
                <a:chExt cx="274986" cy="274018"/>
              </a:xfrm>
              <a:solidFill>
                <a:schemeClr val="accent3"/>
              </a:solidFill>
            </p:grpSpPr>
            <p:sp>
              <p:nvSpPr>
                <p:cNvPr id="39"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40"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grpSp>
    </p:spTree>
    <p:extLst>
      <p:ext uri="{BB962C8B-B14F-4D97-AF65-F5344CB8AC3E}">
        <p14:creationId xmlns:p14="http://schemas.microsoft.com/office/powerpoint/2010/main" val="18909808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样式6-1">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cstate="print">
            <a:extLst>
              <a:ext uri="{28A0092B-C50C-407E-A947-70E740481C1C}">
                <a14:useLocalDpi xmlns:a14="http://schemas.microsoft.com/office/drawing/2010/main"/>
              </a:ext>
            </a:extLst>
          </a:blip>
          <a:srcRect l="29063" r="32938"/>
          <a:stretch/>
        </p:blipFill>
        <p:spPr>
          <a:xfrm>
            <a:off x="0" y="0"/>
            <a:ext cx="3914775" cy="6857999"/>
          </a:xfrm>
          <a:prstGeom prst="rect">
            <a:avLst/>
          </a:prstGeom>
        </p:spPr>
      </p:pic>
      <p:sp>
        <p:nvSpPr>
          <p:cNvPr id="13" name="矩形 12">
            <a:extLst>
              <a:ext uri="{FF2B5EF4-FFF2-40B4-BE49-F238E27FC236}">
                <a16:creationId xmlns:a16="http://schemas.microsoft.com/office/drawing/2014/main" id="{79F2EAE9-B638-4AA2-8264-4D37EBBEE86D}"/>
              </a:ext>
            </a:extLst>
          </p:cNvPr>
          <p:cNvSpPr/>
          <p:nvPr userDrawn="1"/>
        </p:nvSpPr>
        <p:spPr>
          <a:xfrm>
            <a:off x="0" y="1"/>
            <a:ext cx="3914775" cy="6857999"/>
          </a:xfrm>
          <a:prstGeom prst="rect">
            <a:avLst/>
          </a:prstGeom>
          <a:solidFill>
            <a:schemeClr val="accent1">
              <a:alpha val="7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4" name="矩形 13">
            <a:extLst>
              <a:ext uri="{FF2B5EF4-FFF2-40B4-BE49-F238E27FC236}">
                <a16:creationId xmlns:a16="http://schemas.microsoft.com/office/drawing/2014/main" id="{DFF6BFE1-1DD5-454F-BE20-A55DAB22A652}"/>
              </a:ext>
            </a:extLst>
          </p:cNvPr>
          <p:cNvSpPr/>
          <p:nvPr userDrawn="1"/>
        </p:nvSpPr>
        <p:spPr>
          <a:xfrm>
            <a:off x="0" y="0"/>
            <a:ext cx="3914774" cy="6858000"/>
          </a:xfrm>
          <a:prstGeom prst="rect">
            <a:avLst/>
          </a:prstGeom>
          <a:gradFill flip="none" rotWithShape="1">
            <a:gsLst>
              <a:gs pos="25000">
                <a:schemeClr val="accent1">
                  <a:alpha val="0"/>
                </a:schemeClr>
              </a:gs>
              <a:gs pos="100000">
                <a:schemeClr val="accent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16" name="直接连接符 15">
            <a:extLst>
              <a:ext uri="{FF2B5EF4-FFF2-40B4-BE49-F238E27FC236}">
                <a16:creationId xmlns:a16="http://schemas.microsoft.com/office/drawing/2014/main" id="{D14117E2-1B64-4454-AB72-FC04D0614552}"/>
              </a:ext>
            </a:extLst>
          </p:cNvPr>
          <p:cNvCxnSpPr>
            <a:cxnSpLocks/>
          </p:cNvCxnSpPr>
          <p:nvPr userDrawn="1"/>
        </p:nvCxnSpPr>
        <p:spPr>
          <a:xfrm>
            <a:off x="3960456" y="0"/>
            <a:ext cx="0" cy="685800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a:extLst>
              <a:ext uri="{FF2B5EF4-FFF2-40B4-BE49-F238E27FC236}">
                <a16:creationId xmlns:a16="http://schemas.microsoft.com/office/drawing/2014/main" id="{DC6CB049-19D4-44DA-8BA3-2A55CACC560A}"/>
              </a:ext>
            </a:extLst>
          </p:cNvPr>
          <p:cNvGrpSpPr/>
          <p:nvPr userDrawn="1"/>
        </p:nvGrpSpPr>
        <p:grpSpPr>
          <a:xfrm>
            <a:off x="3961505" y="2797003"/>
            <a:ext cx="122686" cy="1263995"/>
            <a:chOff x="4630742" y="2258287"/>
            <a:chExt cx="122686" cy="1263995"/>
          </a:xfrm>
          <a:solidFill>
            <a:schemeClr val="accent4"/>
          </a:solidFill>
        </p:grpSpPr>
        <p:sp>
          <p:nvSpPr>
            <p:cNvPr id="22" name="等腰三角形 21">
              <a:extLst>
                <a:ext uri="{FF2B5EF4-FFF2-40B4-BE49-F238E27FC236}">
                  <a16:creationId xmlns:a16="http://schemas.microsoft.com/office/drawing/2014/main" id="{8AAB1992-5EF7-487C-AD2A-01E2865C7E72}"/>
                </a:ext>
              </a:extLst>
            </p:cNvPr>
            <p:cNvSpPr/>
            <p:nvPr/>
          </p:nvSpPr>
          <p:spPr>
            <a:xfrm rot="5400000">
              <a:off x="4620926" y="2839164"/>
              <a:ext cx="142318" cy="122686"/>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23" name="直接连接符 22">
              <a:extLst>
                <a:ext uri="{FF2B5EF4-FFF2-40B4-BE49-F238E27FC236}">
                  <a16:creationId xmlns:a16="http://schemas.microsoft.com/office/drawing/2014/main" id="{E8C48E93-E5B1-4737-8427-44C095BEBB9E}"/>
                </a:ext>
              </a:extLst>
            </p:cNvPr>
            <p:cNvCxnSpPr>
              <a:cxnSpLocks/>
            </p:cNvCxnSpPr>
            <p:nvPr/>
          </p:nvCxnSpPr>
          <p:spPr>
            <a:xfrm>
              <a:off x="4630742" y="2258287"/>
              <a:ext cx="0" cy="1263995"/>
            </a:xfrm>
            <a:prstGeom prst="line">
              <a:avLst/>
            </a:prstGeom>
            <a:grpFill/>
            <a:ln w="38100">
              <a:solidFill>
                <a:schemeClr val="accent4"/>
              </a:solidFill>
            </a:ln>
          </p:spPr>
          <p:style>
            <a:lnRef idx="1">
              <a:schemeClr val="accent1"/>
            </a:lnRef>
            <a:fillRef idx="0">
              <a:schemeClr val="accent1"/>
            </a:fillRef>
            <a:effectRef idx="0">
              <a:schemeClr val="accent1"/>
            </a:effectRef>
            <a:fontRef idx="minor">
              <a:schemeClr val="tx1"/>
            </a:fontRef>
          </p:style>
        </p:cxnSp>
      </p:grpSp>
      <p:cxnSp>
        <p:nvCxnSpPr>
          <p:cNvPr id="42" name="直接连接符 41">
            <a:extLst>
              <a:ext uri="{FF2B5EF4-FFF2-40B4-BE49-F238E27FC236}">
                <a16:creationId xmlns:a16="http://schemas.microsoft.com/office/drawing/2014/main" id="{88499905-D7C1-4B31-8F42-54B3A36F0B1E}"/>
              </a:ext>
            </a:extLst>
          </p:cNvPr>
          <p:cNvCxnSpPr>
            <a:cxnSpLocks/>
          </p:cNvCxnSpPr>
          <p:nvPr userDrawn="1"/>
        </p:nvCxnSpPr>
        <p:spPr>
          <a:xfrm>
            <a:off x="1053541" y="2793542"/>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F1DFE5ED-5D7B-4B26-99EA-A40BED7DC14E}"/>
              </a:ext>
            </a:extLst>
          </p:cNvPr>
          <p:cNvSpPr/>
          <p:nvPr userDrawn="1"/>
        </p:nvSpPr>
        <p:spPr>
          <a:xfrm>
            <a:off x="846867" y="2752385"/>
            <a:ext cx="2136282" cy="923330"/>
          </a:xfrm>
          <a:prstGeom prst="rect">
            <a:avLst/>
          </a:prstGeom>
        </p:spPr>
        <p:txBody>
          <a:bodyPr wrap="square">
            <a:spAutoFit/>
          </a:bodyPr>
          <a:lstStyle/>
          <a:p>
            <a:pPr marL="0" marR="0" lvl="0" indent="0" algn="dist" defTabSz="914400" rtl="0" eaLnBrk="0" fontAlgn="base" latinLnBrk="0" hangingPunct="0">
              <a:lnSpc>
                <a:spcPct val="100000"/>
              </a:lnSpc>
              <a:spcBef>
                <a:spcPct val="0"/>
              </a:spcBef>
              <a:spcAft>
                <a:spcPct val="0"/>
              </a:spcAft>
              <a:buClrTx/>
              <a:buSzTx/>
              <a:buFontTx/>
              <a:buNone/>
              <a:tabLst/>
              <a:defRPr/>
            </a:pPr>
            <a:r>
              <a:rPr kumimoji="0" lang="zh-CN" altLang="en-US" sz="5400" b="0" i="0" u="none" strike="noStrike" kern="1200" cap="none" spc="600" normalizeH="0" baseline="0" noProof="0" dirty="0">
                <a:ln>
                  <a:noFill/>
                </a:ln>
                <a:solidFill>
                  <a:prstClr val="white"/>
                </a:solidFill>
                <a:effectLst/>
                <a:uLnTx/>
                <a:uFillTx/>
                <a:latin typeface="微软雅黑"/>
                <a:ea typeface="微软雅黑"/>
                <a:cs typeface="+mn-cs"/>
              </a:rPr>
              <a:t>目录</a:t>
            </a:r>
          </a:p>
        </p:txBody>
      </p:sp>
      <p:sp>
        <p:nvSpPr>
          <p:cNvPr id="44" name="矩形 43">
            <a:extLst>
              <a:ext uri="{FF2B5EF4-FFF2-40B4-BE49-F238E27FC236}">
                <a16:creationId xmlns:a16="http://schemas.microsoft.com/office/drawing/2014/main" id="{2DD1A83F-A1E9-43D7-9CDC-7AC02BED1EE5}"/>
              </a:ext>
            </a:extLst>
          </p:cNvPr>
          <p:cNvSpPr/>
          <p:nvPr userDrawn="1"/>
        </p:nvSpPr>
        <p:spPr>
          <a:xfrm>
            <a:off x="963806" y="3595872"/>
            <a:ext cx="1906502" cy="461665"/>
          </a:xfrm>
          <a:prstGeom prst="rect">
            <a:avLst/>
          </a:prstGeom>
        </p:spPr>
        <p:txBody>
          <a:bodyPr wrap="square">
            <a:spAutoFit/>
          </a:bodyPr>
          <a:lstStyle/>
          <a:p>
            <a:pPr marL="0" marR="0" lvl="0" indent="0" algn="dist" defTabSz="914400" rtl="0" eaLnBrk="0" fontAlgn="base" latinLnBrk="0" hangingPunct="0">
              <a:lnSpc>
                <a:spcPct val="100000"/>
              </a:lnSpc>
              <a:spcBef>
                <a:spcPct val="0"/>
              </a:spcBef>
              <a:spcAft>
                <a:spcPct val="0"/>
              </a:spcAft>
              <a:buClrTx/>
              <a:buSzTx/>
              <a:buFontTx/>
              <a:buNone/>
              <a:tabLst/>
              <a:defRPr/>
            </a:pPr>
            <a:r>
              <a:rPr kumimoji="0" lang="en-US" altLang="zh-CN" sz="2400" b="0" i="0" u="none" strike="noStrike" kern="1200" cap="none" spc="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CONTENTS</a:t>
            </a:r>
          </a:p>
        </p:txBody>
      </p:sp>
      <p:cxnSp>
        <p:nvCxnSpPr>
          <p:cNvPr id="45" name="直接连接符 44">
            <a:extLst>
              <a:ext uri="{FF2B5EF4-FFF2-40B4-BE49-F238E27FC236}">
                <a16:creationId xmlns:a16="http://schemas.microsoft.com/office/drawing/2014/main" id="{3E103341-A23F-42AF-90B6-8B36EF542949}"/>
              </a:ext>
            </a:extLst>
          </p:cNvPr>
          <p:cNvCxnSpPr>
            <a:cxnSpLocks/>
          </p:cNvCxnSpPr>
          <p:nvPr userDrawn="1"/>
        </p:nvCxnSpPr>
        <p:spPr>
          <a:xfrm>
            <a:off x="1053541" y="4060998"/>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64854" y="2218510"/>
            <a:ext cx="1715719" cy="480234"/>
          </a:xfrm>
          <a:prstGeom prst="rect">
            <a:avLst/>
          </a:prstGeom>
        </p:spPr>
      </p:pic>
      <p:pic>
        <p:nvPicPr>
          <p:cNvPr id="6" name="图片 5"/>
          <p:cNvPicPr>
            <a:picLocks noChangeAspect="1"/>
          </p:cNvPicPr>
          <p:nvPr userDrawn="1"/>
        </p:nvPicPr>
        <p:blipFill rotWithShape="1">
          <a:blip r:embed="rId4" cstate="print">
            <a:extLst>
              <a:ext uri="{28A0092B-C50C-407E-A947-70E740481C1C}">
                <a14:useLocalDpi xmlns:a14="http://schemas.microsoft.com/office/drawing/2010/main"/>
              </a:ext>
            </a:extLst>
          </a:blip>
          <a:srcRect r="15912" b="16285"/>
          <a:stretch/>
        </p:blipFill>
        <p:spPr>
          <a:xfrm>
            <a:off x="7258050" y="1942165"/>
            <a:ext cx="4949784" cy="4933648"/>
          </a:xfrm>
          <a:prstGeom prst="rect">
            <a:avLst/>
          </a:prstGeom>
        </p:spPr>
      </p:pic>
    </p:spTree>
    <p:extLst>
      <p:ext uri="{BB962C8B-B14F-4D97-AF65-F5344CB8AC3E}">
        <p14:creationId xmlns:p14="http://schemas.microsoft.com/office/powerpoint/2010/main" val="35392508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样式6-2">
    <p:bg>
      <p:bgPr>
        <a:gradFill>
          <a:gsLst>
            <a:gs pos="25000">
              <a:schemeClr val="accent1">
                <a:alpha val="0"/>
              </a:schemeClr>
            </a:gs>
            <a:gs pos="100000">
              <a:schemeClr val="accent1"/>
            </a:gs>
          </a:gsLst>
          <a:lin ang="0" scaled="1"/>
        </a:gradFill>
        <a:effectLst/>
      </p:bgPr>
    </p:bg>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CEDD8B33-19AA-4632-BE4B-A5744CEC2C45}"/>
              </a:ext>
            </a:extLst>
          </p:cNvPr>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微软雅黑"/>
              <a:ea typeface="微软雅黑"/>
              <a:cs typeface="+mn-cs"/>
            </a:endParaRPr>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6943725" y="493231"/>
            <a:ext cx="5251028" cy="5254131"/>
          </a:xfrm>
          <a:prstGeom prst="rect">
            <a:avLst/>
          </a:prstGeom>
        </p:spPr>
      </p:pic>
      <p:sp>
        <p:nvSpPr>
          <p:cNvPr id="10" name="矩形 9">
            <a:extLst>
              <a:ext uri="{FF2B5EF4-FFF2-40B4-BE49-F238E27FC236}">
                <a16:creationId xmlns:a16="http://schemas.microsoft.com/office/drawing/2014/main" id="{D1BADEE0-5304-4D64-BC33-E82C8C71DF4D}"/>
              </a:ext>
            </a:extLst>
          </p:cNvPr>
          <p:cNvSpPr/>
          <p:nvPr userDrawn="1"/>
        </p:nvSpPr>
        <p:spPr>
          <a:xfrm>
            <a:off x="6943725" y="0"/>
            <a:ext cx="5248273"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20" name="矩形 119">
            <a:extLst>
              <a:ext uri="{FF2B5EF4-FFF2-40B4-BE49-F238E27FC236}">
                <a16:creationId xmlns:a16="http://schemas.microsoft.com/office/drawing/2014/main" id="{93E9B806-B3B5-4857-9763-985BB906449B}"/>
              </a:ext>
            </a:extLst>
          </p:cNvPr>
          <p:cNvSpPr/>
          <p:nvPr userDrawn="1"/>
        </p:nvSpPr>
        <p:spPr>
          <a:xfrm>
            <a:off x="660400" y="6054314"/>
            <a:ext cx="2014538" cy="14384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6" name="文本占位符 15">
            <a:extLst>
              <a:ext uri="{FF2B5EF4-FFF2-40B4-BE49-F238E27FC236}">
                <a16:creationId xmlns:a16="http://schemas.microsoft.com/office/drawing/2014/main" id="{98EFC2AF-0299-489A-9F1D-9F6AA1D1AED1}"/>
              </a:ext>
            </a:extLst>
          </p:cNvPr>
          <p:cNvSpPr>
            <a:spLocks noGrp="1"/>
          </p:cNvSpPr>
          <p:nvPr>
            <p:ph type="body" sz="quarter" idx="12" hasCustomPrompt="1"/>
          </p:nvPr>
        </p:nvSpPr>
        <p:spPr>
          <a:xfrm>
            <a:off x="510342" y="982400"/>
            <a:ext cx="3551237" cy="606922"/>
          </a:xfrm>
          <a:prstGeom prst="rect">
            <a:avLst/>
          </a:prstGeom>
        </p:spPr>
        <p:txBody>
          <a:bodyPr/>
          <a:lstStyle>
            <a:lvl1pPr marL="0" indent="0">
              <a:buNone/>
              <a:defRPr sz="3200" spc="100">
                <a:solidFill>
                  <a:schemeClr val="bg1"/>
                </a:solidFill>
                <a:latin typeface="微软雅黑" panose="020B0503020204020204" pitchFamily="34" charset="-122"/>
                <a:ea typeface="微软雅黑" panose="020B0503020204020204" pitchFamily="34" charset="-122"/>
              </a:defRPr>
            </a:lvl1pPr>
          </a:lstStyle>
          <a:p>
            <a:pPr lvl="0"/>
            <a:r>
              <a:rPr lang="zh-CN" altLang="en-US" dirty="0"/>
              <a:t>第几部分 ▶</a:t>
            </a:r>
          </a:p>
        </p:txBody>
      </p:sp>
      <p:sp>
        <p:nvSpPr>
          <p:cNvPr id="122" name="文本占位符 15">
            <a:extLst>
              <a:ext uri="{FF2B5EF4-FFF2-40B4-BE49-F238E27FC236}">
                <a16:creationId xmlns:a16="http://schemas.microsoft.com/office/drawing/2014/main" id="{9F0152B4-A135-47ED-A86F-89E402C2B1C0}"/>
              </a:ext>
            </a:extLst>
          </p:cNvPr>
          <p:cNvSpPr>
            <a:spLocks noGrp="1"/>
          </p:cNvSpPr>
          <p:nvPr>
            <p:ph type="body" sz="quarter" idx="13" hasCustomPrompt="1"/>
          </p:nvPr>
        </p:nvSpPr>
        <p:spPr>
          <a:xfrm>
            <a:off x="510342" y="2742089"/>
            <a:ext cx="7197752" cy="606922"/>
          </a:xfrm>
          <a:prstGeom prst="rect">
            <a:avLst/>
          </a:prstGeom>
        </p:spPr>
        <p:txBody>
          <a:bodyPr/>
          <a:lstStyle>
            <a:lvl1pPr marL="0" indent="0">
              <a:buNone/>
              <a:defRPr sz="4400" spc="100" baseline="0">
                <a:solidFill>
                  <a:schemeClr val="bg1"/>
                </a:solidFill>
                <a:latin typeface="微软雅黑" panose="020B0503020204020204" pitchFamily="34" charset="-122"/>
                <a:ea typeface="微软雅黑" panose="020B0503020204020204" pitchFamily="34" charset="-122"/>
              </a:defRPr>
            </a:lvl1pPr>
          </a:lstStyle>
          <a:p>
            <a:pPr lvl="0"/>
            <a:r>
              <a:rPr lang="zh-CN" altLang="en-US" dirty="0"/>
              <a:t>请在此处添加你的标题</a:t>
            </a:r>
          </a:p>
        </p:txBody>
      </p:sp>
      <p:sp>
        <p:nvSpPr>
          <p:cNvPr id="123" name="文本占位符 15">
            <a:extLst>
              <a:ext uri="{FF2B5EF4-FFF2-40B4-BE49-F238E27FC236}">
                <a16:creationId xmlns:a16="http://schemas.microsoft.com/office/drawing/2014/main" id="{CF347087-2148-4765-A644-2EF9176FD633}"/>
              </a:ext>
            </a:extLst>
          </p:cNvPr>
          <p:cNvSpPr>
            <a:spLocks noGrp="1"/>
          </p:cNvSpPr>
          <p:nvPr>
            <p:ph type="body" sz="quarter" idx="14" hasCustomPrompt="1"/>
          </p:nvPr>
        </p:nvSpPr>
        <p:spPr>
          <a:xfrm>
            <a:off x="561172" y="3837713"/>
            <a:ext cx="7146922" cy="1522912"/>
          </a:xfrm>
          <a:prstGeom prst="rect">
            <a:avLst/>
          </a:prstGeom>
        </p:spPr>
        <p:txBody>
          <a:bodyPr/>
          <a:lstStyle>
            <a:lvl1pPr marL="285750" indent="-285750">
              <a:lnSpc>
                <a:spcPct val="120000"/>
              </a:lnSpc>
              <a:buFont typeface="Arial" panose="020B0604020202020204" pitchFamily="34" charset="0"/>
              <a:buChar char="•"/>
              <a:defRPr sz="1400" spc="100" baseline="0">
                <a:solidFill>
                  <a:schemeClr val="bg1"/>
                </a:solidFill>
                <a:latin typeface="+mn-ea"/>
                <a:ea typeface="+mn-ea"/>
              </a:defRPr>
            </a:lvl1pPr>
          </a:lstStyle>
          <a:p>
            <a:pPr lvl="0"/>
            <a:r>
              <a:rPr lang="zh-CN" altLang="en-US" dirty="0"/>
              <a:t>这里可以写一点点文字，介绍此章节主要内容</a:t>
            </a:r>
            <a:endParaRPr lang="en-US" altLang="zh-CN" dirty="0"/>
          </a:p>
          <a:p>
            <a:pPr lvl="0"/>
            <a:r>
              <a:rPr lang="zh-CN" altLang="en-US" dirty="0"/>
              <a:t>国外现状</a:t>
            </a:r>
            <a:endParaRPr lang="en-US" altLang="zh-CN" dirty="0"/>
          </a:p>
          <a:p>
            <a:pPr lvl="0"/>
            <a:r>
              <a:rPr lang="zh-CN" altLang="en-US" dirty="0"/>
              <a:t>国内现状</a:t>
            </a:r>
            <a:endParaRPr lang="en-US" altLang="zh-CN" dirty="0"/>
          </a:p>
          <a:p>
            <a:pPr lvl="0"/>
            <a:r>
              <a:rPr lang="en-US" altLang="zh-CN" dirty="0"/>
              <a:t>…</a:t>
            </a:r>
          </a:p>
          <a:p>
            <a:pPr lvl="0"/>
            <a:endParaRPr lang="zh-CN" altLang="en-US" dirty="0"/>
          </a:p>
        </p:txBody>
      </p:sp>
      <p:sp>
        <p:nvSpPr>
          <p:cNvPr id="2" name="矩形 1">
            <a:extLst>
              <a:ext uri="{FF2B5EF4-FFF2-40B4-BE49-F238E27FC236}">
                <a16:creationId xmlns:a16="http://schemas.microsoft.com/office/drawing/2014/main" id="{AF65482F-D2BD-4FA5-8FA9-E44AB00F6475}"/>
              </a:ext>
            </a:extLst>
          </p:cNvPr>
          <p:cNvSpPr/>
          <p:nvPr userDrawn="1"/>
        </p:nvSpPr>
        <p:spPr>
          <a:xfrm>
            <a:off x="0" y="6167300"/>
            <a:ext cx="12192000" cy="690700"/>
          </a:xfrm>
          <a:prstGeom prst="rect">
            <a:avLst/>
          </a:prstGeom>
          <a:solidFill>
            <a:schemeClr val="bg1"/>
          </a:solidFill>
          <a:ln>
            <a:noFill/>
          </a:ln>
          <a:effectLst>
            <a:outerShdw blurRad="381000"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3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ea"/>
            </a:endParaRPr>
          </a:p>
        </p:txBody>
      </p:sp>
      <p:pic>
        <p:nvPicPr>
          <p:cNvPr id="143" name="图片 142"/>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203766" y="6386257"/>
            <a:ext cx="1257421" cy="276480"/>
          </a:xfrm>
          <a:prstGeom prst="rect">
            <a:avLst/>
          </a:prstGeom>
        </p:spPr>
      </p:pic>
      <p:grpSp>
        <p:nvGrpSpPr>
          <p:cNvPr id="85" name="组合 84"/>
          <p:cNvGrpSpPr/>
          <p:nvPr userDrawn="1"/>
        </p:nvGrpSpPr>
        <p:grpSpPr>
          <a:xfrm>
            <a:off x="694004" y="6394741"/>
            <a:ext cx="1931864" cy="235412"/>
            <a:chOff x="10272478" y="6308389"/>
            <a:chExt cx="1629576" cy="198576"/>
          </a:xfrm>
        </p:grpSpPr>
        <p:grpSp>
          <p:nvGrpSpPr>
            <p:cNvPr id="86" name="组合 85"/>
            <p:cNvGrpSpPr/>
            <p:nvPr userDrawn="1"/>
          </p:nvGrpSpPr>
          <p:grpSpPr>
            <a:xfrm>
              <a:off x="11216726" y="6310650"/>
              <a:ext cx="685328" cy="194486"/>
              <a:chOff x="2373567" y="1096524"/>
              <a:chExt cx="2578404" cy="731714"/>
            </a:xfrm>
          </p:grpSpPr>
          <p:sp>
            <p:nvSpPr>
              <p:cNvPr id="101"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102" name="Freeform 6">
                <a:extLst>
                  <a:ext uri="{FF2B5EF4-FFF2-40B4-BE49-F238E27FC236}">
                    <a16:creationId xmlns:a16="http://schemas.microsoft.com/office/drawing/2014/main" id="{CC1FA68D-3307-481A-8E89-D3CB2E8693F4}"/>
                  </a:ext>
                </a:extLst>
              </p:cNvPr>
              <p:cNvSpPr>
                <a:spLocks/>
              </p:cNvSpPr>
              <p:nvPr/>
            </p:nvSpPr>
            <p:spPr bwMode="auto">
              <a:xfrm>
                <a:off x="4620306" y="1235296"/>
                <a:ext cx="331665" cy="499207"/>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nvGrpSpPr>
              <p:cNvPr id="103" name="组合 102">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solidFill>
                <a:schemeClr val="accent3"/>
              </a:solidFill>
            </p:grpSpPr>
            <p:sp>
              <p:nvSpPr>
                <p:cNvPr id="108"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109"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104" name="组合 103">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solidFill>
                <a:schemeClr val="accent3"/>
              </a:solidFill>
            </p:grpSpPr>
            <p:sp>
              <p:nvSpPr>
                <p:cNvPr id="105"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106"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107"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grpSp>
          <p:nvGrpSpPr>
            <p:cNvPr id="87" name="组合 86"/>
            <p:cNvGrpSpPr/>
            <p:nvPr userDrawn="1"/>
          </p:nvGrpSpPr>
          <p:grpSpPr>
            <a:xfrm>
              <a:off x="10272478" y="6308389"/>
              <a:ext cx="716480" cy="198576"/>
              <a:chOff x="2372715" y="161759"/>
              <a:chExt cx="2695608" cy="747103"/>
            </a:xfrm>
          </p:grpSpPr>
          <p:grpSp>
            <p:nvGrpSpPr>
              <p:cNvPr id="88" name="组合 87">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solidFill>
                <a:schemeClr val="accent3"/>
              </a:solidFill>
            </p:grpSpPr>
            <p:sp>
              <p:nvSpPr>
                <p:cNvPr id="99"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100"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89" name="组合 88">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solidFill>
                <a:schemeClr val="accent3"/>
              </a:solidFill>
            </p:grpSpPr>
            <p:sp>
              <p:nvSpPr>
                <p:cNvPr id="97"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98"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90" name="组合 89">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solidFill>
                <a:schemeClr val="accent3"/>
              </a:solidFill>
            </p:grpSpPr>
            <p:sp>
              <p:nvSpPr>
                <p:cNvPr id="94"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95"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96"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nvGrpSpPr>
              <p:cNvPr id="91" name="组合 90"/>
              <p:cNvGrpSpPr/>
              <p:nvPr/>
            </p:nvGrpSpPr>
            <p:grpSpPr>
              <a:xfrm>
                <a:off x="4613362" y="313351"/>
                <a:ext cx="454961" cy="453362"/>
                <a:chOff x="11893465" y="1994536"/>
                <a:chExt cx="274986" cy="274018"/>
              </a:xfrm>
              <a:solidFill>
                <a:schemeClr val="accent3"/>
              </a:solidFill>
            </p:grpSpPr>
            <p:sp>
              <p:nvSpPr>
                <p:cNvPr id="92"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
              <p:nvSpPr>
                <p:cNvPr id="93"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grpSp>
        </p:grpSp>
      </p:grpSp>
    </p:spTree>
    <p:extLst>
      <p:ext uri="{BB962C8B-B14F-4D97-AF65-F5344CB8AC3E}">
        <p14:creationId xmlns:p14="http://schemas.microsoft.com/office/powerpoint/2010/main" val="77446636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样式1-常规">
    <p:spTree>
      <p:nvGrpSpPr>
        <p:cNvPr id="1" name=""/>
        <p:cNvGrpSpPr/>
        <p:nvPr/>
      </p:nvGrpSpPr>
      <p:grpSpPr>
        <a:xfrm>
          <a:off x="0" y="0"/>
          <a:ext cx="0" cy="0"/>
          <a:chOff x="0" y="0"/>
          <a:chExt cx="0" cy="0"/>
        </a:xfrm>
      </p:grpSpPr>
      <p:cxnSp>
        <p:nvCxnSpPr>
          <p:cNvPr id="2" name="直接连接符 1"/>
          <p:cNvCxnSpPr/>
          <p:nvPr userDrawn="1"/>
        </p:nvCxnSpPr>
        <p:spPr>
          <a:xfrm>
            <a:off x="1550089" y="863157"/>
            <a:ext cx="10318623"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a:extLst>
              <a:ext uri="{FF2B5EF4-FFF2-40B4-BE49-F238E27FC236}">
                <a16:creationId xmlns:a16="http://schemas.microsoft.com/office/drawing/2014/main" id="{C10D966C-9DD4-4144-A316-29077EB905B4}"/>
              </a:ext>
            </a:extLst>
          </p:cNvPr>
          <p:cNvSpPr/>
          <p:nvPr userDrawn="1"/>
        </p:nvSpPr>
        <p:spPr>
          <a:xfrm>
            <a:off x="318632" y="0"/>
            <a:ext cx="1048735" cy="873125"/>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606550"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a:extLst>
              <a:ext uri="{FF2B5EF4-FFF2-40B4-BE49-F238E27FC236}">
                <a16:creationId xmlns:a16="http://schemas.microsoft.com/office/drawing/2014/main" id="{6833366C-F485-4B9F-89F5-27A807162B12}"/>
              </a:ext>
            </a:extLst>
          </p:cNvPr>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sp>
        <p:nvSpPr>
          <p:cNvPr id="25" name="矩形 24">
            <a:extLst>
              <a:ext uri="{FF2B5EF4-FFF2-40B4-BE49-F238E27FC236}">
                <a16:creationId xmlns:a16="http://schemas.microsoft.com/office/drawing/2014/main" id="{C10D966C-9DD4-4144-A316-29077EB905B4}"/>
              </a:ext>
            </a:extLst>
          </p:cNvPr>
          <p:cNvSpPr/>
          <p:nvPr userDrawn="1"/>
        </p:nvSpPr>
        <p:spPr>
          <a:xfrm>
            <a:off x="1378908" y="-1612"/>
            <a:ext cx="167082" cy="874737"/>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pic>
        <p:nvPicPr>
          <p:cNvPr id="57" name="图片 56"/>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837818" y="347339"/>
            <a:ext cx="1969223" cy="432990"/>
          </a:xfrm>
          <a:prstGeom prst="rect">
            <a:avLst/>
          </a:prstGeom>
        </p:spPr>
      </p:pic>
      <p:cxnSp>
        <p:nvCxnSpPr>
          <p:cNvPr id="7" name="直接连接符 6"/>
          <p:cNvCxnSpPr/>
          <p:nvPr userDrawn="1"/>
        </p:nvCxnSpPr>
        <p:spPr>
          <a:xfrm>
            <a:off x="1366474" y="-17822"/>
            <a:ext cx="0" cy="107941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userDrawn="1"/>
        </p:nvCxnSpPr>
        <p:spPr>
          <a:xfrm>
            <a:off x="11155416" y="6119786"/>
            <a:ext cx="0" cy="76063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4" name="组合 83"/>
          <p:cNvGrpSpPr/>
          <p:nvPr userDrawn="1"/>
        </p:nvGrpSpPr>
        <p:grpSpPr>
          <a:xfrm>
            <a:off x="587288" y="6381747"/>
            <a:ext cx="2479573" cy="304965"/>
            <a:chOff x="671368" y="6061309"/>
            <a:chExt cx="2479573" cy="304965"/>
          </a:xfrm>
          <a:solidFill>
            <a:schemeClr val="bg1"/>
          </a:solidFill>
        </p:grpSpPr>
        <p:grpSp>
          <p:nvGrpSpPr>
            <p:cNvPr id="85" name="组合 84"/>
            <p:cNvGrpSpPr/>
            <p:nvPr userDrawn="1"/>
          </p:nvGrpSpPr>
          <p:grpSpPr>
            <a:xfrm>
              <a:off x="2098445" y="6064781"/>
              <a:ext cx="1052496" cy="298683"/>
              <a:chOff x="2373567" y="1096524"/>
              <a:chExt cx="2578404" cy="731714"/>
            </a:xfrm>
            <a:grpFill/>
          </p:grpSpPr>
          <p:sp>
            <p:nvSpPr>
              <p:cNvPr id="100"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1"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102" name="组合 101">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107"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8"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103" name="组合 102">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104"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5"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6"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86" name="组合 85"/>
            <p:cNvGrpSpPr/>
            <p:nvPr userDrawn="1"/>
          </p:nvGrpSpPr>
          <p:grpSpPr>
            <a:xfrm>
              <a:off x="671368" y="6061309"/>
              <a:ext cx="1100339" cy="304965"/>
              <a:chOff x="2372715" y="161759"/>
              <a:chExt cx="2695608" cy="747103"/>
            </a:xfrm>
            <a:grpFill/>
          </p:grpSpPr>
          <p:grpSp>
            <p:nvGrpSpPr>
              <p:cNvPr id="87" name="组合 86">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98"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9"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8" name="组合 87">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96"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7"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9" name="组合 88">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93"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4"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5"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0" name="组合 89"/>
              <p:cNvGrpSpPr/>
              <p:nvPr/>
            </p:nvGrpSpPr>
            <p:grpSpPr>
              <a:xfrm>
                <a:off x="4613362" y="313351"/>
                <a:ext cx="454961" cy="453362"/>
                <a:chOff x="11893465" y="1994536"/>
                <a:chExt cx="274986" cy="274018"/>
              </a:xfrm>
              <a:grpFill/>
            </p:grpSpPr>
            <p:sp>
              <p:nvSpPr>
                <p:cNvPr id="91"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2"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4288466795"/>
      </p:ext>
    </p:extLst>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内页样式1-一段一图-1">
    <p:spTree>
      <p:nvGrpSpPr>
        <p:cNvPr id="1" name=""/>
        <p:cNvGrpSpPr/>
        <p:nvPr/>
      </p:nvGrpSpPr>
      <p:grpSpPr>
        <a:xfrm>
          <a:off x="0" y="0"/>
          <a:ext cx="0" cy="0"/>
          <a:chOff x="0" y="0"/>
          <a:chExt cx="0" cy="0"/>
        </a:xfrm>
      </p:grpSpPr>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5" name="矩形 4">
            <a:extLst>
              <a:ext uri="{FF2B5EF4-FFF2-40B4-BE49-F238E27FC236}">
                <a16:creationId xmlns:a16="http://schemas.microsoft.com/office/drawing/2014/main" id="{6833366C-F485-4B9F-89F5-27A807162B12}"/>
              </a:ext>
            </a:extLst>
          </p:cNvPr>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19786"/>
            <a:ext cx="0" cy="76063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4" name="组合 83"/>
          <p:cNvGrpSpPr/>
          <p:nvPr userDrawn="1"/>
        </p:nvGrpSpPr>
        <p:grpSpPr>
          <a:xfrm>
            <a:off x="587288" y="6381747"/>
            <a:ext cx="2479573" cy="304965"/>
            <a:chOff x="671368" y="6061309"/>
            <a:chExt cx="2479573" cy="304965"/>
          </a:xfrm>
          <a:solidFill>
            <a:schemeClr val="bg1"/>
          </a:solidFill>
        </p:grpSpPr>
        <p:grpSp>
          <p:nvGrpSpPr>
            <p:cNvPr id="85" name="组合 84"/>
            <p:cNvGrpSpPr/>
            <p:nvPr userDrawn="1"/>
          </p:nvGrpSpPr>
          <p:grpSpPr>
            <a:xfrm>
              <a:off x="2098445" y="6064781"/>
              <a:ext cx="1052496" cy="298683"/>
              <a:chOff x="2373567" y="1096524"/>
              <a:chExt cx="2578404" cy="731714"/>
            </a:xfrm>
            <a:grpFill/>
          </p:grpSpPr>
          <p:sp>
            <p:nvSpPr>
              <p:cNvPr id="100"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1"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102" name="组合 101">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107"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8"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103" name="组合 102">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104"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5"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6"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86" name="组合 85"/>
            <p:cNvGrpSpPr/>
            <p:nvPr userDrawn="1"/>
          </p:nvGrpSpPr>
          <p:grpSpPr>
            <a:xfrm>
              <a:off x="671368" y="6061309"/>
              <a:ext cx="1100339" cy="304965"/>
              <a:chOff x="2372715" y="161759"/>
              <a:chExt cx="2695608" cy="747103"/>
            </a:xfrm>
            <a:grpFill/>
          </p:grpSpPr>
          <p:grpSp>
            <p:nvGrpSpPr>
              <p:cNvPr id="87" name="组合 86">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98"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9"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8" name="组合 87">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96"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7"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9" name="组合 88">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93"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4"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5"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0" name="组合 89"/>
              <p:cNvGrpSpPr/>
              <p:nvPr/>
            </p:nvGrpSpPr>
            <p:grpSpPr>
              <a:xfrm>
                <a:off x="4613362" y="313351"/>
                <a:ext cx="454961" cy="453362"/>
                <a:chOff x="11893465" y="1994536"/>
                <a:chExt cx="274986" cy="274018"/>
              </a:xfrm>
              <a:grpFill/>
            </p:grpSpPr>
            <p:sp>
              <p:nvSpPr>
                <p:cNvPr id="91"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2"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37" name="标题 11">
            <a:extLst>
              <a:ext uri="{FF2B5EF4-FFF2-40B4-BE49-F238E27FC236}">
                <a16:creationId xmlns:a16="http://schemas.microsoft.com/office/drawing/2014/main" id="{F740B2F3-F46E-47AE-8C0D-F561C0D52E87}"/>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919408701"/>
      </p:ext>
    </p:extLst>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内页样式1-一段一图-2">
    <p:spTree>
      <p:nvGrpSpPr>
        <p:cNvPr id="1" name=""/>
        <p:cNvGrpSpPr/>
        <p:nvPr/>
      </p:nvGrpSpPr>
      <p:grpSpPr>
        <a:xfrm>
          <a:off x="0" y="0"/>
          <a:ext cx="0" cy="0"/>
          <a:chOff x="0" y="0"/>
          <a:chExt cx="0" cy="0"/>
        </a:xfrm>
      </p:grpSpPr>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pic>
        <p:nvPicPr>
          <p:cNvPr id="57" name="图片 56"/>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837818" y="347339"/>
            <a:ext cx="1969223" cy="432990"/>
          </a:xfrm>
          <a:prstGeom prst="rect">
            <a:avLst/>
          </a:prstGeom>
        </p:spPr>
      </p:pic>
      <p:cxnSp>
        <p:nvCxnSpPr>
          <p:cNvPr id="5" name="直接连接符 4"/>
          <p:cNvCxnSpPr/>
          <p:nvPr userDrawn="1"/>
        </p:nvCxnSpPr>
        <p:spPr>
          <a:xfrm>
            <a:off x="11155416" y="6133167"/>
            <a:ext cx="0" cy="75617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5074108"/>
      </p:ext>
    </p:extLst>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内页样式2-常规">
    <p:spTree>
      <p:nvGrpSpPr>
        <p:cNvPr id="1" name=""/>
        <p:cNvGrpSpPr/>
        <p:nvPr/>
      </p:nvGrpSpPr>
      <p:grpSpPr>
        <a:xfrm>
          <a:off x="0" y="0"/>
          <a:ext cx="0" cy="0"/>
          <a:chOff x="0" y="0"/>
          <a:chExt cx="0" cy="0"/>
        </a:xfrm>
      </p:grpSpPr>
      <p:sp>
        <p:nvSpPr>
          <p:cNvPr id="12" name="标题 11"/>
          <p:cNvSpPr>
            <a:spLocks noGrp="1"/>
          </p:cNvSpPr>
          <p:nvPr>
            <p:ph type="title"/>
          </p:nvPr>
        </p:nvSpPr>
        <p:spPr>
          <a:xfrm>
            <a:off x="577850"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pic>
        <p:nvPicPr>
          <p:cNvPr id="57" name="图片 56"/>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790193" y="252089"/>
            <a:ext cx="1969223" cy="432990"/>
          </a:xfrm>
          <a:prstGeom prst="rect">
            <a:avLst/>
          </a:prstGeom>
        </p:spPr>
      </p:pic>
      <p:grpSp>
        <p:nvGrpSpPr>
          <p:cNvPr id="2" name="组合 1"/>
          <p:cNvGrpSpPr/>
          <p:nvPr userDrawn="1"/>
        </p:nvGrpSpPr>
        <p:grpSpPr>
          <a:xfrm>
            <a:off x="-9524" y="122428"/>
            <a:ext cx="559928" cy="699303"/>
            <a:chOff x="-9524" y="122428"/>
            <a:chExt cx="559928" cy="699303"/>
          </a:xfrm>
        </p:grpSpPr>
        <p:sp>
          <p:nvSpPr>
            <p:cNvPr id="85" name="任意多边形: 形状 56">
              <a:extLst>
                <a:ext uri="{FF2B5EF4-FFF2-40B4-BE49-F238E27FC236}">
                  <a16:creationId xmlns:a16="http://schemas.microsoft.com/office/drawing/2014/main" id="{77A3E9FF-E8D6-4864-AD9A-BC3E704158E7}"/>
                </a:ext>
              </a:extLst>
            </p:cNvPr>
            <p:cNvSpPr/>
            <p:nvPr userDrawn="1"/>
          </p:nvSpPr>
          <p:spPr>
            <a:xfrm>
              <a:off x="-9524" y="122428"/>
              <a:ext cx="559928" cy="699303"/>
            </a:xfrm>
            <a:custGeom>
              <a:avLst/>
              <a:gdLst>
                <a:gd name="connsiteX0" fmla="*/ 0 w 436410"/>
                <a:gd name="connsiteY0" fmla="*/ 0 h 895350"/>
                <a:gd name="connsiteX1" fmla="*/ 436410 w 436410"/>
                <a:gd name="connsiteY1" fmla="*/ 0 h 895350"/>
                <a:gd name="connsiteX2" fmla="*/ 250915 w 436410"/>
                <a:gd name="connsiteY2" fmla="*/ 895350 h 895350"/>
                <a:gd name="connsiteX3" fmla="*/ 0 w 436410"/>
                <a:gd name="connsiteY3" fmla="*/ 895350 h 895350"/>
              </a:gdLst>
              <a:ahLst/>
              <a:cxnLst>
                <a:cxn ang="0">
                  <a:pos x="connsiteX0" y="connsiteY0"/>
                </a:cxn>
                <a:cxn ang="0">
                  <a:pos x="connsiteX1" y="connsiteY1"/>
                </a:cxn>
                <a:cxn ang="0">
                  <a:pos x="connsiteX2" y="connsiteY2"/>
                </a:cxn>
                <a:cxn ang="0">
                  <a:pos x="connsiteX3" y="connsiteY3"/>
                </a:cxn>
              </a:cxnLst>
              <a:rect l="l" t="t" r="r" b="b"/>
              <a:pathLst>
                <a:path w="436410" h="895350">
                  <a:moveTo>
                    <a:pt x="0" y="0"/>
                  </a:moveTo>
                  <a:lnTo>
                    <a:pt x="436410" y="0"/>
                  </a:lnTo>
                  <a:lnTo>
                    <a:pt x="250915" y="895350"/>
                  </a:lnTo>
                  <a:lnTo>
                    <a:pt x="0" y="89535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任意多边形: 形状 57">
              <a:extLst>
                <a:ext uri="{FF2B5EF4-FFF2-40B4-BE49-F238E27FC236}">
                  <a16:creationId xmlns:a16="http://schemas.microsoft.com/office/drawing/2014/main" id="{0B39D90D-B980-4ADB-95FB-F043B008E76D}"/>
                </a:ext>
              </a:extLst>
            </p:cNvPr>
            <p:cNvSpPr/>
            <p:nvPr userDrawn="1"/>
          </p:nvSpPr>
          <p:spPr>
            <a:xfrm>
              <a:off x="417309" y="379233"/>
              <a:ext cx="96622" cy="221903"/>
            </a:xfrm>
            <a:custGeom>
              <a:avLst/>
              <a:gdLst>
                <a:gd name="connsiteX0" fmla="*/ 144879 w 185359"/>
                <a:gd name="connsiteY0" fmla="*/ 0 h 699303"/>
                <a:gd name="connsiteX1" fmla="*/ 185359 w 185359"/>
                <a:gd name="connsiteY1" fmla="*/ 0 h 699303"/>
                <a:gd name="connsiteX2" fmla="*/ 40480 w 185359"/>
                <a:gd name="connsiteY2" fmla="*/ 699303 h 699303"/>
                <a:gd name="connsiteX3" fmla="*/ 0 w 185359"/>
                <a:gd name="connsiteY3" fmla="*/ 699303 h 699303"/>
              </a:gdLst>
              <a:ahLst/>
              <a:cxnLst>
                <a:cxn ang="0">
                  <a:pos x="connsiteX0" y="connsiteY0"/>
                </a:cxn>
                <a:cxn ang="0">
                  <a:pos x="connsiteX1" y="connsiteY1"/>
                </a:cxn>
                <a:cxn ang="0">
                  <a:pos x="connsiteX2" y="connsiteY2"/>
                </a:cxn>
                <a:cxn ang="0">
                  <a:pos x="connsiteX3" y="connsiteY3"/>
                </a:cxn>
              </a:cxnLst>
              <a:rect l="l" t="t" r="r" b="b"/>
              <a:pathLst>
                <a:path w="185359" h="699303">
                  <a:moveTo>
                    <a:pt x="144879" y="0"/>
                  </a:moveTo>
                  <a:lnTo>
                    <a:pt x="185359" y="0"/>
                  </a:lnTo>
                  <a:lnTo>
                    <a:pt x="40480" y="699303"/>
                  </a:lnTo>
                  <a:lnTo>
                    <a:pt x="0" y="699303"/>
                  </a:lnTo>
                  <a:close/>
                </a:path>
              </a:pathLst>
            </a:cu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87" name="直接连接符 86">
            <a:extLst>
              <a:ext uri="{FF2B5EF4-FFF2-40B4-BE49-F238E27FC236}">
                <a16:creationId xmlns:a16="http://schemas.microsoft.com/office/drawing/2014/main" id="{1375EC85-F9E6-44D2-9F15-53B5B6F75476}"/>
              </a:ext>
            </a:extLst>
          </p:cNvPr>
          <p:cNvCxnSpPr>
            <a:cxnSpLocks/>
          </p:cNvCxnSpPr>
          <p:nvPr userDrawn="1"/>
        </p:nvCxnSpPr>
        <p:spPr>
          <a:xfrm>
            <a:off x="442913" y="821731"/>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8" name="矩形 87">
            <a:extLst>
              <a:ext uri="{FF2B5EF4-FFF2-40B4-BE49-F238E27FC236}">
                <a16:creationId xmlns:a16="http://schemas.microsoft.com/office/drawing/2014/main" id="{CE6666C3-355D-4A5C-A830-6BBD90D5F1FE}"/>
              </a:ext>
            </a:extLst>
          </p:cNvPr>
          <p:cNvSpPr/>
          <p:nvPr userDrawn="1"/>
        </p:nvSpPr>
        <p:spPr>
          <a:xfrm>
            <a:off x="12146281" y="336478"/>
            <a:ext cx="45719" cy="26597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0" name="直接连接符 89">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83" name="组合 82"/>
          <p:cNvGrpSpPr/>
          <p:nvPr userDrawn="1"/>
        </p:nvGrpSpPr>
        <p:grpSpPr>
          <a:xfrm>
            <a:off x="587288" y="6381747"/>
            <a:ext cx="2479573" cy="304965"/>
            <a:chOff x="671368" y="6061309"/>
            <a:chExt cx="2479573" cy="304965"/>
          </a:xfrm>
          <a:solidFill>
            <a:schemeClr val="accent3"/>
          </a:solidFill>
        </p:grpSpPr>
        <p:grpSp>
          <p:nvGrpSpPr>
            <p:cNvPr id="84" name="组合 83"/>
            <p:cNvGrpSpPr/>
            <p:nvPr userDrawn="1"/>
          </p:nvGrpSpPr>
          <p:grpSpPr>
            <a:xfrm>
              <a:off x="2098445" y="6064781"/>
              <a:ext cx="1052496" cy="298683"/>
              <a:chOff x="2373567" y="1096524"/>
              <a:chExt cx="2578404" cy="731714"/>
            </a:xfrm>
            <a:grpFill/>
          </p:grpSpPr>
          <p:sp>
            <p:nvSpPr>
              <p:cNvPr id="104"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5"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106" name="组合 105">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111"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12"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107" name="组合 106">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108"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9"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10"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89" name="组合 88"/>
            <p:cNvGrpSpPr/>
            <p:nvPr userDrawn="1"/>
          </p:nvGrpSpPr>
          <p:grpSpPr>
            <a:xfrm>
              <a:off x="671368" y="6061309"/>
              <a:ext cx="1100339" cy="304965"/>
              <a:chOff x="2372715" y="161759"/>
              <a:chExt cx="2695608" cy="747103"/>
            </a:xfrm>
            <a:grpFill/>
          </p:grpSpPr>
          <p:grpSp>
            <p:nvGrpSpPr>
              <p:cNvPr id="91" name="组合 90">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102"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3"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2" name="组合 91">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100"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1"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3" name="组合 92">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97"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8"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9"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4" name="组合 93"/>
              <p:cNvGrpSpPr/>
              <p:nvPr/>
            </p:nvGrpSpPr>
            <p:grpSpPr>
              <a:xfrm>
                <a:off x="4613362" y="313351"/>
                <a:ext cx="454961" cy="453362"/>
                <a:chOff x="11893465" y="1994536"/>
                <a:chExt cx="274986" cy="274018"/>
              </a:xfrm>
              <a:grpFill/>
            </p:grpSpPr>
            <p:sp>
              <p:nvSpPr>
                <p:cNvPr id="9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538348956"/>
      </p:ext>
    </p:extLst>
  </p:cSld>
  <p:clrMapOvr>
    <a:masterClrMapping/>
  </p:clrMapOvr>
  <p:transition spd="med">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内页样式2-一段一图-1">
    <p:spTree>
      <p:nvGrpSpPr>
        <p:cNvPr id="1" name=""/>
        <p:cNvGrpSpPr/>
        <p:nvPr/>
      </p:nvGrpSpPr>
      <p:grpSpPr>
        <a:xfrm>
          <a:off x="0" y="0"/>
          <a:ext cx="0" cy="0"/>
          <a:chOff x="0" y="0"/>
          <a:chExt cx="0" cy="0"/>
        </a:xfrm>
      </p:grpSpPr>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90" name="直接连接符 89">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83" name="组合 82"/>
          <p:cNvGrpSpPr/>
          <p:nvPr userDrawn="1"/>
        </p:nvGrpSpPr>
        <p:grpSpPr>
          <a:xfrm>
            <a:off x="587288" y="6381747"/>
            <a:ext cx="2479573" cy="304965"/>
            <a:chOff x="671368" y="6061309"/>
            <a:chExt cx="2479573" cy="304965"/>
          </a:xfrm>
          <a:solidFill>
            <a:schemeClr val="accent3"/>
          </a:solidFill>
        </p:grpSpPr>
        <p:grpSp>
          <p:nvGrpSpPr>
            <p:cNvPr id="84" name="组合 83"/>
            <p:cNvGrpSpPr/>
            <p:nvPr userDrawn="1"/>
          </p:nvGrpSpPr>
          <p:grpSpPr>
            <a:xfrm>
              <a:off x="2098445" y="6064781"/>
              <a:ext cx="1052496" cy="298683"/>
              <a:chOff x="2373567" y="1096524"/>
              <a:chExt cx="2578404" cy="731714"/>
            </a:xfrm>
            <a:grpFill/>
          </p:grpSpPr>
          <p:sp>
            <p:nvSpPr>
              <p:cNvPr id="104"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5"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106" name="组合 105">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111"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12"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107" name="组合 106">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108"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9"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10"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89" name="组合 88"/>
            <p:cNvGrpSpPr/>
            <p:nvPr userDrawn="1"/>
          </p:nvGrpSpPr>
          <p:grpSpPr>
            <a:xfrm>
              <a:off x="671368" y="6061309"/>
              <a:ext cx="1100339" cy="304965"/>
              <a:chOff x="2372715" y="161759"/>
              <a:chExt cx="2695608" cy="747103"/>
            </a:xfrm>
            <a:grpFill/>
          </p:grpSpPr>
          <p:grpSp>
            <p:nvGrpSpPr>
              <p:cNvPr id="91" name="组合 90">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102"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3"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2" name="组合 91">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100"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1"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3" name="组合 92">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97"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8"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9"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94" name="组合 93"/>
              <p:cNvGrpSpPr/>
              <p:nvPr/>
            </p:nvGrpSpPr>
            <p:grpSpPr>
              <a:xfrm>
                <a:off x="4613362" y="313351"/>
                <a:ext cx="454961" cy="453362"/>
                <a:chOff x="11893465" y="1994536"/>
                <a:chExt cx="274986" cy="274018"/>
              </a:xfrm>
              <a:grpFill/>
            </p:grpSpPr>
            <p:sp>
              <p:nvSpPr>
                <p:cNvPr id="9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36" name="标题 11">
            <a:extLst>
              <a:ext uri="{FF2B5EF4-FFF2-40B4-BE49-F238E27FC236}">
                <a16:creationId xmlns:a16="http://schemas.microsoft.com/office/drawing/2014/main" id="{C75E756C-98CD-4DE4-BB41-9C72D0D63F70}"/>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2712583941"/>
      </p:ext>
    </p:extLst>
  </p:cSld>
  <p:clrMapOvr>
    <a:masterClrMapping/>
  </p:clrMapOvr>
  <p:transition spd="med">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页样式2-一段一图-2">
    <p:spTree>
      <p:nvGrpSpPr>
        <p:cNvPr id="1" name=""/>
        <p:cNvGrpSpPr/>
        <p:nvPr/>
      </p:nvGrpSpPr>
      <p:grpSpPr>
        <a:xfrm>
          <a:off x="0" y="0"/>
          <a:ext cx="0" cy="0"/>
          <a:chOff x="0" y="0"/>
          <a:chExt cx="0" cy="0"/>
        </a:xfrm>
      </p:grpSpPr>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sp>
        <p:nvSpPr>
          <p:cNvPr id="88" name="矩形 87">
            <a:extLst>
              <a:ext uri="{FF2B5EF4-FFF2-40B4-BE49-F238E27FC236}">
                <a16:creationId xmlns:a16="http://schemas.microsoft.com/office/drawing/2014/main" id="{CE6666C3-355D-4A5C-A830-6BBD90D5F1FE}"/>
              </a:ext>
            </a:extLst>
          </p:cNvPr>
          <p:cNvSpPr/>
          <p:nvPr userDrawn="1"/>
        </p:nvSpPr>
        <p:spPr>
          <a:xfrm>
            <a:off x="12146281" y="336478"/>
            <a:ext cx="45719" cy="26597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790193" y="252089"/>
            <a:ext cx="1969223" cy="432990"/>
          </a:xfrm>
          <a:prstGeom prst="rect">
            <a:avLst/>
          </a:prstGeom>
        </p:spPr>
      </p:pic>
    </p:spTree>
    <p:extLst>
      <p:ext uri="{BB962C8B-B14F-4D97-AF65-F5344CB8AC3E}">
        <p14:creationId xmlns:p14="http://schemas.microsoft.com/office/powerpoint/2010/main" val="2981761913"/>
      </p:ext>
    </p:extLst>
  </p:cSld>
  <p:clrMapOvr>
    <a:masterClrMapping/>
  </p:clrMapOvr>
  <p:transition spd="med">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页样式3-常规">
    <p:spTree>
      <p:nvGrpSpPr>
        <p:cNvPr id="1" name=""/>
        <p:cNvGrpSpPr/>
        <p:nvPr/>
      </p:nvGrpSpPr>
      <p:grpSpPr>
        <a:xfrm>
          <a:off x="0" y="0"/>
          <a:ext cx="0" cy="0"/>
          <a:chOff x="0" y="0"/>
          <a:chExt cx="0" cy="0"/>
        </a:xfrm>
      </p:grpSpPr>
      <p:sp>
        <p:nvSpPr>
          <p:cNvPr id="32" name="任意多边形: 形状 77">
            <a:extLst>
              <a:ext uri="{FF2B5EF4-FFF2-40B4-BE49-F238E27FC236}">
                <a16:creationId xmlns:a16="http://schemas.microsoft.com/office/drawing/2014/main" id="{234BC7E1-028A-4463-99ED-1994A3ADEC14}"/>
              </a:ext>
            </a:extLst>
          </p:cNvPr>
          <p:cNvSpPr/>
          <p:nvPr userDrawn="1"/>
        </p:nvSpPr>
        <p:spPr>
          <a:xfrm>
            <a:off x="10114068" y="210207"/>
            <a:ext cx="2789025" cy="573228"/>
          </a:xfrm>
          <a:custGeom>
            <a:avLst/>
            <a:gdLst>
              <a:gd name="connsiteX0" fmla="*/ 83399 w 1678507"/>
              <a:gd name="connsiteY0" fmla="*/ 0 h 573228"/>
              <a:gd name="connsiteX1" fmla="*/ 1678507 w 1678507"/>
              <a:gd name="connsiteY1" fmla="*/ 0 h 573228"/>
              <a:gd name="connsiteX2" fmla="*/ 1678507 w 1678507"/>
              <a:gd name="connsiteY2" fmla="*/ 573228 h 573228"/>
              <a:gd name="connsiteX3" fmla="*/ 0 w 1678507"/>
              <a:gd name="connsiteY3" fmla="*/ 573228 h 573228"/>
            </a:gdLst>
            <a:ahLst/>
            <a:cxnLst>
              <a:cxn ang="0">
                <a:pos x="connsiteX0" y="connsiteY0"/>
              </a:cxn>
              <a:cxn ang="0">
                <a:pos x="connsiteX1" y="connsiteY1"/>
              </a:cxn>
              <a:cxn ang="0">
                <a:pos x="connsiteX2" y="connsiteY2"/>
              </a:cxn>
              <a:cxn ang="0">
                <a:pos x="connsiteX3" y="connsiteY3"/>
              </a:cxn>
            </a:cxnLst>
            <a:rect l="l" t="t" r="r" b="b"/>
            <a:pathLst>
              <a:path w="1678507" h="573228">
                <a:moveTo>
                  <a:pt x="83399" y="0"/>
                </a:moveTo>
                <a:lnTo>
                  <a:pt x="1678507" y="0"/>
                </a:lnTo>
                <a:lnTo>
                  <a:pt x="1678507" y="573228"/>
                </a:lnTo>
                <a:lnTo>
                  <a:pt x="0" y="573228"/>
                </a:lnTo>
                <a:close/>
              </a:path>
            </a:pathLst>
          </a:custGeom>
          <a:solidFill>
            <a:schemeClr val="accent1"/>
          </a:solidFill>
          <a:ln>
            <a:noFill/>
          </a:ln>
        </p:spPr>
        <p:style>
          <a:lnRef idx="2">
            <a:schemeClr val="accent3">
              <a:shade val="50000"/>
            </a:schemeClr>
          </a:lnRef>
          <a:fillRef idx="1">
            <a:schemeClr val="accent3"/>
          </a:fillRef>
          <a:effectRef idx="0">
            <a:schemeClr val="accent3"/>
          </a:effectRef>
          <a:fontRef idx="minor">
            <a:schemeClr val="lt1"/>
          </a:fontRef>
        </p:style>
        <p:txBody>
          <a:bodyPr wrap="square" rtlCol="0" anchor="ctr">
            <a:noAutofit/>
          </a:bodyPr>
          <a:lstStyle/>
          <a:p>
            <a:pPr algn="ctr">
              <a:lnSpc>
                <a:spcPct val="120000"/>
              </a:lnSpc>
            </a:pPr>
            <a:endParaRPr lang="zh-CN" altLang="en-US" dirty="0">
              <a:cs typeface="+mn-ea"/>
              <a:sym typeface="+mn-lt"/>
            </a:endParaRPr>
          </a:p>
        </p:txBody>
      </p:sp>
      <p:sp>
        <p:nvSpPr>
          <p:cNvPr id="4" name="平行四边形 3">
            <a:extLst>
              <a:ext uri="{FF2B5EF4-FFF2-40B4-BE49-F238E27FC236}">
                <a16:creationId xmlns:a16="http://schemas.microsoft.com/office/drawing/2014/main" id="{91BC6857-420C-4F20-ABBF-78DDE1D9F36B}"/>
              </a:ext>
            </a:extLst>
          </p:cNvPr>
          <p:cNvSpPr/>
          <p:nvPr userDrawn="1"/>
        </p:nvSpPr>
        <p:spPr>
          <a:xfrm>
            <a:off x="198120" y="302341"/>
            <a:ext cx="746398" cy="342128"/>
          </a:xfrm>
          <a:prstGeom prst="parallelogram">
            <a:avLst>
              <a:gd name="adj" fmla="val 25000"/>
            </a:avLst>
          </a:prstGeom>
          <a:solidFill>
            <a:schemeClr val="accent4"/>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lnSpc>
                <a:spcPct val="120000"/>
              </a:lnSpc>
            </a:pPr>
            <a:endParaRPr lang="zh-CN" altLang="en-US">
              <a:cs typeface="+mn-ea"/>
              <a:sym typeface="+mn-lt"/>
            </a:endParaRPr>
          </a:p>
        </p:txBody>
      </p:sp>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96" name="直接连接符 95">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标题 11"/>
          <p:cNvSpPr>
            <a:spLocks noGrp="1"/>
          </p:cNvSpPr>
          <p:nvPr>
            <p:ph type="title"/>
          </p:nvPr>
        </p:nvSpPr>
        <p:spPr>
          <a:xfrm>
            <a:off x="949325"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pic>
        <p:nvPicPr>
          <p:cNvPr id="98" name="图片 97"/>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277475" y="241566"/>
            <a:ext cx="1819275" cy="509219"/>
          </a:xfrm>
          <a:prstGeom prst="rect">
            <a:avLst/>
          </a:prstGeom>
        </p:spPr>
      </p:pic>
      <p:grpSp>
        <p:nvGrpSpPr>
          <p:cNvPr id="33" name="组合 32"/>
          <p:cNvGrpSpPr/>
          <p:nvPr userDrawn="1"/>
        </p:nvGrpSpPr>
        <p:grpSpPr>
          <a:xfrm>
            <a:off x="587288" y="6381747"/>
            <a:ext cx="2479573" cy="304965"/>
            <a:chOff x="671368" y="6061309"/>
            <a:chExt cx="2479573" cy="304965"/>
          </a:xfrm>
          <a:solidFill>
            <a:schemeClr val="accent3"/>
          </a:solidFill>
        </p:grpSpPr>
        <p:grpSp>
          <p:nvGrpSpPr>
            <p:cNvPr id="34" name="组合 33"/>
            <p:cNvGrpSpPr/>
            <p:nvPr userDrawn="1"/>
          </p:nvGrpSpPr>
          <p:grpSpPr>
            <a:xfrm>
              <a:off x="2098445" y="6064781"/>
              <a:ext cx="1052496" cy="298683"/>
              <a:chOff x="2373567" y="1096524"/>
              <a:chExt cx="2578404" cy="731714"/>
            </a:xfrm>
            <a:grpFill/>
          </p:grpSpPr>
          <p:sp>
            <p:nvSpPr>
              <p:cNvPr id="49"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0"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1" name="组合 50">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56"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7"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2" name="组合 51">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3"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5"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5" name="组合 34"/>
            <p:cNvGrpSpPr/>
            <p:nvPr userDrawn="1"/>
          </p:nvGrpSpPr>
          <p:grpSpPr>
            <a:xfrm>
              <a:off x="671368" y="6061309"/>
              <a:ext cx="1100339" cy="304965"/>
              <a:chOff x="2372715" y="161759"/>
              <a:chExt cx="2695608" cy="747103"/>
            </a:xfrm>
            <a:grpFill/>
          </p:grpSpPr>
          <p:grpSp>
            <p:nvGrpSpPr>
              <p:cNvPr id="36" name="组合 35">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47"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8"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7" name="组合 36">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45"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6"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8" name="组合 37">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2"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3"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4"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9" name="组合 38"/>
              <p:cNvGrpSpPr/>
              <p:nvPr/>
            </p:nvGrpSpPr>
            <p:grpSpPr>
              <a:xfrm>
                <a:off x="4613362" y="313351"/>
                <a:ext cx="454961" cy="453362"/>
                <a:chOff x="11893465" y="1994536"/>
                <a:chExt cx="274986" cy="274018"/>
              </a:xfrm>
              <a:grpFill/>
            </p:grpSpPr>
            <p:sp>
              <p:nvSpPr>
                <p:cNvPr id="40"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1"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663842361"/>
      </p:ext>
    </p:extLst>
  </p:cSld>
  <p:clrMapOvr>
    <a:masterClrMapping/>
  </p:clrMapOvr>
  <p:transition spd="med">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页样式3-一段一图-1">
    <p:spTree>
      <p:nvGrpSpPr>
        <p:cNvPr id="1" name=""/>
        <p:cNvGrpSpPr/>
        <p:nvPr/>
      </p:nvGrpSpPr>
      <p:grpSpPr>
        <a:xfrm>
          <a:off x="0" y="0"/>
          <a:ext cx="0" cy="0"/>
          <a:chOff x="0" y="0"/>
          <a:chExt cx="0" cy="0"/>
        </a:xfrm>
      </p:grpSpPr>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96" name="直接连接符 95">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标题 11"/>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grpSp>
        <p:nvGrpSpPr>
          <p:cNvPr id="33" name="组合 32"/>
          <p:cNvGrpSpPr/>
          <p:nvPr userDrawn="1"/>
        </p:nvGrpSpPr>
        <p:grpSpPr>
          <a:xfrm>
            <a:off x="587288" y="6381747"/>
            <a:ext cx="2479573" cy="304965"/>
            <a:chOff x="671368" y="6061309"/>
            <a:chExt cx="2479573" cy="304965"/>
          </a:xfrm>
          <a:solidFill>
            <a:schemeClr val="accent3"/>
          </a:solidFill>
        </p:grpSpPr>
        <p:grpSp>
          <p:nvGrpSpPr>
            <p:cNvPr id="34" name="组合 33"/>
            <p:cNvGrpSpPr/>
            <p:nvPr userDrawn="1"/>
          </p:nvGrpSpPr>
          <p:grpSpPr>
            <a:xfrm>
              <a:off x="2098445" y="6064781"/>
              <a:ext cx="1052496" cy="298683"/>
              <a:chOff x="2373567" y="1096524"/>
              <a:chExt cx="2578404" cy="731714"/>
            </a:xfrm>
            <a:grpFill/>
          </p:grpSpPr>
          <p:sp>
            <p:nvSpPr>
              <p:cNvPr id="49"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0"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1" name="组合 50">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56"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7"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2" name="组合 51">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3"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5"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5" name="组合 34"/>
            <p:cNvGrpSpPr/>
            <p:nvPr userDrawn="1"/>
          </p:nvGrpSpPr>
          <p:grpSpPr>
            <a:xfrm>
              <a:off x="671368" y="6061309"/>
              <a:ext cx="1100339" cy="304965"/>
              <a:chOff x="2372715" y="161759"/>
              <a:chExt cx="2695608" cy="747103"/>
            </a:xfrm>
            <a:grpFill/>
          </p:grpSpPr>
          <p:grpSp>
            <p:nvGrpSpPr>
              <p:cNvPr id="36" name="组合 35">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47"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8"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7" name="组合 36">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45"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6"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8" name="组合 37">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2"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3"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4"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9" name="组合 38"/>
              <p:cNvGrpSpPr/>
              <p:nvPr/>
            </p:nvGrpSpPr>
            <p:grpSpPr>
              <a:xfrm>
                <a:off x="4613362" y="313351"/>
                <a:ext cx="454961" cy="453362"/>
                <a:chOff x="11893465" y="1994536"/>
                <a:chExt cx="274986" cy="274018"/>
              </a:xfrm>
              <a:grpFill/>
            </p:grpSpPr>
            <p:sp>
              <p:nvSpPr>
                <p:cNvPr id="40"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1"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2806187796"/>
      </p:ext>
    </p:extLst>
  </p:cSld>
  <p:clrMapOvr>
    <a:masterClrMapping/>
  </p:clrMapOvr>
  <p:transition spd="med">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内页样式４-常规">
    <p:spTree>
      <p:nvGrpSpPr>
        <p:cNvPr id="1" name=""/>
        <p:cNvGrpSpPr/>
        <p:nvPr/>
      </p:nvGrpSpPr>
      <p:grpSpPr>
        <a:xfrm>
          <a:off x="0" y="0"/>
          <a:ext cx="0" cy="0"/>
          <a:chOff x="0" y="0"/>
          <a:chExt cx="0" cy="0"/>
        </a:xfrm>
      </p:grpSpPr>
      <p:cxnSp>
        <p:nvCxnSpPr>
          <p:cNvPr id="2" name="直接连接符 1"/>
          <p:cNvCxnSpPr/>
          <p:nvPr userDrawn="1"/>
        </p:nvCxnSpPr>
        <p:spPr>
          <a:xfrm>
            <a:off x="1366474" y="863157"/>
            <a:ext cx="10502238"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a:extLst>
              <a:ext uri="{FF2B5EF4-FFF2-40B4-BE49-F238E27FC236}">
                <a16:creationId xmlns:a16="http://schemas.microsoft.com/office/drawing/2014/main" id="{C10D966C-9DD4-4144-A316-29077EB905B4}"/>
              </a:ext>
            </a:extLst>
          </p:cNvPr>
          <p:cNvSpPr/>
          <p:nvPr userDrawn="1"/>
        </p:nvSpPr>
        <p:spPr>
          <a:xfrm>
            <a:off x="318632" y="0"/>
            <a:ext cx="1048735" cy="873125"/>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368806"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a:extLst>
              <a:ext uri="{FF2B5EF4-FFF2-40B4-BE49-F238E27FC236}">
                <a16:creationId xmlns:a16="http://schemas.microsoft.com/office/drawing/2014/main" id="{6833366C-F485-4B9F-89F5-27A807162B12}"/>
              </a:ext>
            </a:extLst>
          </p:cNvPr>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6632" y="6351003"/>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图片 14"/>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409575" y="6269038"/>
            <a:ext cx="1817688"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23763062"/>
      </p:ext>
    </p:extLst>
  </p:cSld>
  <p:clrMapOvr>
    <a:masterClrMapping/>
  </p:clrMapOvr>
  <p:transition spd="med">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内页样式４-一段一图-1">
    <p:spTree>
      <p:nvGrpSpPr>
        <p:cNvPr id="1" name=""/>
        <p:cNvGrpSpPr/>
        <p:nvPr/>
      </p:nvGrpSpPr>
      <p:grpSpPr>
        <a:xfrm>
          <a:off x="0" y="0"/>
          <a:ext cx="0" cy="0"/>
          <a:chOff x="0" y="0"/>
          <a:chExt cx="0" cy="0"/>
        </a:xfrm>
      </p:grpSpPr>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5" name="矩形 4">
            <a:extLst>
              <a:ext uri="{FF2B5EF4-FFF2-40B4-BE49-F238E27FC236}">
                <a16:creationId xmlns:a16="http://schemas.microsoft.com/office/drawing/2014/main" id="{6833366C-F485-4B9F-89F5-27A807162B12}"/>
              </a:ext>
            </a:extLst>
          </p:cNvPr>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6632" y="6351003"/>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60" name="图片 14"/>
          <p:cNvPicPr>
            <a:picLocks noChangeAspect="1"/>
          </p:cNvPicPr>
          <p:nvPr userDrawn="1"/>
        </p:nvPicPr>
        <p:blipFill>
          <a:blip r:embed="rId2" cstate="print">
            <a:extLst>
              <a:ext uri="{28A0092B-C50C-407E-A947-70E740481C1C}">
                <a14:useLocalDpi xmlns:a14="http://schemas.microsoft.com/office/drawing/2010/main"/>
              </a:ext>
            </a:extLst>
          </a:blip>
          <a:srcRect/>
          <a:stretch>
            <a:fillRect/>
          </a:stretch>
        </p:blipFill>
        <p:spPr bwMode="auto">
          <a:xfrm>
            <a:off x="409575" y="6269038"/>
            <a:ext cx="1817688"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标题 11">
            <a:extLst>
              <a:ext uri="{FF2B5EF4-FFF2-40B4-BE49-F238E27FC236}">
                <a16:creationId xmlns:a16="http://schemas.microsoft.com/office/drawing/2014/main" id="{B751A2AD-C679-48C2-AFF3-1AB781A3D02A}"/>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1430968669"/>
      </p:ext>
    </p:extLst>
  </p:cSld>
  <p:clrMapOvr>
    <a:masterClrMapping/>
  </p:clrMapOvr>
  <p:transition spd="med">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内页样式４-一段一图-2">
    <p:spTree>
      <p:nvGrpSpPr>
        <p:cNvPr id="1" name=""/>
        <p:cNvGrpSpPr/>
        <p:nvPr/>
      </p:nvGrpSpPr>
      <p:grpSpPr>
        <a:xfrm>
          <a:off x="0" y="0"/>
          <a:ext cx="0" cy="0"/>
          <a:chOff x="0" y="0"/>
          <a:chExt cx="0" cy="0"/>
        </a:xfrm>
      </p:grpSpPr>
      <p:cxnSp>
        <p:nvCxnSpPr>
          <p:cNvPr id="2" name="直接连接符 1"/>
          <p:cNvCxnSpPr/>
          <p:nvPr userDrawn="1"/>
        </p:nvCxnSpPr>
        <p:spPr>
          <a:xfrm>
            <a:off x="10185149" y="863157"/>
            <a:ext cx="1683563"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a:extLst>
              <a:ext uri="{FF2B5EF4-FFF2-40B4-BE49-F238E27FC236}">
                <a16:creationId xmlns:a16="http://schemas.microsoft.com/office/drawing/2014/main" id="{6833366C-F485-4B9F-89F5-27A807162B12}"/>
              </a:ext>
            </a:extLst>
          </p:cNvPr>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64050805"/>
      </p:ext>
    </p:extLst>
  </p:cSld>
  <p:clrMapOvr>
    <a:masterClrMapping/>
  </p:clrMapOvr>
  <p:transition spd="med">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内页样式5-常规">
    <p:spTree>
      <p:nvGrpSpPr>
        <p:cNvPr id="1" name=""/>
        <p:cNvGrpSpPr/>
        <p:nvPr/>
      </p:nvGrpSpPr>
      <p:grpSpPr>
        <a:xfrm>
          <a:off x="0" y="0"/>
          <a:ext cx="0" cy="0"/>
          <a:chOff x="0" y="0"/>
          <a:chExt cx="0" cy="0"/>
        </a:xfrm>
      </p:grpSpPr>
      <p:sp>
        <p:nvSpPr>
          <p:cNvPr id="12" name="标题 11"/>
          <p:cNvSpPr>
            <a:spLocks noGrp="1"/>
          </p:cNvSpPr>
          <p:nvPr>
            <p:ph type="title"/>
          </p:nvPr>
        </p:nvSpPr>
        <p:spPr>
          <a:xfrm>
            <a:off x="749863"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pic>
        <p:nvPicPr>
          <p:cNvPr id="57" name="图片 56"/>
          <p:cNvPicPr>
            <a:picLocks noChangeAspect="1"/>
          </p:cNvPicPr>
          <p:nvPr userDrawn="1"/>
        </p:nvPicPr>
        <p:blipFill rotWithShape="1">
          <a:blip r:embed="rId2" cstate="print">
            <a:extLst>
              <a:ext uri="{28A0092B-C50C-407E-A947-70E740481C1C}">
                <a14:useLocalDpi xmlns:a14="http://schemas.microsoft.com/office/drawing/2010/main"/>
              </a:ext>
            </a:extLst>
          </a:blip>
          <a:srcRect l="-333"/>
          <a:stretch/>
        </p:blipFill>
        <p:spPr>
          <a:xfrm>
            <a:off x="11282579" y="252089"/>
            <a:ext cx="432990" cy="432990"/>
          </a:xfrm>
          <a:prstGeom prst="rect">
            <a:avLst/>
          </a:prstGeom>
        </p:spPr>
      </p:pic>
      <p:cxnSp>
        <p:nvCxnSpPr>
          <p:cNvPr id="87" name="直接连接符 86">
            <a:extLst>
              <a:ext uri="{FF2B5EF4-FFF2-40B4-BE49-F238E27FC236}">
                <a16:creationId xmlns:a16="http://schemas.microsoft.com/office/drawing/2014/main" id="{1375EC85-F9E6-44D2-9F15-53B5B6F75476}"/>
              </a:ext>
            </a:extLst>
          </p:cNvPr>
          <p:cNvCxnSpPr>
            <a:cxnSpLocks/>
          </p:cNvCxnSpPr>
          <p:nvPr userDrawn="1"/>
        </p:nvCxnSpPr>
        <p:spPr>
          <a:xfrm>
            <a:off x="442913" y="821731"/>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userDrawn="1"/>
        </p:nvGrpSpPr>
        <p:grpSpPr>
          <a:xfrm>
            <a:off x="-511603" y="253621"/>
            <a:ext cx="1221064" cy="438825"/>
            <a:chOff x="-529708" y="381991"/>
            <a:chExt cx="1221064" cy="438825"/>
          </a:xfrm>
        </p:grpSpPr>
        <p:sp>
          <p:nvSpPr>
            <p:cNvPr id="58" name="梯形 57">
              <a:extLst>
                <a:ext uri="{FF2B5EF4-FFF2-40B4-BE49-F238E27FC236}">
                  <a16:creationId xmlns:a16="http://schemas.microsoft.com/office/drawing/2014/main" id="{5065A524-15E6-4769-B9ED-7868E19ADB1E}"/>
                </a:ext>
              </a:extLst>
            </p:cNvPr>
            <p:cNvSpPr/>
            <p:nvPr userDrawn="1"/>
          </p:nvSpPr>
          <p:spPr>
            <a:xfrm rot="16200000">
              <a:off x="-107121" y="-40596"/>
              <a:ext cx="375890" cy="1221064"/>
            </a:xfrm>
            <a:prstGeom prst="trapezoid">
              <a:avLst>
                <a:gd name="adj" fmla="val 7230"/>
              </a:avLst>
            </a:prstGeom>
            <a:gradFill>
              <a:gsLst>
                <a:gs pos="100000">
                  <a:schemeClr val="accent1"/>
                </a:gs>
                <a:gs pos="0">
                  <a:schemeClr val="accent1">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梯形 58">
              <a:extLst>
                <a:ext uri="{FF2B5EF4-FFF2-40B4-BE49-F238E27FC236}">
                  <a16:creationId xmlns:a16="http://schemas.microsoft.com/office/drawing/2014/main" id="{AC403C93-604F-4B72-B919-463ACA49C29B}"/>
                </a:ext>
              </a:extLst>
            </p:cNvPr>
            <p:cNvSpPr/>
            <p:nvPr userDrawn="1"/>
          </p:nvSpPr>
          <p:spPr>
            <a:xfrm rot="16200000">
              <a:off x="-79397" y="146495"/>
              <a:ext cx="267255" cy="1058332"/>
            </a:xfrm>
            <a:prstGeom prst="trapezoid">
              <a:avLst>
                <a:gd name="adj" fmla="val 723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梯形 59">
              <a:extLst>
                <a:ext uri="{FF2B5EF4-FFF2-40B4-BE49-F238E27FC236}">
                  <a16:creationId xmlns:a16="http://schemas.microsoft.com/office/drawing/2014/main" id="{AC403C93-604F-4B72-B919-463ACA49C29B}"/>
                </a:ext>
              </a:extLst>
            </p:cNvPr>
            <p:cNvSpPr/>
            <p:nvPr userDrawn="1"/>
          </p:nvSpPr>
          <p:spPr>
            <a:xfrm rot="16200000">
              <a:off x="-95133" y="158023"/>
              <a:ext cx="267255" cy="1058332"/>
            </a:xfrm>
            <a:prstGeom prst="trapezoid">
              <a:avLst>
                <a:gd name="adj" fmla="val 7230"/>
              </a:avLst>
            </a:prstGeom>
            <a:gradFill flip="none" rotWithShape="1">
              <a:gsLst>
                <a:gs pos="100000">
                  <a:schemeClr val="accent4"/>
                </a:gs>
                <a:gs pos="0">
                  <a:schemeClr val="accent4">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p:cNvGrpSpPr/>
          <p:nvPr userDrawn="1"/>
        </p:nvGrpSpPr>
        <p:grpSpPr>
          <a:xfrm>
            <a:off x="587288" y="6381747"/>
            <a:ext cx="2479573" cy="304965"/>
            <a:chOff x="671368" y="6061309"/>
            <a:chExt cx="2479573" cy="304965"/>
          </a:xfrm>
          <a:solidFill>
            <a:schemeClr val="accent3"/>
          </a:solidFill>
        </p:grpSpPr>
        <p:grpSp>
          <p:nvGrpSpPr>
            <p:cNvPr id="62" name="组合 61"/>
            <p:cNvGrpSpPr/>
            <p:nvPr userDrawn="1"/>
          </p:nvGrpSpPr>
          <p:grpSpPr>
            <a:xfrm>
              <a:off x="2098445" y="6064781"/>
              <a:ext cx="1052496" cy="298683"/>
              <a:chOff x="2373567" y="1096524"/>
              <a:chExt cx="2578404" cy="731714"/>
            </a:xfrm>
            <a:grpFill/>
          </p:grpSpPr>
          <p:sp>
            <p:nvSpPr>
              <p:cNvPr id="77"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8"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79" name="组合 78">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84"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5"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0" name="组合 79">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81"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2"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3"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63" name="组合 62"/>
            <p:cNvGrpSpPr/>
            <p:nvPr userDrawn="1"/>
          </p:nvGrpSpPr>
          <p:grpSpPr>
            <a:xfrm>
              <a:off x="671368" y="6061309"/>
              <a:ext cx="1100339" cy="304965"/>
              <a:chOff x="2372715" y="161759"/>
              <a:chExt cx="2695608" cy="747103"/>
            </a:xfrm>
            <a:grpFill/>
          </p:grpSpPr>
          <p:grpSp>
            <p:nvGrpSpPr>
              <p:cNvPr id="64" name="组合 63">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75"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6"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5" name="组合 64">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73"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4"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6" name="组合 65">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70"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1"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2"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7" name="组合 66"/>
              <p:cNvGrpSpPr/>
              <p:nvPr/>
            </p:nvGrpSpPr>
            <p:grpSpPr>
              <a:xfrm>
                <a:off x="4613362" y="313351"/>
                <a:ext cx="454961" cy="453362"/>
                <a:chOff x="11893465" y="1994536"/>
                <a:chExt cx="274986" cy="274018"/>
              </a:xfrm>
              <a:grpFill/>
            </p:grpSpPr>
            <p:sp>
              <p:nvSpPr>
                <p:cNvPr id="68"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69"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3096545773"/>
      </p:ext>
    </p:extLst>
  </p:cSld>
  <p:clrMapOvr>
    <a:masterClrMapping/>
  </p:clrMapOvr>
  <p:transition spd="med">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内页样式5-一段一图-1">
    <p:spTree>
      <p:nvGrpSpPr>
        <p:cNvPr id="1" name=""/>
        <p:cNvGrpSpPr/>
        <p:nvPr/>
      </p:nvGrpSpPr>
      <p:grpSpPr>
        <a:xfrm>
          <a:off x="0" y="0"/>
          <a:ext cx="0" cy="0"/>
          <a:chOff x="0" y="0"/>
          <a:chExt cx="0" cy="0"/>
        </a:xfrm>
      </p:grpSpPr>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90" name="直接连接符 89">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61" name="组合 60"/>
          <p:cNvGrpSpPr/>
          <p:nvPr userDrawn="1"/>
        </p:nvGrpSpPr>
        <p:grpSpPr>
          <a:xfrm>
            <a:off x="587288" y="6381747"/>
            <a:ext cx="2479573" cy="304965"/>
            <a:chOff x="671368" y="6061309"/>
            <a:chExt cx="2479573" cy="304965"/>
          </a:xfrm>
          <a:solidFill>
            <a:schemeClr val="accent3"/>
          </a:solidFill>
        </p:grpSpPr>
        <p:grpSp>
          <p:nvGrpSpPr>
            <p:cNvPr id="62" name="组合 61"/>
            <p:cNvGrpSpPr/>
            <p:nvPr userDrawn="1"/>
          </p:nvGrpSpPr>
          <p:grpSpPr>
            <a:xfrm>
              <a:off x="2098445" y="6064781"/>
              <a:ext cx="1052496" cy="298683"/>
              <a:chOff x="2373567" y="1096524"/>
              <a:chExt cx="2578404" cy="731714"/>
            </a:xfrm>
            <a:grpFill/>
          </p:grpSpPr>
          <p:sp>
            <p:nvSpPr>
              <p:cNvPr id="77"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8"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79" name="组合 78">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84"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5"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80" name="组合 79">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81"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2"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83"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63" name="组合 62"/>
            <p:cNvGrpSpPr/>
            <p:nvPr userDrawn="1"/>
          </p:nvGrpSpPr>
          <p:grpSpPr>
            <a:xfrm>
              <a:off x="671368" y="6061309"/>
              <a:ext cx="1100339" cy="304965"/>
              <a:chOff x="2372715" y="161759"/>
              <a:chExt cx="2695608" cy="747103"/>
            </a:xfrm>
            <a:grpFill/>
          </p:grpSpPr>
          <p:grpSp>
            <p:nvGrpSpPr>
              <p:cNvPr id="64" name="组合 63">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75"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6"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5" name="组合 64">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73"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4"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6" name="组合 65">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70"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1"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2"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7" name="组合 66"/>
              <p:cNvGrpSpPr/>
              <p:nvPr/>
            </p:nvGrpSpPr>
            <p:grpSpPr>
              <a:xfrm>
                <a:off x="4613362" y="313351"/>
                <a:ext cx="454961" cy="453362"/>
                <a:chOff x="11893465" y="1994536"/>
                <a:chExt cx="274986" cy="274018"/>
              </a:xfrm>
              <a:grpFill/>
            </p:grpSpPr>
            <p:sp>
              <p:nvSpPr>
                <p:cNvPr id="68"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69"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36" name="标题 11">
            <a:extLst>
              <a:ext uri="{FF2B5EF4-FFF2-40B4-BE49-F238E27FC236}">
                <a16:creationId xmlns:a16="http://schemas.microsoft.com/office/drawing/2014/main" id="{C0F4148E-045B-44EE-8A4E-88B14DCC5EAE}"/>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1439240505"/>
      </p:ext>
    </p:extLst>
  </p:cSld>
  <p:clrMapOvr>
    <a:masterClrMapping/>
  </p:clrMapOvr>
  <p:transition spd="med">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内页样式5-一段一图-2">
    <p:spTree>
      <p:nvGrpSpPr>
        <p:cNvPr id="1" name=""/>
        <p:cNvGrpSpPr/>
        <p:nvPr/>
      </p:nvGrpSpPr>
      <p:grpSpPr>
        <a:xfrm>
          <a:off x="0" y="0"/>
          <a:ext cx="0" cy="0"/>
          <a:chOff x="0" y="0"/>
          <a:chExt cx="0" cy="0"/>
        </a:xfrm>
      </p:grpSpPr>
      <p:sp>
        <p:nvSpPr>
          <p:cNvPr id="61" name="文本框 6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pic>
        <p:nvPicPr>
          <p:cNvPr id="86" name="图片 85"/>
          <p:cNvPicPr>
            <a:picLocks noChangeAspect="1"/>
          </p:cNvPicPr>
          <p:nvPr userDrawn="1"/>
        </p:nvPicPr>
        <p:blipFill rotWithShape="1">
          <a:blip r:embed="rId2" cstate="print">
            <a:extLst>
              <a:ext uri="{28A0092B-C50C-407E-A947-70E740481C1C}">
                <a14:useLocalDpi xmlns:a14="http://schemas.microsoft.com/office/drawing/2010/main"/>
              </a:ext>
            </a:extLst>
          </a:blip>
          <a:srcRect l="-333"/>
          <a:stretch/>
        </p:blipFill>
        <p:spPr>
          <a:xfrm>
            <a:off x="11282579" y="252089"/>
            <a:ext cx="432990" cy="432990"/>
          </a:xfrm>
          <a:prstGeom prst="rect">
            <a:avLst/>
          </a:prstGeom>
        </p:spPr>
      </p:pic>
    </p:spTree>
    <p:extLst>
      <p:ext uri="{BB962C8B-B14F-4D97-AF65-F5344CB8AC3E}">
        <p14:creationId xmlns:p14="http://schemas.microsoft.com/office/powerpoint/2010/main" val="1786245322"/>
      </p:ext>
    </p:extLst>
  </p:cSld>
  <p:clrMapOvr>
    <a:masterClrMapping/>
  </p:clrMapOvr>
  <p:transition spd="med">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页样式6-常规">
    <p:spTree>
      <p:nvGrpSpPr>
        <p:cNvPr id="1" name=""/>
        <p:cNvGrpSpPr/>
        <p:nvPr/>
      </p:nvGrpSpPr>
      <p:grpSpPr>
        <a:xfrm>
          <a:off x="0" y="0"/>
          <a:ext cx="0" cy="0"/>
          <a:chOff x="0" y="0"/>
          <a:chExt cx="0" cy="0"/>
        </a:xfrm>
      </p:grpSpPr>
      <p:sp>
        <p:nvSpPr>
          <p:cNvPr id="47" name="矩形 46"/>
          <p:cNvSpPr/>
          <p:nvPr userDrawn="1"/>
        </p:nvSpPr>
        <p:spPr>
          <a:xfrm>
            <a:off x="442912" y="-82551"/>
            <a:ext cx="11306175" cy="908709"/>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2490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38" name="直接连接符 37">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90168" y="252089"/>
            <a:ext cx="1969223" cy="432990"/>
          </a:xfrm>
          <a:prstGeom prst="rect">
            <a:avLst/>
          </a:prstGeom>
        </p:spPr>
      </p:pic>
      <p:grpSp>
        <p:nvGrpSpPr>
          <p:cNvPr id="46" name="组合 45"/>
          <p:cNvGrpSpPr/>
          <p:nvPr userDrawn="1"/>
        </p:nvGrpSpPr>
        <p:grpSpPr>
          <a:xfrm>
            <a:off x="637534" y="199773"/>
            <a:ext cx="463263" cy="481001"/>
            <a:chOff x="598941" y="128599"/>
            <a:chExt cx="463263" cy="481001"/>
          </a:xfrm>
        </p:grpSpPr>
        <p:sp>
          <p:nvSpPr>
            <p:cNvPr id="45" name="矩形 44"/>
            <p:cNvSpPr/>
            <p:nvPr userDrawn="1"/>
          </p:nvSpPr>
          <p:spPr>
            <a:xfrm>
              <a:off x="701671" y="249067"/>
              <a:ext cx="360533" cy="36053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userDrawn="1"/>
          </p:nvSpPr>
          <p:spPr>
            <a:xfrm>
              <a:off x="701671" y="247801"/>
              <a:ext cx="275115" cy="25652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598941" y="128599"/>
              <a:ext cx="360533" cy="36053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6" name="组合 35"/>
          <p:cNvGrpSpPr/>
          <p:nvPr userDrawn="1"/>
        </p:nvGrpSpPr>
        <p:grpSpPr>
          <a:xfrm>
            <a:off x="587288" y="6381747"/>
            <a:ext cx="2479573" cy="304965"/>
            <a:chOff x="671368" y="6061309"/>
            <a:chExt cx="2479573" cy="304965"/>
          </a:xfrm>
          <a:solidFill>
            <a:schemeClr val="accent3"/>
          </a:solidFill>
        </p:grpSpPr>
        <p:grpSp>
          <p:nvGrpSpPr>
            <p:cNvPr id="37" name="组合 36"/>
            <p:cNvGrpSpPr/>
            <p:nvPr userDrawn="1"/>
          </p:nvGrpSpPr>
          <p:grpSpPr>
            <a:xfrm>
              <a:off x="2098445" y="6064781"/>
              <a:ext cx="1052496" cy="298683"/>
              <a:chOff x="2373567" y="1096524"/>
              <a:chExt cx="2578404" cy="731714"/>
            </a:xfrm>
            <a:grpFill/>
          </p:grpSpPr>
          <p:sp>
            <p:nvSpPr>
              <p:cNvPr id="60"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61"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62" name="组合 61">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7"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8"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3" name="组合 62">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64"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5"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6"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9" name="组合 38"/>
            <p:cNvGrpSpPr/>
            <p:nvPr userDrawn="1"/>
          </p:nvGrpSpPr>
          <p:grpSpPr>
            <a:xfrm>
              <a:off x="671368" y="6061309"/>
              <a:ext cx="1100339" cy="304965"/>
              <a:chOff x="2372715" y="161759"/>
              <a:chExt cx="2695608" cy="747103"/>
            </a:xfrm>
            <a:grpFill/>
          </p:grpSpPr>
          <p:grpSp>
            <p:nvGrpSpPr>
              <p:cNvPr id="40" name="组合 39">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8"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9"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8" name="组合 47">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6"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7"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9" name="组合 48">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53"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5"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0" name="组合 49"/>
              <p:cNvGrpSpPr/>
              <p:nvPr/>
            </p:nvGrpSpPr>
            <p:grpSpPr>
              <a:xfrm>
                <a:off x="4613362" y="313351"/>
                <a:ext cx="454961" cy="453362"/>
                <a:chOff x="11893465" y="1994536"/>
                <a:chExt cx="274986" cy="274018"/>
              </a:xfrm>
              <a:grpFill/>
            </p:grpSpPr>
            <p:sp>
              <p:nvSpPr>
                <p:cNvPr id="51"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2"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3252443720"/>
      </p:ext>
    </p:extLst>
  </p:cSld>
  <p:clrMapOvr>
    <a:masterClrMapping/>
  </p:clrMapOvr>
  <p:transition spd="med">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内页样式6-一段一图-1">
    <p:spTree>
      <p:nvGrpSpPr>
        <p:cNvPr id="1" name=""/>
        <p:cNvGrpSpPr/>
        <p:nvPr/>
      </p:nvGrpSpPr>
      <p:grpSpPr>
        <a:xfrm>
          <a:off x="0" y="0"/>
          <a:ext cx="0" cy="0"/>
          <a:chOff x="0" y="0"/>
          <a:chExt cx="0" cy="0"/>
        </a:xfrm>
      </p:grpSpPr>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38" name="直接连接符 37">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6" name="组合 35"/>
          <p:cNvGrpSpPr/>
          <p:nvPr userDrawn="1"/>
        </p:nvGrpSpPr>
        <p:grpSpPr>
          <a:xfrm>
            <a:off x="587288" y="6381747"/>
            <a:ext cx="2479573" cy="304965"/>
            <a:chOff x="671368" y="6061309"/>
            <a:chExt cx="2479573" cy="304965"/>
          </a:xfrm>
          <a:solidFill>
            <a:schemeClr val="accent3"/>
          </a:solidFill>
        </p:grpSpPr>
        <p:grpSp>
          <p:nvGrpSpPr>
            <p:cNvPr id="37" name="组合 36"/>
            <p:cNvGrpSpPr/>
            <p:nvPr userDrawn="1"/>
          </p:nvGrpSpPr>
          <p:grpSpPr>
            <a:xfrm>
              <a:off x="2098445" y="6064781"/>
              <a:ext cx="1052496" cy="298683"/>
              <a:chOff x="2373567" y="1096524"/>
              <a:chExt cx="2578404" cy="731714"/>
            </a:xfrm>
            <a:grpFill/>
          </p:grpSpPr>
          <p:sp>
            <p:nvSpPr>
              <p:cNvPr id="60"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61"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62" name="组合 61">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7"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8"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63" name="组合 62">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64"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5"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6"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9" name="组合 38"/>
            <p:cNvGrpSpPr/>
            <p:nvPr userDrawn="1"/>
          </p:nvGrpSpPr>
          <p:grpSpPr>
            <a:xfrm>
              <a:off x="671368" y="6061309"/>
              <a:ext cx="1100339" cy="304965"/>
              <a:chOff x="2372715" y="161759"/>
              <a:chExt cx="2695608" cy="747103"/>
            </a:xfrm>
            <a:grpFill/>
          </p:grpSpPr>
          <p:grpSp>
            <p:nvGrpSpPr>
              <p:cNvPr id="40" name="组合 39">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8"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9"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8" name="组合 47">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6"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7"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9" name="组合 48">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53"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5"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0" name="组合 49"/>
              <p:cNvGrpSpPr/>
              <p:nvPr/>
            </p:nvGrpSpPr>
            <p:grpSpPr>
              <a:xfrm>
                <a:off x="4613362" y="313351"/>
                <a:ext cx="454961" cy="453362"/>
                <a:chOff x="11893465" y="1994536"/>
                <a:chExt cx="274986" cy="274018"/>
              </a:xfrm>
              <a:grpFill/>
            </p:grpSpPr>
            <p:sp>
              <p:nvSpPr>
                <p:cNvPr id="51"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2"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69" name="标题 11">
            <a:extLst>
              <a:ext uri="{FF2B5EF4-FFF2-40B4-BE49-F238E27FC236}">
                <a16:creationId xmlns:a16="http://schemas.microsoft.com/office/drawing/2014/main" id="{0D0682F6-A194-4FB3-8EF2-674B6164F91F}"/>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3984689732"/>
      </p:ext>
    </p:extLst>
  </p:cSld>
  <p:clrMapOvr>
    <a:masterClrMapping/>
  </p:clrMapOvr>
  <p:transition spd="med">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内页样式6-一段一图-2">
    <p:spTree>
      <p:nvGrpSpPr>
        <p:cNvPr id="1" name=""/>
        <p:cNvGrpSpPr/>
        <p:nvPr/>
      </p:nvGrpSpPr>
      <p:grpSpPr>
        <a:xfrm>
          <a:off x="0" y="0"/>
          <a:ext cx="0" cy="0"/>
          <a:chOff x="0" y="0"/>
          <a:chExt cx="0" cy="0"/>
        </a:xfrm>
      </p:grpSpPr>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sp>
        <p:nvSpPr>
          <p:cNvPr id="35" name="矩形 34"/>
          <p:cNvSpPr/>
          <p:nvPr userDrawn="1"/>
        </p:nvSpPr>
        <p:spPr>
          <a:xfrm>
            <a:off x="9402184" y="-82800"/>
            <a:ext cx="2346903" cy="9072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p:cNvSpPr/>
          <p:nvPr userDrawn="1"/>
        </p:nvSpPr>
        <p:spPr>
          <a:xfrm>
            <a:off x="9402184" y="0"/>
            <a:ext cx="2346904"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9" name="图片 38"/>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90168" y="252089"/>
            <a:ext cx="1969223" cy="432990"/>
          </a:xfrm>
          <a:prstGeom prst="rect">
            <a:avLst/>
          </a:prstGeom>
        </p:spPr>
      </p:pic>
    </p:spTree>
    <p:extLst>
      <p:ext uri="{BB962C8B-B14F-4D97-AF65-F5344CB8AC3E}">
        <p14:creationId xmlns:p14="http://schemas.microsoft.com/office/powerpoint/2010/main" val="4048362183"/>
      </p:ext>
    </p:extLst>
  </p:cSld>
  <p:clrMapOvr>
    <a:masterClrMapping/>
  </p:clrMapOvr>
  <p:transition spd="med">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内页样式7-常规">
    <p:spTree>
      <p:nvGrpSpPr>
        <p:cNvPr id="1" name=""/>
        <p:cNvGrpSpPr/>
        <p:nvPr/>
      </p:nvGrpSpPr>
      <p:grpSpPr>
        <a:xfrm>
          <a:off x="0" y="0"/>
          <a:ext cx="0" cy="0"/>
          <a:chOff x="0" y="0"/>
          <a:chExt cx="0" cy="0"/>
        </a:xfrm>
      </p:grpSpPr>
      <p:sp>
        <p:nvSpPr>
          <p:cNvPr id="2" name="平行四边形 1"/>
          <p:cNvSpPr/>
          <p:nvPr userDrawn="1"/>
        </p:nvSpPr>
        <p:spPr>
          <a:xfrm>
            <a:off x="658714" y="482300"/>
            <a:ext cx="748201" cy="484094"/>
          </a:xfrm>
          <a:prstGeom prst="parallelogram">
            <a:avLst>
              <a:gd name="adj" fmla="val 71667"/>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p:cNvSpPr/>
          <p:nvPr userDrawn="1"/>
        </p:nvSpPr>
        <p:spPr>
          <a:xfrm>
            <a:off x="442912" y="-82800"/>
            <a:ext cx="11306175" cy="8460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1855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38" name="直接连接符 37">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90168" y="188589"/>
            <a:ext cx="1969223" cy="432990"/>
          </a:xfrm>
          <a:prstGeom prst="rect">
            <a:avLst/>
          </a:prstGeom>
        </p:spPr>
      </p:pic>
      <p:sp>
        <p:nvSpPr>
          <p:cNvPr id="43" name="矩形 42"/>
          <p:cNvSpPr/>
          <p:nvPr userDrawn="1"/>
        </p:nvSpPr>
        <p:spPr>
          <a:xfrm>
            <a:off x="648385" y="0"/>
            <a:ext cx="413819" cy="966395"/>
          </a:xfrm>
          <a:prstGeom prst="rect">
            <a:avLst/>
          </a:prstGeom>
          <a:ln>
            <a:noFill/>
          </a:ln>
          <a:effectLst>
            <a:outerShdw blurRad="127000" dist="25400" dir="5400000" sx="102000" sy="102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4" name="组合 33"/>
          <p:cNvGrpSpPr/>
          <p:nvPr userDrawn="1"/>
        </p:nvGrpSpPr>
        <p:grpSpPr>
          <a:xfrm>
            <a:off x="587288" y="6381747"/>
            <a:ext cx="2479573" cy="304965"/>
            <a:chOff x="671368" y="6061309"/>
            <a:chExt cx="2479573" cy="304965"/>
          </a:xfrm>
          <a:solidFill>
            <a:schemeClr val="accent3"/>
          </a:solidFill>
        </p:grpSpPr>
        <p:grpSp>
          <p:nvGrpSpPr>
            <p:cNvPr id="35" name="组合 34"/>
            <p:cNvGrpSpPr/>
            <p:nvPr userDrawn="1"/>
          </p:nvGrpSpPr>
          <p:grpSpPr>
            <a:xfrm>
              <a:off x="2098445" y="6064781"/>
              <a:ext cx="1052496" cy="298683"/>
              <a:chOff x="2373567" y="1096524"/>
              <a:chExt cx="2578404" cy="731714"/>
            </a:xfrm>
            <a:grpFill/>
          </p:grpSpPr>
          <p:sp>
            <p:nvSpPr>
              <p:cNvPr id="55"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6"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7" name="组合 56">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2"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3"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8" name="组合 57">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9"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0"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1"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6" name="组合 35"/>
            <p:cNvGrpSpPr/>
            <p:nvPr userDrawn="1"/>
          </p:nvGrpSpPr>
          <p:grpSpPr>
            <a:xfrm>
              <a:off x="671368" y="6061309"/>
              <a:ext cx="1100339" cy="304965"/>
              <a:chOff x="2372715" y="161759"/>
              <a:chExt cx="2695608" cy="747103"/>
            </a:xfrm>
            <a:grpFill/>
          </p:grpSpPr>
          <p:grpSp>
            <p:nvGrpSpPr>
              <p:cNvPr id="37" name="组合 36">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3"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9" name="组合 38">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1"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2"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0" name="组合 39">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8"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9"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0"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4" name="组合 43"/>
              <p:cNvGrpSpPr/>
              <p:nvPr/>
            </p:nvGrpSpPr>
            <p:grpSpPr>
              <a:xfrm>
                <a:off x="4613362" y="313351"/>
                <a:ext cx="454961" cy="453362"/>
                <a:chOff x="11893465" y="1994536"/>
                <a:chExt cx="274986" cy="274018"/>
              </a:xfrm>
              <a:grpFill/>
            </p:grpSpPr>
            <p:sp>
              <p:nvSpPr>
                <p:cNvPr id="4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901101412"/>
      </p:ext>
    </p:extLst>
  </p:cSld>
  <p:clrMapOvr>
    <a:masterClrMapping/>
  </p:clrMapOvr>
  <p:transition spd="med">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内页样式7-一段一图-1">
    <p:spTree>
      <p:nvGrpSpPr>
        <p:cNvPr id="1" name=""/>
        <p:cNvGrpSpPr/>
        <p:nvPr/>
      </p:nvGrpSpPr>
      <p:grpSpPr>
        <a:xfrm>
          <a:off x="0" y="0"/>
          <a:ext cx="0" cy="0"/>
          <a:chOff x="0" y="0"/>
          <a:chExt cx="0" cy="0"/>
        </a:xfrm>
      </p:grpSpPr>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cxnSp>
        <p:nvCxnSpPr>
          <p:cNvPr id="38" name="直接连接符 37">
            <a:extLst>
              <a:ext uri="{FF2B5EF4-FFF2-40B4-BE49-F238E27FC236}">
                <a16:creationId xmlns:a16="http://schemas.microsoft.com/office/drawing/2014/main" id="{70DEE229-ACC1-4297-A1E3-DEA16F9B9C28}"/>
              </a:ext>
            </a:extLst>
          </p:cNvPr>
          <p:cNvCxnSpPr>
            <a:cxnSpLocks/>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4" name="组合 33"/>
          <p:cNvGrpSpPr/>
          <p:nvPr userDrawn="1"/>
        </p:nvGrpSpPr>
        <p:grpSpPr>
          <a:xfrm>
            <a:off x="587288" y="6381747"/>
            <a:ext cx="2479573" cy="304965"/>
            <a:chOff x="671368" y="6061309"/>
            <a:chExt cx="2479573" cy="304965"/>
          </a:xfrm>
          <a:solidFill>
            <a:schemeClr val="accent3"/>
          </a:solidFill>
        </p:grpSpPr>
        <p:grpSp>
          <p:nvGrpSpPr>
            <p:cNvPr id="35" name="组合 34"/>
            <p:cNvGrpSpPr/>
            <p:nvPr userDrawn="1"/>
          </p:nvGrpSpPr>
          <p:grpSpPr>
            <a:xfrm>
              <a:off x="2098445" y="6064781"/>
              <a:ext cx="1052496" cy="298683"/>
              <a:chOff x="2373567" y="1096524"/>
              <a:chExt cx="2578404" cy="731714"/>
            </a:xfrm>
            <a:grpFill/>
          </p:grpSpPr>
          <p:sp>
            <p:nvSpPr>
              <p:cNvPr id="55"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6"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7" name="组合 56">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2"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3"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8" name="组合 57">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9"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0"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1"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6" name="组合 35"/>
            <p:cNvGrpSpPr/>
            <p:nvPr userDrawn="1"/>
          </p:nvGrpSpPr>
          <p:grpSpPr>
            <a:xfrm>
              <a:off x="671368" y="6061309"/>
              <a:ext cx="1100339" cy="304965"/>
              <a:chOff x="2372715" y="161759"/>
              <a:chExt cx="2695608" cy="747103"/>
            </a:xfrm>
            <a:grpFill/>
          </p:grpSpPr>
          <p:grpSp>
            <p:nvGrpSpPr>
              <p:cNvPr id="37" name="组合 36">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3"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4"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39" name="组合 38">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1"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2"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0" name="组合 39">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8"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9"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0"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4" name="组合 43"/>
              <p:cNvGrpSpPr/>
              <p:nvPr/>
            </p:nvGrpSpPr>
            <p:grpSpPr>
              <a:xfrm>
                <a:off x="4613362" y="313351"/>
                <a:ext cx="454961" cy="453362"/>
                <a:chOff x="11893465" y="1994536"/>
                <a:chExt cx="274986" cy="274018"/>
              </a:xfrm>
              <a:grpFill/>
            </p:grpSpPr>
            <p:sp>
              <p:nvSpPr>
                <p:cNvPr id="4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64" name="标题 11">
            <a:extLst>
              <a:ext uri="{FF2B5EF4-FFF2-40B4-BE49-F238E27FC236}">
                <a16:creationId xmlns:a16="http://schemas.microsoft.com/office/drawing/2014/main" id="{FDDD1B7B-042D-4B1B-81C1-5A7085CDFC26}"/>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2579993377"/>
      </p:ext>
    </p:extLst>
  </p:cSld>
  <p:clrMapOvr>
    <a:masterClrMapping/>
  </p:clrMapOvr>
  <p:transition spd="med">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内页样式7-一段一图-2">
    <p:spTree>
      <p:nvGrpSpPr>
        <p:cNvPr id="1" name=""/>
        <p:cNvGrpSpPr/>
        <p:nvPr/>
      </p:nvGrpSpPr>
      <p:grpSpPr>
        <a:xfrm>
          <a:off x="0" y="0"/>
          <a:ext cx="0" cy="0"/>
          <a:chOff x="0" y="0"/>
          <a:chExt cx="0" cy="0"/>
        </a:xfrm>
      </p:grpSpPr>
      <p:sp>
        <p:nvSpPr>
          <p:cNvPr id="34" name="文本框 33"/>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pPr algn="ctr" eaLnBrk="1" hangingPunct="1">
                <a:defRPr/>
              </a:pPr>
              <a:t>‹#›</a:t>
            </a:fld>
            <a:endParaRPr lang="zh-CN" altLang="en-US" sz="1600" dirty="0">
              <a:solidFill>
                <a:schemeClr val="accent3"/>
              </a:solidFill>
              <a:latin typeface="微软雅黑" panose="020B0503020204020204" pitchFamily="34" charset="-122"/>
            </a:endParaRPr>
          </a:p>
        </p:txBody>
      </p:sp>
      <p:sp>
        <p:nvSpPr>
          <p:cNvPr id="7" name="矩形 6"/>
          <p:cNvSpPr/>
          <p:nvPr userDrawn="1"/>
        </p:nvSpPr>
        <p:spPr>
          <a:xfrm>
            <a:off x="9385300" y="-82550"/>
            <a:ext cx="2363787" cy="845208"/>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userDrawn="1"/>
        </p:nvSpPr>
        <p:spPr>
          <a:xfrm>
            <a:off x="9385300" y="0"/>
            <a:ext cx="2363788"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图片 9"/>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90168" y="188589"/>
            <a:ext cx="1969223" cy="432990"/>
          </a:xfrm>
          <a:prstGeom prst="rect">
            <a:avLst/>
          </a:prstGeom>
        </p:spPr>
      </p:pic>
    </p:spTree>
    <p:extLst>
      <p:ext uri="{BB962C8B-B14F-4D97-AF65-F5344CB8AC3E}">
        <p14:creationId xmlns:p14="http://schemas.microsoft.com/office/powerpoint/2010/main" val="4258096569"/>
      </p:ext>
    </p:extLst>
  </p:cSld>
  <p:clrMapOvr>
    <a:masterClrMapping/>
  </p:clrMapOvr>
  <p:transition spd="med">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内页样式8-常规">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6833366C-F485-4B9F-89F5-27A807162B12}"/>
              </a:ext>
            </a:extLst>
          </p:cNvPr>
          <p:cNvSpPr/>
          <p:nvPr userDrawn="1"/>
        </p:nvSpPr>
        <p:spPr>
          <a:xfrm>
            <a:off x="318632" y="6188075"/>
            <a:ext cx="1155008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a:extLst>
              <a:ext uri="{FF2B5EF4-FFF2-40B4-BE49-F238E27FC236}">
                <a16:creationId xmlns:a16="http://schemas.microsoft.com/office/drawing/2014/main" id="{C10D966C-9DD4-4144-A316-29077EB905B4}"/>
              </a:ext>
            </a:extLst>
          </p:cNvPr>
          <p:cNvSpPr/>
          <p:nvPr userDrawn="1"/>
        </p:nvSpPr>
        <p:spPr>
          <a:xfrm>
            <a:off x="318632" y="0"/>
            <a:ext cx="11550080"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9" name="标题 11"/>
          <p:cNvSpPr>
            <a:spLocks noGrp="1"/>
          </p:cNvSpPr>
          <p:nvPr>
            <p:ph type="title"/>
          </p:nvPr>
        </p:nvSpPr>
        <p:spPr>
          <a:xfrm>
            <a:off x="541539" y="247495"/>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solidFill>
                  <a:schemeClr val="bg1"/>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pic>
        <p:nvPicPr>
          <p:cNvPr id="40" name="图片 39"/>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64050" y="131404"/>
            <a:ext cx="2243119" cy="627854"/>
          </a:xfrm>
          <a:prstGeom prst="rect">
            <a:avLst/>
          </a:prstGeom>
        </p:spPr>
      </p:pic>
      <p:grpSp>
        <p:nvGrpSpPr>
          <p:cNvPr id="37" name="组合 36"/>
          <p:cNvGrpSpPr/>
          <p:nvPr userDrawn="1"/>
        </p:nvGrpSpPr>
        <p:grpSpPr>
          <a:xfrm>
            <a:off x="587288" y="6381747"/>
            <a:ext cx="2479573" cy="304965"/>
            <a:chOff x="671368" y="6061309"/>
            <a:chExt cx="2479573" cy="304965"/>
          </a:xfrm>
          <a:solidFill>
            <a:schemeClr val="bg1"/>
          </a:solidFill>
        </p:grpSpPr>
        <p:grpSp>
          <p:nvGrpSpPr>
            <p:cNvPr id="38" name="组合 37"/>
            <p:cNvGrpSpPr/>
            <p:nvPr userDrawn="1"/>
          </p:nvGrpSpPr>
          <p:grpSpPr>
            <a:xfrm>
              <a:off x="2098445" y="6064781"/>
              <a:ext cx="1052496" cy="298683"/>
              <a:chOff x="2373567" y="1096524"/>
              <a:chExt cx="2578404" cy="731714"/>
            </a:xfrm>
            <a:grpFill/>
          </p:grpSpPr>
          <p:sp>
            <p:nvSpPr>
              <p:cNvPr id="54"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5"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6" name="组合 55">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1"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2"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7" name="组合 56">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8"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9"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0"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9" name="组合 38"/>
            <p:cNvGrpSpPr/>
            <p:nvPr userDrawn="1"/>
          </p:nvGrpSpPr>
          <p:grpSpPr>
            <a:xfrm>
              <a:off x="671368" y="6061309"/>
              <a:ext cx="1100339" cy="304965"/>
              <a:chOff x="2372715" y="161759"/>
              <a:chExt cx="2695608" cy="747103"/>
            </a:xfrm>
            <a:grpFill/>
          </p:grpSpPr>
          <p:grpSp>
            <p:nvGrpSpPr>
              <p:cNvPr id="41" name="组合 40">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2"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3"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2" name="组合 41">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0"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1"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3" name="组合 42">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7"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8"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9"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4" name="组合 43"/>
              <p:cNvGrpSpPr/>
              <p:nvPr/>
            </p:nvGrpSpPr>
            <p:grpSpPr>
              <a:xfrm>
                <a:off x="4613362" y="313351"/>
                <a:ext cx="454961" cy="453362"/>
                <a:chOff x="11893465" y="1994536"/>
                <a:chExt cx="274986" cy="274018"/>
              </a:xfrm>
              <a:grpFill/>
            </p:grpSpPr>
            <p:sp>
              <p:nvSpPr>
                <p:cNvPr id="4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Tree>
    <p:extLst>
      <p:ext uri="{BB962C8B-B14F-4D97-AF65-F5344CB8AC3E}">
        <p14:creationId xmlns:p14="http://schemas.microsoft.com/office/powerpoint/2010/main" val="2308203972"/>
      </p:ext>
    </p:extLst>
  </p:cSld>
  <p:clrMapOvr>
    <a:masterClrMapping/>
  </p:clrMapOvr>
  <p:transition spd="med">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内页样式8-一段一图-1">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6833366C-F485-4B9F-89F5-27A807162B12}"/>
              </a:ext>
            </a:extLst>
          </p:cNvPr>
          <p:cNvSpPr/>
          <p:nvPr userDrawn="1"/>
        </p:nvSpPr>
        <p:spPr>
          <a:xfrm>
            <a:off x="318632" y="6188075"/>
            <a:ext cx="1155008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grpSp>
        <p:nvGrpSpPr>
          <p:cNvPr id="37" name="组合 36"/>
          <p:cNvGrpSpPr/>
          <p:nvPr userDrawn="1"/>
        </p:nvGrpSpPr>
        <p:grpSpPr>
          <a:xfrm>
            <a:off x="587288" y="6381747"/>
            <a:ext cx="2479573" cy="304965"/>
            <a:chOff x="671368" y="6061309"/>
            <a:chExt cx="2479573" cy="304965"/>
          </a:xfrm>
          <a:solidFill>
            <a:schemeClr val="bg1"/>
          </a:solidFill>
        </p:grpSpPr>
        <p:grpSp>
          <p:nvGrpSpPr>
            <p:cNvPr id="38" name="组合 37"/>
            <p:cNvGrpSpPr/>
            <p:nvPr userDrawn="1"/>
          </p:nvGrpSpPr>
          <p:grpSpPr>
            <a:xfrm>
              <a:off x="2098445" y="6064781"/>
              <a:ext cx="1052496" cy="298683"/>
              <a:chOff x="2373567" y="1096524"/>
              <a:chExt cx="2578404" cy="731714"/>
            </a:xfrm>
            <a:grpFill/>
          </p:grpSpPr>
          <p:sp>
            <p:nvSpPr>
              <p:cNvPr id="54" name="Freeform 5">
                <a:extLst>
                  <a:ext uri="{FF2B5EF4-FFF2-40B4-BE49-F238E27FC236}">
                    <a16:creationId xmlns:a16="http://schemas.microsoft.com/office/drawing/2014/main" id="{7EF8326A-A460-4F1F-A35E-22F6C0E02782}"/>
                  </a:ext>
                </a:extLst>
              </p:cNvPr>
              <p:cNvSpPr>
                <a:spLocks/>
              </p:cNvSpPr>
              <p:nvPr/>
            </p:nvSpPr>
            <p:spPr bwMode="auto">
              <a:xfrm>
                <a:off x="3797881" y="1143043"/>
                <a:ext cx="576140" cy="649652"/>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5" name="Freeform 6">
                <a:extLst>
                  <a:ext uri="{FF2B5EF4-FFF2-40B4-BE49-F238E27FC236}">
                    <a16:creationId xmlns:a16="http://schemas.microsoft.com/office/drawing/2014/main" id="{CC1FA68D-3307-481A-8E89-D3CB2E8693F4}"/>
                  </a:ext>
                </a:extLst>
              </p:cNvPr>
              <p:cNvSpPr>
                <a:spLocks/>
              </p:cNvSpPr>
              <p:nvPr/>
            </p:nvSpPr>
            <p:spPr bwMode="auto">
              <a:xfrm>
                <a:off x="4620305" y="1241947"/>
                <a:ext cx="331666" cy="499206"/>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nvGrpSpPr>
              <p:cNvPr id="56" name="组合 55">
                <a:extLst>
                  <a:ext uri="{FF2B5EF4-FFF2-40B4-BE49-F238E27FC236}">
                    <a16:creationId xmlns:a16="http://schemas.microsoft.com/office/drawing/2014/main" id="{C7A6E3E5-9A1F-4E06-9E71-F1D7E5C11C32}"/>
                  </a:ext>
                </a:extLst>
              </p:cNvPr>
              <p:cNvGrpSpPr/>
              <p:nvPr/>
            </p:nvGrpSpPr>
            <p:grpSpPr>
              <a:xfrm>
                <a:off x="2373567" y="1096524"/>
                <a:ext cx="589817" cy="731714"/>
                <a:chOff x="5548313" y="2084388"/>
                <a:chExt cx="547688" cy="679451"/>
              </a:xfrm>
              <a:grpFill/>
            </p:grpSpPr>
            <p:sp>
              <p:nvSpPr>
                <p:cNvPr id="61" name="Freeform 7">
                  <a:extLst>
                    <a:ext uri="{FF2B5EF4-FFF2-40B4-BE49-F238E27FC236}">
                      <a16:creationId xmlns:a16="http://schemas.microsoft.com/office/drawing/2014/main" id="{02368C72-9CA0-44B0-93EC-F396645A3423}"/>
                    </a:ext>
                  </a:extLst>
                </p:cNvPr>
                <p:cNvSpPr>
                  <a:spLocks/>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2" name="Freeform 8">
                  <a:extLst>
                    <a:ext uri="{FF2B5EF4-FFF2-40B4-BE49-F238E27FC236}">
                      <a16:creationId xmlns:a16="http://schemas.microsoft.com/office/drawing/2014/main" id="{68AB8704-3F31-41E0-B209-31D0A83BAA2E}"/>
                    </a:ext>
                  </a:extLst>
                </p:cNvPr>
                <p:cNvSpPr>
                  <a:spLocks/>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57" name="组合 56">
                <a:extLst>
                  <a:ext uri="{FF2B5EF4-FFF2-40B4-BE49-F238E27FC236}">
                    <a16:creationId xmlns:a16="http://schemas.microsoft.com/office/drawing/2014/main" id="{B92E7EB9-3312-4310-B5FA-50F0FA6CFB99}"/>
                  </a:ext>
                </a:extLst>
              </p:cNvPr>
              <p:cNvGrpSpPr/>
              <p:nvPr/>
            </p:nvGrpSpPr>
            <p:grpSpPr>
              <a:xfrm>
                <a:off x="3194779" y="1296598"/>
                <a:ext cx="356817" cy="382445"/>
                <a:chOff x="3792874" y="3156423"/>
                <a:chExt cx="331330" cy="355128"/>
              </a:xfrm>
              <a:grpFill/>
            </p:grpSpPr>
            <p:sp>
              <p:nvSpPr>
                <p:cNvPr id="58" name="Freeform 15">
                  <a:extLst>
                    <a:ext uri="{FF2B5EF4-FFF2-40B4-BE49-F238E27FC236}">
                      <a16:creationId xmlns:a16="http://schemas.microsoft.com/office/drawing/2014/main" id="{4A24723D-38DD-4916-B1AF-76A903317407}"/>
                    </a:ext>
                  </a:extLst>
                </p:cNvPr>
                <p:cNvSpPr>
                  <a:spLocks/>
                </p:cNvSpPr>
                <p:nvPr/>
              </p:nvSpPr>
              <p:spPr bwMode="auto">
                <a:xfrm>
                  <a:off x="3792874" y="3235325"/>
                  <a:ext cx="152877"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9" name="Freeform 16">
                  <a:extLst>
                    <a:ext uri="{FF2B5EF4-FFF2-40B4-BE49-F238E27FC236}">
                      <a16:creationId xmlns:a16="http://schemas.microsoft.com/office/drawing/2014/main" id="{FB4C6AFE-87EF-4FB7-829C-F7529116EE44}"/>
                    </a:ext>
                  </a:extLst>
                </p:cNvPr>
                <p:cNvSpPr>
                  <a:spLocks/>
                </p:cNvSpPr>
                <p:nvPr/>
              </p:nvSpPr>
              <p:spPr bwMode="auto">
                <a:xfrm>
                  <a:off x="3957518" y="3164747"/>
                  <a:ext cx="166686" cy="346804"/>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0" name="Freeform 17">
                  <a:extLst>
                    <a:ext uri="{FF2B5EF4-FFF2-40B4-BE49-F238E27FC236}">
                      <a16:creationId xmlns:a16="http://schemas.microsoft.com/office/drawing/2014/main" id="{7BBE01C1-D3BA-489E-BE5E-C63059DA7AF9}"/>
                    </a:ext>
                  </a:extLst>
                </p:cNvPr>
                <p:cNvSpPr>
                  <a:spLocks/>
                </p:cNvSpPr>
                <p:nvPr/>
              </p:nvSpPr>
              <p:spPr bwMode="auto">
                <a:xfrm>
                  <a:off x="3879593" y="3156423"/>
                  <a:ext cx="109753" cy="63837"/>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grpSp>
          <p:nvGrpSpPr>
            <p:cNvPr id="39" name="组合 38"/>
            <p:cNvGrpSpPr/>
            <p:nvPr userDrawn="1"/>
          </p:nvGrpSpPr>
          <p:grpSpPr>
            <a:xfrm>
              <a:off x="671368" y="6061309"/>
              <a:ext cx="1100339" cy="304965"/>
              <a:chOff x="2372715" y="161759"/>
              <a:chExt cx="2695608" cy="747103"/>
            </a:xfrm>
            <a:grpFill/>
          </p:grpSpPr>
          <p:grpSp>
            <p:nvGrpSpPr>
              <p:cNvPr id="41" name="组合 40">
                <a:extLst>
                  <a:ext uri="{FF2B5EF4-FFF2-40B4-BE49-F238E27FC236}">
                    <a16:creationId xmlns:a16="http://schemas.microsoft.com/office/drawing/2014/main" id="{4EB45816-40C4-4065-9181-C29D2BECD84E}"/>
                  </a:ext>
                </a:extLst>
              </p:cNvPr>
              <p:cNvGrpSpPr/>
              <p:nvPr/>
            </p:nvGrpSpPr>
            <p:grpSpPr>
              <a:xfrm>
                <a:off x="3804781" y="283376"/>
                <a:ext cx="521428" cy="548788"/>
                <a:chOff x="6113463" y="3541713"/>
                <a:chExt cx="484188" cy="509588"/>
              </a:xfrm>
              <a:grpFill/>
            </p:grpSpPr>
            <p:sp>
              <p:nvSpPr>
                <p:cNvPr id="52" name="Freeform 9">
                  <a:extLst>
                    <a:ext uri="{FF2B5EF4-FFF2-40B4-BE49-F238E27FC236}">
                      <a16:creationId xmlns:a16="http://schemas.microsoft.com/office/drawing/2014/main" id="{70888479-5294-457A-8111-462CE4F104F2}"/>
                    </a:ext>
                  </a:extLst>
                </p:cNvPr>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3" name="Freeform 10">
                  <a:extLst>
                    <a:ext uri="{FF2B5EF4-FFF2-40B4-BE49-F238E27FC236}">
                      <a16:creationId xmlns:a16="http://schemas.microsoft.com/office/drawing/2014/main" id="{3C581795-C09D-460E-9472-8181F266F0EF}"/>
                    </a:ext>
                  </a:extLst>
                </p:cNvPr>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2" name="组合 41">
                <a:extLst>
                  <a:ext uri="{FF2B5EF4-FFF2-40B4-BE49-F238E27FC236}">
                    <a16:creationId xmlns:a16="http://schemas.microsoft.com/office/drawing/2014/main" id="{C43281D5-D15F-4210-8FEF-5D0B83A54FD6}"/>
                  </a:ext>
                </a:extLst>
              </p:cNvPr>
              <p:cNvGrpSpPr/>
              <p:nvPr/>
            </p:nvGrpSpPr>
            <p:grpSpPr>
              <a:xfrm>
                <a:off x="2372715" y="161759"/>
                <a:ext cx="591521" cy="747103"/>
                <a:chOff x="6108700" y="2066926"/>
                <a:chExt cx="549275" cy="693738"/>
              </a:xfrm>
              <a:grpFill/>
            </p:grpSpPr>
            <p:sp>
              <p:nvSpPr>
                <p:cNvPr id="50" name="Freeform 13">
                  <a:extLst>
                    <a:ext uri="{FF2B5EF4-FFF2-40B4-BE49-F238E27FC236}">
                      <a16:creationId xmlns:a16="http://schemas.microsoft.com/office/drawing/2014/main" id="{0965091B-D712-42AC-844D-24578409DB9A}"/>
                    </a:ext>
                  </a:extLst>
                </p:cNvPr>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51" name="Freeform 14">
                  <a:extLst>
                    <a:ext uri="{FF2B5EF4-FFF2-40B4-BE49-F238E27FC236}">
                      <a16:creationId xmlns:a16="http://schemas.microsoft.com/office/drawing/2014/main" id="{EDF1A89C-87D3-4066-B020-1AF4B9A41344}"/>
                    </a:ext>
                  </a:extLst>
                </p:cNvPr>
                <p:cNvSpPr>
                  <a:spLocks/>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3" name="组合 42">
                <a:extLst>
                  <a:ext uri="{FF2B5EF4-FFF2-40B4-BE49-F238E27FC236}">
                    <a16:creationId xmlns:a16="http://schemas.microsoft.com/office/drawing/2014/main" id="{CD1C2EA2-DECB-4C4E-997D-8417E76BE944}"/>
                  </a:ext>
                </a:extLst>
              </p:cNvPr>
              <p:cNvGrpSpPr/>
              <p:nvPr/>
            </p:nvGrpSpPr>
            <p:grpSpPr>
              <a:xfrm>
                <a:off x="3173775" y="375308"/>
                <a:ext cx="396626" cy="341923"/>
                <a:chOff x="6186488" y="2930526"/>
                <a:chExt cx="368300" cy="317500"/>
              </a:xfrm>
              <a:grpFill/>
            </p:grpSpPr>
            <p:sp>
              <p:nvSpPr>
                <p:cNvPr id="47" name="Freeform 18">
                  <a:extLst>
                    <a:ext uri="{FF2B5EF4-FFF2-40B4-BE49-F238E27FC236}">
                      <a16:creationId xmlns:a16="http://schemas.microsoft.com/office/drawing/2014/main" id="{58E0037C-7932-4788-ADA9-47256329EEB7}"/>
                    </a:ext>
                  </a:extLst>
                </p:cNvPr>
                <p:cNvSpPr>
                  <a:spLocks/>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8" name="Freeform 19">
                  <a:extLst>
                    <a:ext uri="{FF2B5EF4-FFF2-40B4-BE49-F238E27FC236}">
                      <a16:creationId xmlns:a16="http://schemas.microsoft.com/office/drawing/2014/main" id="{B78F413E-1D51-491F-A6EC-02810949F837}"/>
                    </a:ext>
                  </a:extLst>
                </p:cNvPr>
                <p:cNvSpPr>
                  <a:spLocks/>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49" name="Freeform 20">
                  <a:extLst>
                    <a:ext uri="{FF2B5EF4-FFF2-40B4-BE49-F238E27FC236}">
                      <a16:creationId xmlns:a16="http://schemas.microsoft.com/office/drawing/2014/main" id="{28D425C4-CE02-4413-BBE1-2E9FA0CC0E90}"/>
                    </a:ext>
                  </a:extLst>
                </p:cNvPr>
                <p:cNvSpPr>
                  <a:spLocks/>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grpSp>
          <p:grpSp>
            <p:nvGrpSpPr>
              <p:cNvPr id="44" name="组合 43"/>
              <p:cNvGrpSpPr/>
              <p:nvPr/>
            </p:nvGrpSpPr>
            <p:grpSpPr>
              <a:xfrm>
                <a:off x="4613362" y="313351"/>
                <a:ext cx="454961" cy="453362"/>
                <a:chOff x="11893465" y="1994536"/>
                <a:chExt cx="274986" cy="274018"/>
              </a:xfrm>
              <a:grpFill/>
            </p:grpSpPr>
            <p:sp>
              <p:nvSpPr>
                <p:cNvPr id="45" name="Freeform 11">
                  <a:extLst>
                    <a:ext uri="{FF2B5EF4-FFF2-40B4-BE49-F238E27FC236}">
                      <a16:creationId xmlns:a16="http://schemas.microsoft.com/office/drawing/2014/main" id="{9E7CBDC3-9BA0-4307-8967-3267E5966ED9}"/>
                    </a:ext>
                  </a:extLst>
                </p:cNvPr>
                <p:cNvSpPr>
                  <a:spLocks noEditPoints="1"/>
                </p:cNvSpPr>
                <p:nvPr/>
              </p:nvSpPr>
              <p:spPr bwMode="auto">
                <a:xfrm>
                  <a:off x="11976100" y="1994536"/>
                  <a:ext cx="192351" cy="269291"/>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6" name="Freeform 12">
                  <a:extLst>
                    <a:ext uri="{FF2B5EF4-FFF2-40B4-BE49-F238E27FC236}">
                      <a16:creationId xmlns:a16="http://schemas.microsoft.com/office/drawing/2014/main" id="{D88D9717-3185-4A77-8E18-2A8659D441F7}"/>
                    </a:ext>
                  </a:extLst>
                </p:cNvPr>
                <p:cNvSpPr>
                  <a:spLocks/>
                </p:cNvSpPr>
                <p:nvPr/>
              </p:nvSpPr>
              <p:spPr bwMode="auto">
                <a:xfrm>
                  <a:off x="11893465" y="2009127"/>
                  <a:ext cx="103574" cy="259427"/>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prstTxWarp prst="textNoShape">
                    <a:avLst/>
                  </a:prstTxWarp>
                </a:bodyPr>
                <a:lstStyle/>
                <a:p>
                  <a:endParaRPr lang="zh-CN" altLang="en-US"/>
                </a:p>
              </p:txBody>
            </p:sp>
          </p:grpSp>
        </p:grpSp>
      </p:grpSp>
      <p:sp>
        <p:nvSpPr>
          <p:cNvPr id="32" name="标题 11">
            <a:extLst>
              <a:ext uri="{FF2B5EF4-FFF2-40B4-BE49-F238E27FC236}">
                <a16:creationId xmlns:a16="http://schemas.microsoft.com/office/drawing/2014/main" id="{A87381B5-231A-44CC-994D-B480CB6C319A}"/>
              </a:ext>
            </a:extLst>
          </p:cNvPr>
          <p:cNvSpPr>
            <a:spLocks noGrp="1"/>
          </p:cNvSpPr>
          <p:nvPr>
            <p:ph type="title"/>
          </p:nvPr>
        </p:nvSpPr>
        <p:spPr>
          <a:xfrm>
            <a:off x="1767600" y="3016800"/>
            <a:ext cx="8643848" cy="7017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ctr">
              <a:defRPr lang="zh-CN" altLang="en-US" sz="4400" b="1" baseline="0">
                <a:solidFill>
                  <a:srgbClr val="006C39"/>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Tree>
    <p:extLst>
      <p:ext uri="{BB962C8B-B14F-4D97-AF65-F5344CB8AC3E}">
        <p14:creationId xmlns:p14="http://schemas.microsoft.com/office/powerpoint/2010/main" val="1069009700"/>
      </p:ext>
    </p:extLst>
  </p:cSld>
  <p:clrMapOvr>
    <a:masterClrMapping/>
  </p:clrMapOvr>
  <p:transition spd="med">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内页样式8-一段一图-2">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6833366C-F485-4B9F-89F5-27A807162B12}"/>
              </a:ext>
            </a:extLst>
          </p:cNvPr>
          <p:cNvSpPr/>
          <p:nvPr userDrawn="1"/>
        </p:nvSpPr>
        <p:spPr>
          <a:xfrm>
            <a:off x="11144922" y="6188075"/>
            <a:ext cx="72379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a:extLst>
              <a:ext uri="{FF2B5EF4-FFF2-40B4-BE49-F238E27FC236}">
                <a16:creationId xmlns:a16="http://schemas.microsoft.com/office/drawing/2014/main" id="{C10D966C-9DD4-4144-A316-29077EB905B4}"/>
              </a:ext>
            </a:extLst>
          </p:cNvPr>
          <p:cNvSpPr/>
          <p:nvPr userDrawn="1"/>
        </p:nvSpPr>
        <p:spPr>
          <a:xfrm>
            <a:off x="9488246" y="0"/>
            <a:ext cx="2380466"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pPr algn="ctr" eaLnBrk="1" hangingPunct="1">
                <a:defRPr/>
              </a:pPr>
              <a:t>‹#›</a:t>
            </a:fld>
            <a:endParaRPr lang="zh-CN" altLang="en-US" sz="1600" dirty="0">
              <a:solidFill>
                <a:srgbClr val="F2F2F2"/>
              </a:solidFill>
              <a:latin typeface="微软雅黑" panose="020B0503020204020204" pitchFamily="34" charset="-122"/>
            </a:endParaRPr>
          </a:p>
        </p:txBody>
      </p:sp>
      <p:pic>
        <p:nvPicPr>
          <p:cNvPr id="40" name="图片 39"/>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64050" y="131404"/>
            <a:ext cx="2243119" cy="627854"/>
          </a:xfrm>
          <a:prstGeom prst="rect">
            <a:avLst/>
          </a:prstGeom>
        </p:spPr>
      </p:pic>
    </p:spTree>
    <p:extLst>
      <p:ext uri="{BB962C8B-B14F-4D97-AF65-F5344CB8AC3E}">
        <p14:creationId xmlns:p14="http://schemas.microsoft.com/office/powerpoint/2010/main" val="2697695703"/>
      </p:ext>
    </p:extLst>
  </p:cSld>
  <p:clrMapOvr>
    <a:masterClrMapping/>
  </p:clrMapOvr>
  <p:transition spd="med">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9382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xmlns:p14="http://schemas.microsoft.com/office/powerpoint/2010/main">
      <p:transition spd="slow">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18" Type="http://schemas.openxmlformats.org/officeDocument/2006/relationships/slideLayout" Target="../slideLayouts/slideLayout21.xml"/><Relationship Id="rId3" Type="http://schemas.openxmlformats.org/officeDocument/2006/relationships/slideLayout" Target="../slideLayouts/slideLayout6.xml"/><Relationship Id="rId21" Type="http://schemas.openxmlformats.org/officeDocument/2006/relationships/slideLayout" Target="../slideLayouts/slideLayout24.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slideLayout" Target="../slideLayouts/slideLayout20.xml"/><Relationship Id="rId25" Type="http://schemas.openxmlformats.org/officeDocument/2006/relationships/theme" Target="../theme/theme3.xml"/><Relationship Id="rId2" Type="http://schemas.openxmlformats.org/officeDocument/2006/relationships/slideLayout" Target="../slideLayouts/slideLayout5.xml"/><Relationship Id="rId16" Type="http://schemas.openxmlformats.org/officeDocument/2006/relationships/slideLayout" Target="../slideLayouts/slideLayout19.xml"/><Relationship Id="rId20" Type="http://schemas.openxmlformats.org/officeDocument/2006/relationships/slideLayout" Target="../slideLayouts/slideLayout23.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24" Type="http://schemas.openxmlformats.org/officeDocument/2006/relationships/slideLayout" Target="../slideLayouts/slideLayout27.xml"/><Relationship Id="rId5" Type="http://schemas.openxmlformats.org/officeDocument/2006/relationships/slideLayout" Target="../slideLayouts/slideLayout8.xml"/><Relationship Id="rId15" Type="http://schemas.openxmlformats.org/officeDocument/2006/relationships/slideLayout" Target="../slideLayouts/slideLayout18.xml"/><Relationship Id="rId23" Type="http://schemas.openxmlformats.org/officeDocument/2006/relationships/slideLayout" Target="../slideLayouts/slideLayout26.xml"/><Relationship Id="rId10" Type="http://schemas.openxmlformats.org/officeDocument/2006/relationships/slideLayout" Target="../slideLayouts/slideLayout13.xml"/><Relationship Id="rId19" Type="http://schemas.openxmlformats.org/officeDocument/2006/relationships/slideLayout" Target="../slideLayouts/slideLayout22.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 Id="rId22"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307D9317-7C4B-477D-9FCD-CD5482370328}" type="datetimeFigureOut">
              <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rPr>
              <a:pPr marL="0" marR="0" lvl="0" indent="0" algn="l" defTabSz="914400" rtl="0" eaLnBrk="1" fontAlgn="auto" latinLnBrk="0" hangingPunct="1">
                <a:lnSpc>
                  <a:spcPct val="100000"/>
                </a:lnSpc>
                <a:spcBef>
                  <a:spcPts val="0"/>
                </a:spcBef>
                <a:spcAft>
                  <a:spcPts val="0"/>
                </a:spcAft>
                <a:buClrTx/>
                <a:buSzTx/>
                <a:buFontTx/>
                <a:buNone/>
                <a:tabLst/>
                <a:defRPr/>
              </a:pPr>
              <a:t>2026/5/23</a:t>
            </a:fld>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C0B3BC9-7090-482A-AB63-1945A9C9F1E4}" type="slidenum">
              <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Tree>
    <p:extLst>
      <p:ext uri="{BB962C8B-B14F-4D97-AF65-F5344CB8AC3E}">
        <p14:creationId xmlns:p14="http://schemas.microsoft.com/office/powerpoint/2010/main" val="840802904"/>
      </p:ext>
    </p:extLst>
  </p:cSld>
  <p:clrMap bg1="lt1" tx1="dk1" bg2="lt2" tx2="dk2" accent1="accent1" accent2="accent2" accent3="accent3" accent4="accent4" accent5="accent5" accent6="accent6" hlink="hlink" folHlink="folHlink"/>
  <p:sldLayoutIdLst>
    <p:sldLayoutId id="2147483662" r:id="rId1"/>
  </p:sldLayoutIdLst>
  <p:transition spd="med">
    <p:fade/>
  </p:transition>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5pPr>
      <a:lvl6pPr marL="4572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6pPr>
      <a:lvl7pPr marL="9144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7pPr>
      <a:lvl8pPr marL="13716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8pPr>
      <a:lvl9pPr marL="18288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307D9317-7C4B-477D-9FCD-CD5482370328}" type="datetimeFigureOut">
              <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rPr>
              <a:pPr marL="0" marR="0" lvl="0" indent="0" algn="l" defTabSz="914400" rtl="0" eaLnBrk="1" fontAlgn="auto" latinLnBrk="0" hangingPunct="1">
                <a:lnSpc>
                  <a:spcPct val="100000"/>
                </a:lnSpc>
                <a:spcBef>
                  <a:spcPts val="0"/>
                </a:spcBef>
                <a:spcAft>
                  <a:spcPts val="0"/>
                </a:spcAft>
                <a:buClrTx/>
                <a:buSzTx/>
                <a:buFontTx/>
                <a:buNone/>
                <a:tabLst/>
                <a:defRPr/>
              </a:pPr>
              <a:t>2026/5/23</a:t>
            </a:fld>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C0B3BC9-7090-482A-AB63-1945A9C9F1E4}" type="slidenum">
              <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zh-CN" altLang="en-US" sz="1200" b="0" i="0" u="none" strike="noStrike" kern="1200" cap="none" spc="0" normalizeH="0" baseline="0" noProof="0">
              <a:ln>
                <a:noFill/>
              </a:ln>
              <a:solidFill>
                <a:prstClr val="black">
                  <a:tint val="75000"/>
                </a:prstClr>
              </a:solidFill>
              <a:effectLst/>
              <a:uLnTx/>
              <a:uFillTx/>
              <a:latin typeface="微软雅黑"/>
              <a:ea typeface="微软雅黑"/>
              <a:cs typeface="+mn-cs"/>
            </a:endParaRPr>
          </a:p>
        </p:txBody>
      </p:sp>
    </p:spTree>
    <p:extLst>
      <p:ext uri="{BB962C8B-B14F-4D97-AF65-F5344CB8AC3E}">
        <p14:creationId xmlns:p14="http://schemas.microsoft.com/office/powerpoint/2010/main" val="3998918026"/>
      </p:ext>
    </p:extLst>
  </p:cSld>
  <p:clrMap bg1="lt1" tx1="dk1" bg2="lt2" tx2="dk2" accent1="accent1" accent2="accent2" accent3="accent3" accent4="accent4" accent5="accent5" accent6="accent6" hlink="hlink" folHlink="folHlink"/>
  <p:sldLayoutIdLst>
    <p:sldLayoutId id="2147483664" r:id="rId1"/>
    <p:sldLayoutId id="2147483665" r:id="rId2"/>
  </p:sldLayoutIdLst>
  <p:transition spd="med">
    <p:fade/>
  </p:transition>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5pPr>
      <a:lvl6pPr marL="4572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6pPr>
      <a:lvl7pPr marL="9144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7pPr>
      <a:lvl8pPr marL="13716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8pPr>
      <a:lvl9pPr marL="18288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a:defRPr/>
            </a:pPr>
            <a:fld id="{307D9317-7C4B-477D-9FCD-CD5482370328}" type="datetimeFigureOut">
              <a:rPr lang="zh-CN" altLang="en-US"/>
              <a:pPr>
                <a:defRPr/>
              </a:pPr>
              <a:t>2026/5/23</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a:defRPr/>
            </a:pPr>
            <a:fld id="{EC0B3BC9-7090-482A-AB63-1945A9C9F1E4}" type="slidenum">
              <a:rPr lang="zh-CN" altLang="en-US"/>
              <a:pPr>
                <a:defRPr/>
              </a:pPr>
              <a:t>‹#›</a:t>
            </a:fld>
            <a:endParaRPr lang="zh-CN" altLang="en-US"/>
          </a:p>
        </p:txBody>
      </p:sp>
    </p:spTree>
    <p:extLst>
      <p:ext uri="{BB962C8B-B14F-4D97-AF65-F5344CB8AC3E}">
        <p14:creationId xmlns:p14="http://schemas.microsoft.com/office/powerpoint/2010/main" val="3463919279"/>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 id="2147483684" r:id="rId18"/>
    <p:sldLayoutId id="2147483685" r:id="rId19"/>
    <p:sldLayoutId id="2147483686" r:id="rId20"/>
    <p:sldLayoutId id="2147483687" r:id="rId21"/>
    <p:sldLayoutId id="2147483688" r:id="rId22"/>
    <p:sldLayoutId id="2147483689" r:id="rId23"/>
    <p:sldLayoutId id="2147483690" r:id="rId24"/>
  </p:sldLayoutIdLst>
  <p:transition spd="med">
    <p:fade/>
  </p:transition>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5pPr>
      <a:lvl6pPr marL="4572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6pPr>
      <a:lvl7pPr marL="9144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7pPr>
      <a:lvl8pPr marL="13716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8pPr>
      <a:lvl9pPr marL="18288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image" Target="../media/image16.jpe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7.xml"/><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8.xml"/><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9.xml"/><Relationship Id="rId1" Type="http://schemas.openxmlformats.org/officeDocument/2006/relationships/slideLayout" Target="../slideLayouts/slideLayout19.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41.xml"/><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42.xml"/><Relationship Id="rId1" Type="http://schemas.openxmlformats.org/officeDocument/2006/relationships/slideLayout" Target="../slideLayouts/slideLayout18.xml"/><Relationship Id="rId4" Type="http://schemas.openxmlformats.org/officeDocument/2006/relationships/image" Target="../media/image26.jpeg"/></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3.xml"/><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44.xml"/><Relationship Id="rId1" Type="http://schemas.openxmlformats.org/officeDocument/2006/relationships/slideLayout" Target="../slideLayouts/slideLayout18.xml"/><Relationship Id="rId4" Type="http://schemas.openxmlformats.org/officeDocument/2006/relationships/image" Target="../media/image29.jpeg"/></Relationships>
</file>

<file path=ppt/slides/_rels/slide4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5.xml"/><Relationship Id="rId1" Type="http://schemas.openxmlformats.org/officeDocument/2006/relationships/slideLayout" Target="../slideLayouts/slideLayout18.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31.jpeg"/></Relationships>
</file>

<file path=ppt/slides/_rels/slide4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46.xml"/><Relationship Id="rId1" Type="http://schemas.openxmlformats.org/officeDocument/2006/relationships/slideLayout" Target="../slideLayouts/slideLayout18.xml"/><Relationship Id="rId4" Type="http://schemas.openxmlformats.org/officeDocument/2006/relationships/image" Target="../media/image35.jpeg"/></Relationships>
</file>

<file path=ppt/slides/_rels/slide47.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47.xml"/><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8.xml"/><Relationship Id="rId1" Type="http://schemas.openxmlformats.org/officeDocument/2006/relationships/slideLayout" Target="../slideLayouts/slideLayout18.xml"/><Relationship Id="rId5" Type="http://schemas.openxmlformats.org/officeDocument/2006/relationships/image" Target="../media/image39.jpeg"/><Relationship Id="rId4" Type="http://schemas.openxmlformats.org/officeDocument/2006/relationships/image" Target="../media/image38.jpeg"/></Relationships>
</file>

<file path=ppt/slides/_rels/slide49.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9.xml"/><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0.xml"/><Relationship Id="rId1" Type="http://schemas.openxmlformats.org/officeDocument/2006/relationships/slideLayout" Target="../slideLayouts/slideLayout18.xml"/><Relationship Id="rId5" Type="http://schemas.openxmlformats.org/officeDocument/2006/relationships/image" Target="../media/image43.jpeg"/><Relationship Id="rId4" Type="http://schemas.openxmlformats.org/officeDocument/2006/relationships/image" Target="../media/image42.jpeg"/></Relationships>
</file>

<file path=ppt/slides/_rels/slide5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1.xml"/><Relationship Id="rId1" Type="http://schemas.openxmlformats.org/officeDocument/2006/relationships/slideLayout" Target="../slideLayouts/slideLayout18.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52.xml.rels><?xml version="1.0" encoding="UTF-8" standalone="yes"?>
<Relationships xmlns="http://schemas.openxmlformats.org/package/2006/relationships"><Relationship Id="rId3" Type="http://schemas.openxmlformats.org/officeDocument/2006/relationships/image" Target="../media/image48.jpeg"/><Relationship Id="rId7" Type="http://schemas.openxmlformats.org/officeDocument/2006/relationships/image" Target="../media/image52.png"/><Relationship Id="rId2" Type="http://schemas.openxmlformats.org/officeDocument/2006/relationships/notesSlide" Target="../notesSlides/notesSlide52.xml"/><Relationship Id="rId1" Type="http://schemas.openxmlformats.org/officeDocument/2006/relationships/slideLayout" Target="../slideLayouts/slideLayout18.xml"/><Relationship Id="rId6" Type="http://schemas.openxmlformats.org/officeDocument/2006/relationships/image" Target="../media/image51.jpeg"/><Relationship Id="rId5" Type="http://schemas.openxmlformats.org/officeDocument/2006/relationships/image" Target="../media/image50.jpeg"/><Relationship Id="rId4" Type="http://schemas.openxmlformats.org/officeDocument/2006/relationships/image" Target="../media/image49.jpe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8.xml"/></Relationships>
</file>

<file path=ppt/slides/_rels/slide5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9.xml"/><Relationship Id="rId1" Type="http://schemas.openxmlformats.org/officeDocument/2006/relationships/slideLayout" Target="../slideLayouts/slideLayout18.xml"/></Relationships>
</file>

<file path=ppt/slides/_rels/slide6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0.xml"/><Relationship Id="rId1" Type="http://schemas.openxmlformats.org/officeDocument/2006/relationships/slideLayout" Target="../slideLayouts/slideLayout18.xml"/></Relationships>
</file>

<file path=ppt/slides/_rels/slide6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1.xml"/><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62.xml"/><Relationship Id="rId1" Type="http://schemas.openxmlformats.org/officeDocument/2006/relationships/slideLayout" Target="../slideLayouts/slideLayout18.xml"/></Relationships>
</file>

<file path=ppt/slides/_rels/slide6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3.xml"/><Relationship Id="rId1" Type="http://schemas.openxmlformats.org/officeDocument/2006/relationships/slideLayout" Target="../slideLayouts/slideLayout18.xml"/><Relationship Id="rId4" Type="http://schemas.openxmlformats.org/officeDocument/2006/relationships/chart" Target="../charts/chart6.xml"/></Relationships>
</file>

<file path=ppt/slides/_rels/slide64.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64.xml"/><Relationship Id="rId1" Type="http://schemas.openxmlformats.org/officeDocument/2006/relationships/slideLayout" Target="../slideLayouts/slideLayout18.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A453CE20-6C14-4C4C-84F7-26422658A810}"/>
              </a:ext>
            </a:extLst>
          </p:cNvPr>
          <p:cNvSpPr txBox="1">
            <a:spLocks/>
          </p:cNvSpPr>
          <p:nvPr/>
        </p:nvSpPr>
        <p:spPr>
          <a:xfrm>
            <a:off x="803276" y="4286889"/>
            <a:ext cx="10585448" cy="892503"/>
          </a:xfrm>
          <a:prstGeom prst="rect">
            <a:avLst/>
          </a:prstGeom>
        </p:spPr>
        <p:txBody>
          <a:bodyPr tIns="0" bIns="0" anchor="ctr" anchorCtr="0">
            <a:normAutofit fontScale="97500"/>
          </a:bodyPr>
          <a:lstStyle>
            <a:lvl1pPr algn="l" defTabSz="914400" rtl="0" eaLnBrk="1" latinLnBrk="0" hangingPunct="1">
              <a:lnSpc>
                <a:spcPct val="90000"/>
              </a:lnSpc>
              <a:spcBef>
                <a:spcPct val="0"/>
              </a:spcBef>
              <a:buNone/>
              <a:defRPr sz="3600" kern="1200">
                <a:solidFill>
                  <a:schemeClr val="tx1"/>
                </a:solidFill>
                <a:latin typeface="+mj-lt"/>
                <a:ea typeface="+mj-ea"/>
                <a:cs typeface="+mj-cs"/>
              </a:defRPr>
            </a:lvl1pPr>
          </a:lstStyle>
          <a:p>
            <a:pPr marL="0" marR="0" lvl="0" indent="0" algn="ctr" defTabSz="914400" rtl="0" eaLnBrk="1" fontAlgn="base" latinLnBrk="0" hangingPunct="1">
              <a:lnSpc>
                <a:spcPct val="90000"/>
              </a:lnSpc>
              <a:spcBef>
                <a:spcPct val="0"/>
              </a:spcBef>
              <a:spcAft>
                <a:spcPct val="0"/>
              </a:spcAft>
              <a:buClrTx/>
              <a:buSzTx/>
              <a:buFontTx/>
              <a:buNone/>
              <a:tabLst/>
              <a:defRPr/>
            </a:pPr>
            <a:r>
              <a:rPr kumimoji="0" lang="zh-CN" altLang="en-US" sz="4000" b="1" i="0" u="none" strike="noStrike" kern="1200" cap="none" spc="0" normalizeH="0" baseline="0" noProof="0" dirty="0">
                <a:ln>
                  <a:noFill/>
                </a:ln>
                <a:solidFill>
                  <a:prstClr val="black"/>
                </a:solidFill>
                <a:effectLst/>
                <a:uLnTx/>
                <a:uFillTx/>
                <a:latin typeface="微软雅黑"/>
                <a:ea typeface="微软雅黑"/>
                <a:cs typeface="+mj-cs"/>
              </a:rPr>
              <a:t>北京理工大学毕业设计论文答辩模板</a:t>
            </a:r>
          </a:p>
        </p:txBody>
      </p:sp>
      <p:sp>
        <p:nvSpPr>
          <p:cNvPr id="7" name="副标题 2">
            <a:extLst>
              <a:ext uri="{FF2B5EF4-FFF2-40B4-BE49-F238E27FC236}">
                <a16:creationId xmlns:a16="http://schemas.microsoft.com/office/drawing/2014/main" id="{831FADC7-207E-7B4E-8BBD-42F82FE1F818}"/>
              </a:ext>
            </a:extLst>
          </p:cNvPr>
          <p:cNvSpPr txBox="1">
            <a:spLocks/>
          </p:cNvSpPr>
          <p:nvPr/>
        </p:nvSpPr>
        <p:spPr>
          <a:xfrm>
            <a:off x="803276" y="4972427"/>
            <a:ext cx="10585448" cy="508452"/>
          </a:xfrm>
          <a:prstGeom prst="rect">
            <a:avLst/>
          </a:prstGeom>
        </p:spPr>
        <p:txBody>
          <a:bodyPr anchor="ctr" anchorCtr="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90000"/>
              </a:lnSpc>
              <a:spcBef>
                <a:spcPts val="1000"/>
              </a:spcBef>
              <a:spcAft>
                <a:spcPct val="0"/>
              </a:spcAft>
              <a:buClrTx/>
              <a:buSzTx/>
              <a:buFont typeface="Arial" panose="020B0604020202020204" pitchFamily="34" charset="0"/>
              <a:buNone/>
              <a:tabLst/>
              <a:defRPr/>
            </a:pPr>
            <a:r>
              <a:rPr kumimoji="0" lang="en-US" altLang="zh-CN" sz="1800" b="0" i="0" u="none" strike="noStrike" kern="1200" cap="none" spc="0" normalizeH="0" baseline="0" noProof="0" dirty="0">
                <a:ln>
                  <a:noFill/>
                </a:ln>
                <a:solidFill>
                  <a:srgbClr val="A2A2A2"/>
                </a:solidFill>
                <a:effectLst/>
                <a:uLnTx/>
                <a:uFillTx/>
                <a:latin typeface="微软雅黑"/>
                <a:ea typeface="微软雅黑"/>
                <a:cs typeface="+mn-cs"/>
              </a:rPr>
              <a:t>Template for Thesis Defense in Beijing Institute of Technology</a:t>
            </a:r>
            <a:endParaRPr kumimoji="0" lang="zh-CN" altLang="en-US" sz="1800" b="0" i="0" u="none" strike="noStrike" kern="1200" cap="none" spc="0" normalizeH="0" baseline="0" noProof="0" dirty="0">
              <a:ln>
                <a:noFill/>
              </a:ln>
              <a:solidFill>
                <a:srgbClr val="A2A2A2"/>
              </a:solidFill>
              <a:effectLst/>
              <a:uLnTx/>
              <a:uFillTx/>
              <a:latin typeface="微软雅黑"/>
              <a:ea typeface="微软雅黑"/>
              <a:cs typeface="+mn-cs"/>
            </a:endParaRPr>
          </a:p>
        </p:txBody>
      </p:sp>
      <p:sp>
        <p:nvSpPr>
          <p:cNvPr id="8" name="文本占位符 34">
            <a:extLst>
              <a:ext uri="{FF2B5EF4-FFF2-40B4-BE49-F238E27FC236}">
                <a16:creationId xmlns:a16="http://schemas.microsoft.com/office/drawing/2014/main" id="{863F15CD-989D-B145-8B27-B543A0C87DAD}"/>
              </a:ext>
            </a:extLst>
          </p:cNvPr>
          <p:cNvSpPr txBox="1">
            <a:spLocks/>
          </p:cNvSpPr>
          <p:nvPr/>
        </p:nvSpPr>
        <p:spPr>
          <a:xfrm>
            <a:off x="803275" y="5500576"/>
            <a:ext cx="10585450" cy="595123"/>
          </a:xfrm>
          <a:prstGeom prst="rect">
            <a:avLst/>
          </a:prstGeom>
        </p:spPr>
        <p:txBody>
          <a:bodyPr lIns="72000" tIns="0" rIns="72000" bIns="0" anchor="ctr" anchorCtr="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90000"/>
              </a:lnSpc>
              <a:spcBef>
                <a:spcPts val="1000"/>
              </a:spcBef>
              <a:spcAft>
                <a:spcPct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rPr>
              <a:t>答辩人：</a:t>
            </a:r>
            <a:r>
              <a:rPr lang="zh-CN" altLang="en-US" sz="1800" dirty="0">
                <a:solidFill>
                  <a:prstClr val="black">
                    <a:lumMod val="75000"/>
                    <a:lumOff val="25000"/>
                  </a:prstClr>
                </a:solidFill>
                <a:latin typeface="微软雅黑"/>
                <a:ea typeface="微软雅黑"/>
              </a:rPr>
              <a:t>胡嘉晨</a:t>
            </a:r>
            <a:r>
              <a:rPr kumimoji="0" lang="zh-CN" altLang="en-US" sz="18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rPr>
              <a:t>       导　师：</a:t>
            </a:r>
            <a:r>
              <a:rPr lang="zh-CN" altLang="en-US" sz="1800" dirty="0">
                <a:solidFill>
                  <a:prstClr val="black">
                    <a:lumMod val="75000"/>
                    <a:lumOff val="25000"/>
                  </a:prstClr>
                </a:solidFill>
                <a:latin typeface="微软雅黑"/>
                <a:ea typeface="微软雅黑"/>
              </a:rPr>
              <a:t>陆慧梅</a:t>
            </a:r>
            <a:r>
              <a:rPr kumimoji="0" lang="zh-CN" altLang="en-US" sz="18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rPr>
              <a:t>      时间：</a:t>
            </a:r>
            <a:fld id="{FAA7561E-A48D-4E03-84F4-488CDA95D192}" type="datetime1">
              <a:rPr kumimoji="0" lang="zh-CN" altLang="en-US" sz="1800" b="0" i="0" u="none" strike="noStrike" kern="1200" cap="none" spc="0" normalizeH="0" baseline="0" noProof="0" smtClean="0">
                <a:ln>
                  <a:noFill/>
                </a:ln>
                <a:solidFill>
                  <a:prstClr val="black">
                    <a:lumMod val="75000"/>
                    <a:lumOff val="25000"/>
                  </a:prstClr>
                </a:solidFill>
                <a:effectLst/>
                <a:uLnTx/>
                <a:uFillTx/>
                <a:latin typeface="微软雅黑"/>
                <a:ea typeface="微软雅黑"/>
                <a:cs typeface="+mn-cs"/>
              </a:rPr>
              <a:pPr marL="0" marR="0" lvl="0" indent="0" algn="ctr" defTabSz="914400" rtl="0" eaLnBrk="1" fontAlgn="base" latinLnBrk="0" hangingPunct="1">
                <a:lnSpc>
                  <a:spcPct val="90000"/>
                </a:lnSpc>
                <a:spcBef>
                  <a:spcPts val="1000"/>
                </a:spcBef>
                <a:spcAft>
                  <a:spcPct val="0"/>
                </a:spcAft>
                <a:buClrTx/>
                <a:buSzTx/>
                <a:buFont typeface="Arial" panose="020B0604020202020204" pitchFamily="34" charset="0"/>
                <a:buNone/>
                <a:tabLst/>
                <a:defRPr/>
              </a:pPr>
              <a:t>2026/5/23</a:t>
            </a:fld>
            <a:endParaRPr kumimoji="0" lang="zh-CN" altLang="en-US" sz="1800" b="0" i="0" u="none" strike="noStrike" kern="1200" cap="none" spc="0" normalizeH="0" baseline="0" noProof="0" dirty="0">
              <a:ln>
                <a:noFill/>
              </a:ln>
              <a:solidFill>
                <a:prstClr val="black">
                  <a:lumMod val="75000"/>
                  <a:lumOff val="25000"/>
                </a:prstClr>
              </a:solidFill>
              <a:effectLst/>
              <a:uLnTx/>
              <a:uFillTx/>
              <a:latin typeface="微软雅黑"/>
              <a:ea typeface="微软雅黑"/>
              <a:cs typeface="+mn-cs"/>
            </a:endParaRPr>
          </a:p>
        </p:txBody>
      </p:sp>
    </p:spTree>
    <p:extLst>
      <p:ext uri="{BB962C8B-B14F-4D97-AF65-F5344CB8AC3E}">
        <p14:creationId xmlns:p14="http://schemas.microsoft.com/office/powerpoint/2010/main" val="3275184098"/>
      </p:ext>
    </p:extLst>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a:extLst>
              <a:ext uri="{FF2B5EF4-FFF2-40B4-BE49-F238E27FC236}">
                <a16:creationId xmlns:a16="http://schemas.microsoft.com/office/drawing/2014/main" id="{F022EDC2-0163-4D59-8AEE-B77C7B56ACDC}"/>
              </a:ext>
            </a:extLst>
          </p:cNvPr>
          <p:cNvGrpSpPr/>
          <p:nvPr/>
        </p:nvGrpSpPr>
        <p:grpSpPr>
          <a:xfrm>
            <a:off x="6195556" y="794349"/>
            <a:ext cx="2254167" cy="1089209"/>
            <a:chOff x="5337036" y="1031947"/>
            <a:chExt cx="2254167" cy="1089209"/>
          </a:xfrm>
        </p:grpSpPr>
        <p:sp>
          <p:nvSpPr>
            <p:cNvPr id="32" name="文本框 31">
              <a:extLst>
                <a:ext uri="{FF2B5EF4-FFF2-40B4-BE49-F238E27FC236}">
                  <a16:creationId xmlns:a16="http://schemas.microsoft.com/office/drawing/2014/main" id="{49C81708-2DD4-42D2-8E80-8ABAEF83EBE2}"/>
                </a:ext>
              </a:extLst>
            </p:cNvPr>
            <p:cNvSpPr txBox="1"/>
            <p:nvPr/>
          </p:nvSpPr>
          <p:spPr>
            <a:xfrm>
              <a:off x="5337036" y="1031947"/>
              <a:ext cx="615874" cy="1089209"/>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rPr>
                <a:t>1</a:t>
              </a:r>
              <a:endParaRPr kumimoji="0" lang="zh-CN" altLang="en-US" sz="54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endParaRPr>
            </a:p>
          </p:txBody>
        </p:sp>
        <p:grpSp>
          <p:nvGrpSpPr>
            <p:cNvPr id="33" name="组合 32">
              <a:extLst>
                <a:ext uri="{FF2B5EF4-FFF2-40B4-BE49-F238E27FC236}">
                  <a16:creationId xmlns:a16="http://schemas.microsoft.com/office/drawing/2014/main" id="{5C5D337B-57EC-400D-BC7A-F1EF82A84720}"/>
                </a:ext>
              </a:extLst>
            </p:cNvPr>
            <p:cNvGrpSpPr/>
            <p:nvPr/>
          </p:nvGrpSpPr>
          <p:grpSpPr>
            <a:xfrm>
              <a:off x="6384010" y="1248904"/>
              <a:ext cx="1207193" cy="797491"/>
              <a:chOff x="6384011" y="1247332"/>
              <a:chExt cx="1207193" cy="790542"/>
            </a:xfrm>
          </p:grpSpPr>
          <p:sp>
            <p:nvSpPr>
              <p:cNvPr id="34" name="文本框 33">
                <a:extLst>
                  <a:ext uri="{FF2B5EF4-FFF2-40B4-BE49-F238E27FC236}">
                    <a16:creationId xmlns:a16="http://schemas.microsoft.com/office/drawing/2014/main" id="{DA740C2E-C38D-4F96-A002-B3F79BAE1788}"/>
                  </a:ext>
                </a:extLst>
              </p:cNvPr>
              <p:cNvSpPr txBox="1"/>
              <p:nvPr/>
            </p:nvSpPr>
            <p:spPr>
              <a:xfrm>
                <a:off x="6384011" y="1247332"/>
                <a:ext cx="820738" cy="536141"/>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zh-CN" altLang="en-US" sz="3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mn-lt"/>
                  </a:rPr>
                  <a:t>绪论</a:t>
                </a:r>
              </a:p>
            </p:txBody>
          </p:sp>
          <p:sp>
            <p:nvSpPr>
              <p:cNvPr id="35" name="文本框 34">
                <a:extLst>
                  <a:ext uri="{FF2B5EF4-FFF2-40B4-BE49-F238E27FC236}">
                    <a16:creationId xmlns:a16="http://schemas.microsoft.com/office/drawing/2014/main" id="{8CA0DF6C-F8E1-46CD-840C-DFE27F91D659}"/>
                  </a:ext>
                </a:extLst>
              </p:cNvPr>
              <p:cNvSpPr txBox="1"/>
              <p:nvPr/>
            </p:nvSpPr>
            <p:spPr>
              <a:xfrm>
                <a:off x="6384142" y="1773078"/>
                <a:ext cx="1207062" cy="264796"/>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rPr>
                  <a:t>Introduction</a:t>
                </a:r>
                <a:endParaRPr kumimoji="0" lang="zh-CN" altLang="en-US"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endParaRPr>
              </a:p>
            </p:txBody>
          </p:sp>
        </p:grpSp>
      </p:grpSp>
      <p:grpSp>
        <p:nvGrpSpPr>
          <p:cNvPr id="36" name="组合 35">
            <a:extLst>
              <a:ext uri="{FF2B5EF4-FFF2-40B4-BE49-F238E27FC236}">
                <a16:creationId xmlns:a16="http://schemas.microsoft.com/office/drawing/2014/main" id="{9F9E3ED5-E505-453B-A89D-2EA83CC5BC39}"/>
              </a:ext>
            </a:extLst>
          </p:cNvPr>
          <p:cNvGrpSpPr/>
          <p:nvPr/>
        </p:nvGrpSpPr>
        <p:grpSpPr>
          <a:xfrm>
            <a:off x="6195556" y="4838508"/>
            <a:ext cx="3275279" cy="1098506"/>
            <a:chOff x="5337036" y="1031947"/>
            <a:chExt cx="3275279" cy="1098506"/>
          </a:xfrm>
        </p:grpSpPr>
        <p:sp>
          <p:nvSpPr>
            <p:cNvPr id="37" name="文本框 36">
              <a:extLst>
                <a:ext uri="{FF2B5EF4-FFF2-40B4-BE49-F238E27FC236}">
                  <a16:creationId xmlns:a16="http://schemas.microsoft.com/office/drawing/2014/main" id="{621B0BAD-FF0C-45F5-AC06-04605D027D58}"/>
                </a:ext>
              </a:extLst>
            </p:cNvPr>
            <p:cNvSpPr txBox="1"/>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rPr>
                <a:t>4</a:t>
              </a:r>
              <a:endParaRPr kumimoji="0" lang="zh-CN" altLang="en-US"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endParaRPr>
            </a:p>
          </p:txBody>
        </p:sp>
        <p:grpSp>
          <p:nvGrpSpPr>
            <p:cNvPr id="38" name="组合 37">
              <a:extLst>
                <a:ext uri="{FF2B5EF4-FFF2-40B4-BE49-F238E27FC236}">
                  <a16:creationId xmlns:a16="http://schemas.microsoft.com/office/drawing/2014/main" id="{0C3F2E44-81D1-4A88-8996-8AD8E73C1E80}"/>
                </a:ext>
              </a:extLst>
            </p:cNvPr>
            <p:cNvGrpSpPr/>
            <p:nvPr/>
          </p:nvGrpSpPr>
          <p:grpSpPr>
            <a:xfrm>
              <a:off x="6384010" y="1248904"/>
              <a:ext cx="2228305" cy="797491"/>
              <a:chOff x="6384011" y="1247332"/>
              <a:chExt cx="2228305" cy="790542"/>
            </a:xfrm>
          </p:grpSpPr>
          <p:sp>
            <p:nvSpPr>
              <p:cNvPr id="39" name="文本框 38">
                <a:extLst>
                  <a:ext uri="{FF2B5EF4-FFF2-40B4-BE49-F238E27FC236}">
                    <a16:creationId xmlns:a16="http://schemas.microsoft.com/office/drawing/2014/main" id="{A75B273F-6ABE-4AF7-8C0C-AA24DBBF2AA9}"/>
                  </a:ext>
                </a:extLst>
              </p:cNvPr>
              <p:cNvSpPr txBox="1"/>
              <p:nvPr/>
            </p:nvSpPr>
            <p:spPr>
              <a:xfrm>
                <a:off x="6384011" y="1247332"/>
                <a:ext cx="2051844" cy="536141"/>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lang="zh-CN" altLang="en-US" sz="3200" b="1" dirty="0">
                    <a:solidFill>
                      <a:prstClr val="black"/>
                    </a:solidFill>
                    <a:latin typeface="微软雅黑" panose="020B0503020204020204" pitchFamily="34" charset="-122"/>
                    <a:ea typeface="微软雅黑" panose="020B0503020204020204" pitchFamily="34" charset="-122"/>
                    <a:cs typeface="+mn-ea"/>
                    <a:sym typeface="+mn-lt"/>
                  </a:rPr>
                  <a:t>总结与展望</a:t>
                </a:r>
                <a:endParaRPr kumimoji="0" lang="zh-CN" altLang="en-US" sz="3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mn-lt"/>
                </a:endParaRPr>
              </a:p>
            </p:txBody>
          </p:sp>
          <p:sp>
            <p:nvSpPr>
              <p:cNvPr id="40" name="文本框 39">
                <a:extLst>
                  <a:ext uri="{FF2B5EF4-FFF2-40B4-BE49-F238E27FC236}">
                    <a16:creationId xmlns:a16="http://schemas.microsoft.com/office/drawing/2014/main" id="{D632C253-4FE6-4709-87B3-C18FA7038DD8}"/>
                  </a:ext>
                </a:extLst>
              </p:cNvPr>
              <p:cNvSpPr txBox="1"/>
              <p:nvPr/>
            </p:nvSpPr>
            <p:spPr>
              <a:xfrm>
                <a:off x="6384142" y="1773078"/>
                <a:ext cx="2228174" cy="264796"/>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rPr>
                  <a:t>Summary and Outlook</a:t>
                </a:r>
                <a:endParaRPr kumimoji="0" lang="zh-CN" altLang="en-US"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endParaRPr>
              </a:p>
            </p:txBody>
          </p:sp>
        </p:grpSp>
      </p:grpSp>
      <p:grpSp>
        <p:nvGrpSpPr>
          <p:cNvPr id="41" name="组合 40">
            <a:extLst>
              <a:ext uri="{FF2B5EF4-FFF2-40B4-BE49-F238E27FC236}">
                <a16:creationId xmlns:a16="http://schemas.microsoft.com/office/drawing/2014/main" id="{BE300563-CF9C-4E5F-98A6-A489FEF59EBB}"/>
              </a:ext>
            </a:extLst>
          </p:cNvPr>
          <p:cNvGrpSpPr/>
          <p:nvPr/>
        </p:nvGrpSpPr>
        <p:grpSpPr>
          <a:xfrm>
            <a:off x="6195556" y="2142402"/>
            <a:ext cx="5234149" cy="1098506"/>
            <a:chOff x="5337036" y="1031947"/>
            <a:chExt cx="5234149" cy="1098506"/>
          </a:xfrm>
        </p:grpSpPr>
        <p:sp>
          <p:nvSpPr>
            <p:cNvPr id="42" name="文本框 41">
              <a:extLst>
                <a:ext uri="{FF2B5EF4-FFF2-40B4-BE49-F238E27FC236}">
                  <a16:creationId xmlns:a16="http://schemas.microsoft.com/office/drawing/2014/main" id="{C93C7166-B910-44BC-9A1A-11B7DFB2D36D}"/>
                </a:ext>
              </a:extLst>
            </p:cNvPr>
            <p:cNvSpPr txBox="1"/>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rPr>
                <a:t>2</a:t>
              </a:r>
              <a:endParaRPr kumimoji="0" lang="zh-CN" altLang="en-US"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endParaRPr>
            </a:p>
          </p:txBody>
        </p:sp>
        <p:grpSp>
          <p:nvGrpSpPr>
            <p:cNvPr id="43" name="组合 42">
              <a:extLst>
                <a:ext uri="{FF2B5EF4-FFF2-40B4-BE49-F238E27FC236}">
                  <a16:creationId xmlns:a16="http://schemas.microsoft.com/office/drawing/2014/main" id="{B659A6B8-5979-4C40-B01D-250DCE134000}"/>
                </a:ext>
              </a:extLst>
            </p:cNvPr>
            <p:cNvGrpSpPr/>
            <p:nvPr/>
          </p:nvGrpSpPr>
          <p:grpSpPr>
            <a:xfrm>
              <a:off x="6384010" y="1248904"/>
              <a:ext cx="4187175" cy="797491"/>
              <a:chOff x="6384011" y="1247332"/>
              <a:chExt cx="4187175" cy="790542"/>
            </a:xfrm>
          </p:grpSpPr>
          <p:sp>
            <p:nvSpPr>
              <p:cNvPr id="44" name="文本框 43">
                <a:extLst>
                  <a:ext uri="{FF2B5EF4-FFF2-40B4-BE49-F238E27FC236}">
                    <a16:creationId xmlns:a16="http://schemas.microsoft.com/office/drawing/2014/main" id="{6CF46444-6738-4E06-AA31-F49884B01C20}"/>
                  </a:ext>
                </a:extLst>
              </p:cNvPr>
              <p:cNvSpPr txBox="1"/>
              <p:nvPr/>
            </p:nvSpPr>
            <p:spPr>
              <a:xfrm>
                <a:off x="6384011" y="1247332"/>
                <a:ext cx="3693319" cy="536141"/>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zh-CN" altLang="en-US" sz="3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mn-lt"/>
                  </a:rPr>
                  <a:t>研究内容和研究方法</a:t>
                </a:r>
              </a:p>
            </p:txBody>
          </p:sp>
          <p:sp>
            <p:nvSpPr>
              <p:cNvPr id="45" name="文本框 44">
                <a:extLst>
                  <a:ext uri="{FF2B5EF4-FFF2-40B4-BE49-F238E27FC236}">
                    <a16:creationId xmlns:a16="http://schemas.microsoft.com/office/drawing/2014/main" id="{15401AAD-A138-42AD-AFE0-A9635F662C46}"/>
                  </a:ext>
                </a:extLst>
              </p:cNvPr>
              <p:cNvSpPr txBox="1"/>
              <p:nvPr/>
            </p:nvSpPr>
            <p:spPr>
              <a:xfrm>
                <a:off x="6384142" y="1773078"/>
                <a:ext cx="4187044" cy="264796"/>
              </a:xfrm>
              <a:prstGeom prst="rect">
                <a:avLst/>
              </a:prstGeom>
              <a:noFill/>
            </p:spPr>
            <p:txBody>
              <a:bodyPr wrap="none" lIns="0" tIns="0" rIns="0" bIns="0" rtlCol="0">
                <a:spAutoFit/>
              </a:bodyPr>
              <a:lstStyle/>
              <a:p>
                <a:pPr lvl="0" eaLnBrk="0" fontAlgn="base" hangingPunct="0">
                  <a:lnSpc>
                    <a:spcPct val="120000"/>
                  </a:lnSpc>
                  <a:spcBef>
                    <a:spcPct val="0"/>
                  </a:spcBef>
                  <a:spcAft>
                    <a:spcPct val="0"/>
                  </a:spcAft>
                  <a:defRPr/>
                </a:pPr>
                <a:r>
                  <a:rPr lang="en-US" altLang="zh-CN" sz="1600" dirty="0">
                    <a:solidFill>
                      <a:srgbClr val="FFFFFF">
                        <a:lumMod val="75000"/>
                      </a:srgbClr>
                    </a:solidFill>
                    <a:latin typeface="Century Gothic" panose="020B0502020202020204" pitchFamily="34" charset="0"/>
                    <a:ea typeface="微软雅黑" panose="020B0503020204020204" pitchFamily="34" charset="-122"/>
                    <a:cs typeface="+mn-ea"/>
                    <a:sym typeface="+mn-lt"/>
                  </a:rPr>
                  <a:t>Research Content and Research Methods</a:t>
                </a:r>
                <a:endParaRPr kumimoji="0" lang="zh-CN" altLang="en-US"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endParaRPr>
              </a:p>
            </p:txBody>
          </p:sp>
        </p:grpSp>
      </p:grpSp>
      <p:grpSp>
        <p:nvGrpSpPr>
          <p:cNvPr id="46" name="组合 45">
            <a:extLst>
              <a:ext uri="{FF2B5EF4-FFF2-40B4-BE49-F238E27FC236}">
                <a16:creationId xmlns:a16="http://schemas.microsoft.com/office/drawing/2014/main" id="{8604B901-DEF0-4DA5-8081-584EDB1B10EB}"/>
              </a:ext>
            </a:extLst>
          </p:cNvPr>
          <p:cNvGrpSpPr/>
          <p:nvPr/>
        </p:nvGrpSpPr>
        <p:grpSpPr>
          <a:xfrm>
            <a:off x="6195556" y="3490455"/>
            <a:ext cx="2688449" cy="1098506"/>
            <a:chOff x="5337036" y="1031947"/>
            <a:chExt cx="2688449" cy="1098506"/>
          </a:xfrm>
        </p:grpSpPr>
        <p:sp>
          <p:nvSpPr>
            <p:cNvPr id="47" name="文本框 46">
              <a:extLst>
                <a:ext uri="{FF2B5EF4-FFF2-40B4-BE49-F238E27FC236}">
                  <a16:creationId xmlns:a16="http://schemas.microsoft.com/office/drawing/2014/main" id="{F93BA0B9-4FDA-4DEE-A82A-8733841DB5D6}"/>
                </a:ext>
              </a:extLst>
            </p:cNvPr>
            <p:cNvSpPr txBox="1"/>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rPr>
                <a:t>3</a:t>
              </a:r>
              <a:endParaRPr kumimoji="0" lang="zh-CN" altLang="en-US" sz="6000" b="1" i="1" u="none" strike="noStrike" kern="1200" cap="none" spc="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ea"/>
                <a:sym typeface="+mn-lt"/>
              </a:endParaRPr>
            </a:p>
          </p:txBody>
        </p:sp>
        <p:grpSp>
          <p:nvGrpSpPr>
            <p:cNvPr id="48" name="组合 47">
              <a:extLst>
                <a:ext uri="{FF2B5EF4-FFF2-40B4-BE49-F238E27FC236}">
                  <a16:creationId xmlns:a16="http://schemas.microsoft.com/office/drawing/2014/main" id="{39E73199-5063-4C49-B0F2-EB4D0DE1A904}"/>
                </a:ext>
              </a:extLst>
            </p:cNvPr>
            <p:cNvGrpSpPr/>
            <p:nvPr/>
          </p:nvGrpSpPr>
          <p:grpSpPr>
            <a:xfrm>
              <a:off x="6384010" y="1248904"/>
              <a:ext cx="1641475" cy="797491"/>
              <a:chOff x="6384011" y="1247332"/>
              <a:chExt cx="1641475" cy="790542"/>
            </a:xfrm>
          </p:grpSpPr>
          <p:sp>
            <p:nvSpPr>
              <p:cNvPr id="49" name="文本框 48">
                <a:extLst>
                  <a:ext uri="{FF2B5EF4-FFF2-40B4-BE49-F238E27FC236}">
                    <a16:creationId xmlns:a16="http://schemas.microsoft.com/office/drawing/2014/main" id="{EAF4F4A3-E3E5-4ACB-B7C5-0D9279E93E0F}"/>
                  </a:ext>
                </a:extLst>
              </p:cNvPr>
              <p:cNvSpPr txBox="1"/>
              <p:nvPr/>
            </p:nvSpPr>
            <p:spPr>
              <a:xfrm>
                <a:off x="6384011" y="1247332"/>
                <a:ext cx="1641475" cy="536141"/>
              </a:xfrm>
              <a:prstGeom prst="rect">
                <a:avLst/>
              </a:prstGeom>
              <a:noFill/>
            </p:spPr>
            <p:txBody>
              <a:bodyPr wrap="non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zh-CN" altLang="en-US" sz="3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mn-lt"/>
                  </a:rPr>
                  <a:t>研究结果</a:t>
                </a:r>
              </a:p>
            </p:txBody>
          </p:sp>
          <p:sp>
            <p:nvSpPr>
              <p:cNvPr id="50" name="文本框 49">
                <a:extLst>
                  <a:ext uri="{FF2B5EF4-FFF2-40B4-BE49-F238E27FC236}">
                    <a16:creationId xmlns:a16="http://schemas.microsoft.com/office/drawing/2014/main" id="{FA9F0505-2260-4EBA-9C18-F0E4167E158E}"/>
                  </a:ext>
                </a:extLst>
              </p:cNvPr>
              <p:cNvSpPr txBox="1"/>
              <p:nvPr/>
            </p:nvSpPr>
            <p:spPr>
              <a:xfrm>
                <a:off x="6384142" y="1773078"/>
                <a:ext cx="1578958" cy="264796"/>
              </a:xfrm>
              <a:prstGeom prst="rect">
                <a:avLst/>
              </a:prstGeom>
              <a:noFill/>
            </p:spPr>
            <p:txBody>
              <a:bodyPr wrap="none" lIns="0" tIns="0" rIns="0" bIns="0" rtlCol="0">
                <a:spAutoFit/>
              </a:bodyPr>
              <a:lstStyle/>
              <a:p>
                <a:pPr lvl="0" eaLnBrk="0" fontAlgn="base" hangingPunct="0">
                  <a:lnSpc>
                    <a:spcPct val="120000"/>
                  </a:lnSpc>
                  <a:spcBef>
                    <a:spcPct val="0"/>
                  </a:spcBef>
                  <a:spcAft>
                    <a:spcPct val="0"/>
                  </a:spcAft>
                  <a:defRPr/>
                </a:pPr>
                <a:r>
                  <a:rPr lang="en-US" altLang="zh-CN" sz="1600" dirty="0">
                    <a:solidFill>
                      <a:srgbClr val="FFFFFF">
                        <a:lumMod val="75000"/>
                      </a:srgbClr>
                    </a:solidFill>
                    <a:latin typeface="Century Gothic" panose="020B0502020202020204" pitchFamily="34" charset="0"/>
                    <a:ea typeface="微软雅黑" panose="020B0503020204020204" pitchFamily="34" charset="-122"/>
                    <a:cs typeface="+mn-ea"/>
                    <a:sym typeface="+mn-lt"/>
                  </a:rPr>
                  <a:t>Research results</a:t>
                </a:r>
                <a:endParaRPr kumimoji="0" lang="zh-CN" altLang="en-US" sz="1600" b="0" i="0" u="none" strike="noStrike" kern="1200" cap="none" spc="0" normalizeH="0" baseline="0" noProof="0" dirty="0">
                  <a:ln>
                    <a:noFill/>
                  </a:ln>
                  <a:solidFill>
                    <a:srgbClr val="FFFFFF">
                      <a:lumMod val="75000"/>
                    </a:srgbClr>
                  </a:solidFill>
                  <a:effectLst/>
                  <a:uLnTx/>
                  <a:uFillTx/>
                  <a:latin typeface="Century Gothic" panose="020B0502020202020204" pitchFamily="34" charset="0"/>
                  <a:ea typeface="微软雅黑" panose="020B0503020204020204" pitchFamily="34" charset="-122"/>
                  <a:cs typeface="+mn-ea"/>
                  <a:sym typeface="+mn-lt"/>
                </a:endParaRPr>
              </a:p>
            </p:txBody>
          </p:sp>
        </p:grpSp>
      </p:grpSp>
    </p:spTree>
    <p:extLst>
      <p:ext uri="{BB962C8B-B14F-4D97-AF65-F5344CB8AC3E}">
        <p14:creationId xmlns:p14="http://schemas.microsoft.com/office/powerpoint/2010/main" val="694635709"/>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占位符 11">
            <a:extLst>
              <a:ext uri="{FF2B5EF4-FFF2-40B4-BE49-F238E27FC236}">
                <a16:creationId xmlns:a16="http://schemas.microsoft.com/office/drawing/2014/main" id="{B7D2D181-0346-43D2-9F2E-5DAF7DD81B01}"/>
              </a:ext>
            </a:extLst>
          </p:cNvPr>
          <p:cNvSpPr>
            <a:spLocks noGrp="1"/>
          </p:cNvSpPr>
          <p:nvPr>
            <p:ph type="body" sz="quarter" idx="12"/>
          </p:nvPr>
        </p:nvSpPr>
        <p:spPr/>
        <p:txBody>
          <a:bodyPr/>
          <a:lstStyle/>
          <a:p>
            <a:r>
              <a:rPr lang="zh-CN" altLang="en-US" dirty="0"/>
              <a:t>第一部分 ▷▷</a:t>
            </a:r>
            <a:endParaRPr lang="zh-CN" altLang="en-US" dirty="0">
              <a:blipFill>
                <a:blip r:embed="rId3"/>
                <a:stretch>
                  <a:fillRect/>
                </a:stretch>
              </a:blipFill>
            </a:endParaRPr>
          </a:p>
        </p:txBody>
      </p:sp>
      <p:sp>
        <p:nvSpPr>
          <p:cNvPr id="13" name="文本占位符 12">
            <a:extLst>
              <a:ext uri="{FF2B5EF4-FFF2-40B4-BE49-F238E27FC236}">
                <a16:creationId xmlns:a16="http://schemas.microsoft.com/office/drawing/2014/main" id="{9112ECF1-1F56-49D7-B987-8479EEBCD294}"/>
              </a:ext>
            </a:extLst>
          </p:cNvPr>
          <p:cNvSpPr>
            <a:spLocks noGrp="1"/>
          </p:cNvSpPr>
          <p:nvPr>
            <p:ph type="body" sz="quarter" idx="13"/>
          </p:nvPr>
        </p:nvSpPr>
        <p:spPr/>
        <p:txBody>
          <a:bodyPr/>
          <a:lstStyle/>
          <a:p>
            <a:r>
              <a:rPr lang="zh-CN" altLang="en-US" dirty="0"/>
              <a:t>绪论</a:t>
            </a:r>
          </a:p>
        </p:txBody>
      </p:sp>
      <p:sp>
        <p:nvSpPr>
          <p:cNvPr id="25" name="文本占位符 24">
            <a:extLst>
              <a:ext uri="{FF2B5EF4-FFF2-40B4-BE49-F238E27FC236}">
                <a16:creationId xmlns:a16="http://schemas.microsoft.com/office/drawing/2014/main" id="{32977950-DB53-4173-9011-DCA663AD8383}"/>
              </a:ext>
            </a:extLst>
          </p:cNvPr>
          <p:cNvSpPr>
            <a:spLocks noGrp="1"/>
          </p:cNvSpPr>
          <p:nvPr>
            <p:ph type="body" sz="quarter" idx="14"/>
          </p:nvPr>
        </p:nvSpPr>
        <p:spPr/>
        <p:txBody>
          <a:bodyPr/>
          <a:lstStyle/>
          <a:p>
            <a:r>
              <a:rPr lang="zh-CN" altLang="en-US" dirty="0"/>
              <a:t>研究背景</a:t>
            </a:r>
            <a:br>
              <a:rPr lang="en-US" altLang="zh-CN" dirty="0"/>
            </a:br>
            <a:r>
              <a:rPr lang="zh-CN" altLang="en-US" dirty="0"/>
              <a:t>研究意义</a:t>
            </a:r>
            <a:br>
              <a:rPr lang="en-US" altLang="zh-CN" dirty="0"/>
            </a:br>
            <a:endParaRPr lang="zh-CN" altLang="en-US" dirty="0"/>
          </a:p>
        </p:txBody>
      </p:sp>
      <p:sp>
        <p:nvSpPr>
          <p:cNvPr id="17" name="任意多边形: 形状 16">
            <a:extLst>
              <a:ext uri="{FF2B5EF4-FFF2-40B4-BE49-F238E27FC236}">
                <a16:creationId xmlns:a16="http://schemas.microsoft.com/office/drawing/2014/main" id="{01ADD8D0-8287-4921-9177-230EA04F2C62}"/>
              </a:ext>
            </a:extLst>
          </p:cNvPr>
          <p:cNvSpPr/>
          <p:nvPr/>
        </p:nvSpPr>
        <p:spPr>
          <a:xfrm flipV="1">
            <a:off x="660399" y="3428999"/>
            <a:ext cx="447765"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262847"/>
              <a:gd name="connsiteX1" fmla="*/ 6415214 w 6415214"/>
              <a:gd name="connsiteY1" fmla="*/ 171407 h 262847"/>
              <a:gd name="connsiteX2" fmla="*/ 6415214 w 6415214"/>
              <a:gd name="connsiteY2" fmla="*/ 100390 h 262847"/>
              <a:gd name="connsiteX3" fmla="*/ 511261 w 6415214"/>
              <a:gd name="connsiteY3" fmla="*/ 100390 h 262847"/>
              <a:gd name="connsiteX4" fmla="*/ 229919 w 6415214"/>
              <a:gd name="connsiteY4" fmla="*/ 0 h 262847"/>
              <a:gd name="connsiteX5" fmla="*/ 229919 w 6415214"/>
              <a:gd name="connsiteY5" fmla="*/ 100390 h 262847"/>
              <a:gd name="connsiteX6" fmla="*/ 0 w 6415214"/>
              <a:gd name="connsiteY6" fmla="*/ 100390 h 262847"/>
              <a:gd name="connsiteX7" fmla="*/ 91440 w 6415214"/>
              <a:gd name="connsiteY7" fmla="*/ 262847 h 262847"/>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171407"/>
              <a:gd name="connsiteX1" fmla="*/ 6415214 w 6415214"/>
              <a:gd name="connsiteY1" fmla="*/ 100390 h 171407"/>
              <a:gd name="connsiteX2" fmla="*/ 511261 w 6415214"/>
              <a:gd name="connsiteY2" fmla="*/ 100390 h 171407"/>
              <a:gd name="connsiteX3" fmla="*/ 229919 w 6415214"/>
              <a:gd name="connsiteY3" fmla="*/ 0 h 171407"/>
              <a:gd name="connsiteX4" fmla="*/ 229919 w 6415214"/>
              <a:gd name="connsiteY4" fmla="*/ 100390 h 171407"/>
              <a:gd name="connsiteX5" fmla="*/ 0 w 6415214"/>
              <a:gd name="connsiteY5" fmla="*/ 100390 h 171407"/>
              <a:gd name="connsiteX0" fmla="*/ 6415214 w 6415214"/>
              <a:gd name="connsiteY0" fmla="*/ 100390 h 100390"/>
              <a:gd name="connsiteX1" fmla="*/ 511261 w 6415214"/>
              <a:gd name="connsiteY1" fmla="*/ 100390 h 100390"/>
              <a:gd name="connsiteX2" fmla="*/ 229919 w 6415214"/>
              <a:gd name="connsiteY2" fmla="*/ 0 h 100390"/>
              <a:gd name="connsiteX3" fmla="*/ 229919 w 6415214"/>
              <a:gd name="connsiteY3" fmla="*/ 100390 h 100390"/>
              <a:gd name="connsiteX4" fmla="*/ 0 w 6415214"/>
              <a:gd name="connsiteY4" fmla="*/ 100390 h 100390"/>
              <a:gd name="connsiteX0" fmla="*/ 6415214 w 6415214"/>
              <a:gd name="connsiteY0" fmla="*/ 195640 h 195640"/>
              <a:gd name="connsiteX1" fmla="*/ 511261 w 6415214"/>
              <a:gd name="connsiteY1" fmla="*/ 195640 h 195640"/>
              <a:gd name="connsiteX2" fmla="*/ 227538 w 6415214"/>
              <a:gd name="connsiteY2" fmla="*/ 0 h 195640"/>
              <a:gd name="connsiteX3" fmla="*/ 229919 w 6415214"/>
              <a:gd name="connsiteY3" fmla="*/ 195640 h 195640"/>
              <a:gd name="connsiteX4" fmla="*/ 0 w 6415214"/>
              <a:gd name="connsiteY4" fmla="*/ 195640 h 195640"/>
              <a:gd name="connsiteX0" fmla="*/ 6415214 w 6415214"/>
              <a:gd name="connsiteY0" fmla="*/ 193259 h 193259"/>
              <a:gd name="connsiteX1" fmla="*/ 511261 w 6415214"/>
              <a:gd name="connsiteY1" fmla="*/ 193259 h 193259"/>
              <a:gd name="connsiteX2" fmla="*/ 232301 w 6415214"/>
              <a:gd name="connsiteY2" fmla="*/ 0 h 193259"/>
              <a:gd name="connsiteX3" fmla="*/ 229919 w 6415214"/>
              <a:gd name="connsiteY3" fmla="*/ 193259 h 193259"/>
              <a:gd name="connsiteX4" fmla="*/ 0 w 6415214"/>
              <a:gd name="connsiteY4" fmla="*/ 193259 h 193259"/>
              <a:gd name="connsiteX0" fmla="*/ 511261 w 511261"/>
              <a:gd name="connsiteY0" fmla="*/ 193259 h 193259"/>
              <a:gd name="connsiteX1" fmla="*/ 232301 w 511261"/>
              <a:gd name="connsiteY1" fmla="*/ 0 h 193259"/>
              <a:gd name="connsiteX2" fmla="*/ 229919 w 511261"/>
              <a:gd name="connsiteY2" fmla="*/ 193259 h 193259"/>
              <a:gd name="connsiteX3" fmla="*/ 0 w 511261"/>
              <a:gd name="connsiteY3" fmla="*/ 193259 h 193259"/>
            </a:gdLst>
            <a:ahLst/>
            <a:cxnLst>
              <a:cxn ang="0">
                <a:pos x="connsiteX0" y="connsiteY0"/>
              </a:cxn>
              <a:cxn ang="0">
                <a:pos x="connsiteX1" y="connsiteY1"/>
              </a:cxn>
              <a:cxn ang="0">
                <a:pos x="connsiteX2" y="connsiteY2"/>
              </a:cxn>
              <a:cxn ang="0">
                <a:pos x="connsiteX3" y="connsiteY3"/>
              </a:cxn>
            </a:cxnLst>
            <a:rect l="l" t="t" r="r" b="b"/>
            <a:pathLst>
              <a:path w="511261" h="193259">
                <a:moveTo>
                  <a:pt x="511261" y="193259"/>
                </a:moveTo>
                <a:lnTo>
                  <a:pt x="232301" y="0"/>
                </a:lnTo>
                <a:cubicBezTo>
                  <a:pt x="233095" y="65213"/>
                  <a:pt x="229125" y="128046"/>
                  <a:pt x="229919" y="193259"/>
                </a:cubicBezTo>
                <a:lnTo>
                  <a:pt x="0" y="193259"/>
                </a:ln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3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ea"/>
              <a:sym typeface="+mn-lt"/>
            </a:endParaRPr>
          </a:p>
        </p:txBody>
      </p:sp>
      <p:cxnSp>
        <p:nvCxnSpPr>
          <p:cNvPr id="18" name="直接连接符 17">
            <a:extLst>
              <a:ext uri="{FF2B5EF4-FFF2-40B4-BE49-F238E27FC236}">
                <a16:creationId xmlns:a16="http://schemas.microsoft.com/office/drawing/2014/main" id="{C370C460-24EB-4B65-9712-35D099499EFA}"/>
              </a:ext>
            </a:extLst>
          </p:cNvPr>
          <p:cNvCxnSpPr>
            <a:cxnSpLocks/>
            <a:stCxn id="17" idx="0"/>
          </p:cNvCxnSpPr>
          <p:nvPr/>
        </p:nvCxnSpPr>
        <p:spPr>
          <a:xfrm>
            <a:off x="1108164" y="3428999"/>
            <a:ext cx="5165636" cy="0"/>
          </a:xfrm>
          <a:prstGeom prst="lin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584088402"/>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占位符 11">
            <a:extLst>
              <a:ext uri="{FF2B5EF4-FFF2-40B4-BE49-F238E27FC236}">
                <a16:creationId xmlns:a16="http://schemas.microsoft.com/office/drawing/2014/main" id="{B7D2D181-0346-43D2-9F2E-5DAF7DD81B01}"/>
              </a:ext>
            </a:extLst>
          </p:cNvPr>
          <p:cNvSpPr>
            <a:spLocks noGrp="1"/>
          </p:cNvSpPr>
          <p:nvPr>
            <p:ph type="body" sz="quarter" idx="12"/>
          </p:nvPr>
        </p:nvSpPr>
        <p:spPr/>
        <p:txBody>
          <a:bodyPr/>
          <a:lstStyle/>
          <a:p>
            <a:r>
              <a:rPr lang="zh-CN" altLang="en-US" dirty="0"/>
              <a:t>第二部分 ▷▷</a:t>
            </a:r>
            <a:endParaRPr lang="zh-CN" altLang="en-US" dirty="0">
              <a:blipFill>
                <a:blip r:embed="rId3"/>
                <a:stretch>
                  <a:fillRect/>
                </a:stretch>
              </a:blipFill>
            </a:endParaRPr>
          </a:p>
        </p:txBody>
      </p:sp>
      <p:sp>
        <p:nvSpPr>
          <p:cNvPr id="13" name="文本占位符 12">
            <a:extLst>
              <a:ext uri="{FF2B5EF4-FFF2-40B4-BE49-F238E27FC236}">
                <a16:creationId xmlns:a16="http://schemas.microsoft.com/office/drawing/2014/main" id="{9112ECF1-1F56-49D7-B987-8479EEBCD294}"/>
              </a:ext>
            </a:extLst>
          </p:cNvPr>
          <p:cNvSpPr>
            <a:spLocks noGrp="1"/>
          </p:cNvSpPr>
          <p:nvPr>
            <p:ph type="body" sz="quarter" idx="13"/>
          </p:nvPr>
        </p:nvSpPr>
        <p:spPr/>
        <p:txBody>
          <a:bodyPr/>
          <a:lstStyle/>
          <a:p>
            <a:r>
              <a:rPr lang="zh-CN" altLang="en-US" dirty="0"/>
              <a:t>请在此处添加你的标题</a:t>
            </a:r>
          </a:p>
        </p:txBody>
      </p:sp>
      <p:sp>
        <p:nvSpPr>
          <p:cNvPr id="25" name="文本占位符 24">
            <a:extLst>
              <a:ext uri="{FF2B5EF4-FFF2-40B4-BE49-F238E27FC236}">
                <a16:creationId xmlns:a16="http://schemas.microsoft.com/office/drawing/2014/main" id="{32977950-DB53-4173-9011-DCA663AD8383}"/>
              </a:ext>
            </a:extLst>
          </p:cNvPr>
          <p:cNvSpPr>
            <a:spLocks noGrp="1"/>
          </p:cNvSpPr>
          <p:nvPr>
            <p:ph type="body" sz="quarter" idx="14"/>
          </p:nvPr>
        </p:nvSpPr>
        <p:spPr/>
        <p:txBody>
          <a:bodyPr/>
          <a:lstStyle/>
          <a:p>
            <a:r>
              <a:rPr lang="zh-CN" altLang="en-US" dirty="0"/>
              <a:t>这里可以写一点点文字，介绍此章节主要内容</a:t>
            </a:r>
          </a:p>
          <a:p>
            <a:r>
              <a:rPr lang="zh-CN" altLang="en-US" dirty="0"/>
              <a:t>国外现状</a:t>
            </a:r>
          </a:p>
          <a:p>
            <a:r>
              <a:rPr lang="zh-CN" altLang="en-US" dirty="0"/>
              <a:t>国内现状</a:t>
            </a:r>
          </a:p>
          <a:p>
            <a:r>
              <a:rPr lang="en-US" altLang="zh-CN" dirty="0"/>
              <a:t>…</a:t>
            </a:r>
          </a:p>
          <a:p>
            <a:pPr marL="0" indent="0">
              <a:buNone/>
            </a:pPr>
            <a:endParaRPr lang="zh-CN" altLang="en-US" dirty="0"/>
          </a:p>
        </p:txBody>
      </p:sp>
      <p:sp>
        <p:nvSpPr>
          <p:cNvPr id="17" name="任意多边形: 形状 16">
            <a:extLst>
              <a:ext uri="{FF2B5EF4-FFF2-40B4-BE49-F238E27FC236}">
                <a16:creationId xmlns:a16="http://schemas.microsoft.com/office/drawing/2014/main" id="{01ADD8D0-8287-4921-9177-230EA04F2C62}"/>
              </a:ext>
            </a:extLst>
          </p:cNvPr>
          <p:cNvSpPr/>
          <p:nvPr/>
        </p:nvSpPr>
        <p:spPr>
          <a:xfrm flipV="1">
            <a:off x="660399" y="3428999"/>
            <a:ext cx="447765"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262847"/>
              <a:gd name="connsiteX1" fmla="*/ 6415214 w 6415214"/>
              <a:gd name="connsiteY1" fmla="*/ 171407 h 262847"/>
              <a:gd name="connsiteX2" fmla="*/ 6415214 w 6415214"/>
              <a:gd name="connsiteY2" fmla="*/ 100390 h 262847"/>
              <a:gd name="connsiteX3" fmla="*/ 511261 w 6415214"/>
              <a:gd name="connsiteY3" fmla="*/ 100390 h 262847"/>
              <a:gd name="connsiteX4" fmla="*/ 229919 w 6415214"/>
              <a:gd name="connsiteY4" fmla="*/ 0 h 262847"/>
              <a:gd name="connsiteX5" fmla="*/ 229919 w 6415214"/>
              <a:gd name="connsiteY5" fmla="*/ 100390 h 262847"/>
              <a:gd name="connsiteX6" fmla="*/ 0 w 6415214"/>
              <a:gd name="connsiteY6" fmla="*/ 100390 h 262847"/>
              <a:gd name="connsiteX7" fmla="*/ 91440 w 6415214"/>
              <a:gd name="connsiteY7" fmla="*/ 262847 h 262847"/>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171407"/>
              <a:gd name="connsiteX1" fmla="*/ 6415214 w 6415214"/>
              <a:gd name="connsiteY1" fmla="*/ 100390 h 171407"/>
              <a:gd name="connsiteX2" fmla="*/ 511261 w 6415214"/>
              <a:gd name="connsiteY2" fmla="*/ 100390 h 171407"/>
              <a:gd name="connsiteX3" fmla="*/ 229919 w 6415214"/>
              <a:gd name="connsiteY3" fmla="*/ 0 h 171407"/>
              <a:gd name="connsiteX4" fmla="*/ 229919 w 6415214"/>
              <a:gd name="connsiteY4" fmla="*/ 100390 h 171407"/>
              <a:gd name="connsiteX5" fmla="*/ 0 w 6415214"/>
              <a:gd name="connsiteY5" fmla="*/ 100390 h 171407"/>
              <a:gd name="connsiteX0" fmla="*/ 6415214 w 6415214"/>
              <a:gd name="connsiteY0" fmla="*/ 100390 h 100390"/>
              <a:gd name="connsiteX1" fmla="*/ 511261 w 6415214"/>
              <a:gd name="connsiteY1" fmla="*/ 100390 h 100390"/>
              <a:gd name="connsiteX2" fmla="*/ 229919 w 6415214"/>
              <a:gd name="connsiteY2" fmla="*/ 0 h 100390"/>
              <a:gd name="connsiteX3" fmla="*/ 229919 w 6415214"/>
              <a:gd name="connsiteY3" fmla="*/ 100390 h 100390"/>
              <a:gd name="connsiteX4" fmla="*/ 0 w 6415214"/>
              <a:gd name="connsiteY4" fmla="*/ 100390 h 100390"/>
              <a:gd name="connsiteX0" fmla="*/ 6415214 w 6415214"/>
              <a:gd name="connsiteY0" fmla="*/ 195640 h 195640"/>
              <a:gd name="connsiteX1" fmla="*/ 511261 w 6415214"/>
              <a:gd name="connsiteY1" fmla="*/ 195640 h 195640"/>
              <a:gd name="connsiteX2" fmla="*/ 227538 w 6415214"/>
              <a:gd name="connsiteY2" fmla="*/ 0 h 195640"/>
              <a:gd name="connsiteX3" fmla="*/ 229919 w 6415214"/>
              <a:gd name="connsiteY3" fmla="*/ 195640 h 195640"/>
              <a:gd name="connsiteX4" fmla="*/ 0 w 6415214"/>
              <a:gd name="connsiteY4" fmla="*/ 195640 h 195640"/>
              <a:gd name="connsiteX0" fmla="*/ 6415214 w 6415214"/>
              <a:gd name="connsiteY0" fmla="*/ 193259 h 193259"/>
              <a:gd name="connsiteX1" fmla="*/ 511261 w 6415214"/>
              <a:gd name="connsiteY1" fmla="*/ 193259 h 193259"/>
              <a:gd name="connsiteX2" fmla="*/ 232301 w 6415214"/>
              <a:gd name="connsiteY2" fmla="*/ 0 h 193259"/>
              <a:gd name="connsiteX3" fmla="*/ 229919 w 6415214"/>
              <a:gd name="connsiteY3" fmla="*/ 193259 h 193259"/>
              <a:gd name="connsiteX4" fmla="*/ 0 w 6415214"/>
              <a:gd name="connsiteY4" fmla="*/ 193259 h 193259"/>
              <a:gd name="connsiteX0" fmla="*/ 511261 w 511261"/>
              <a:gd name="connsiteY0" fmla="*/ 193259 h 193259"/>
              <a:gd name="connsiteX1" fmla="*/ 232301 w 511261"/>
              <a:gd name="connsiteY1" fmla="*/ 0 h 193259"/>
              <a:gd name="connsiteX2" fmla="*/ 229919 w 511261"/>
              <a:gd name="connsiteY2" fmla="*/ 193259 h 193259"/>
              <a:gd name="connsiteX3" fmla="*/ 0 w 511261"/>
              <a:gd name="connsiteY3" fmla="*/ 193259 h 193259"/>
            </a:gdLst>
            <a:ahLst/>
            <a:cxnLst>
              <a:cxn ang="0">
                <a:pos x="connsiteX0" y="connsiteY0"/>
              </a:cxn>
              <a:cxn ang="0">
                <a:pos x="connsiteX1" y="connsiteY1"/>
              </a:cxn>
              <a:cxn ang="0">
                <a:pos x="connsiteX2" y="connsiteY2"/>
              </a:cxn>
              <a:cxn ang="0">
                <a:pos x="connsiteX3" y="connsiteY3"/>
              </a:cxn>
            </a:cxnLst>
            <a:rect l="l" t="t" r="r" b="b"/>
            <a:pathLst>
              <a:path w="511261" h="193259">
                <a:moveTo>
                  <a:pt x="511261" y="193259"/>
                </a:moveTo>
                <a:lnTo>
                  <a:pt x="232301" y="0"/>
                </a:lnTo>
                <a:cubicBezTo>
                  <a:pt x="233095" y="65213"/>
                  <a:pt x="229125" y="128046"/>
                  <a:pt x="229919" y="193259"/>
                </a:cubicBezTo>
                <a:lnTo>
                  <a:pt x="0" y="193259"/>
                </a:ln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3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ea"/>
              <a:sym typeface="+mn-lt"/>
            </a:endParaRPr>
          </a:p>
        </p:txBody>
      </p:sp>
      <p:cxnSp>
        <p:nvCxnSpPr>
          <p:cNvPr id="18" name="直接连接符 17">
            <a:extLst>
              <a:ext uri="{FF2B5EF4-FFF2-40B4-BE49-F238E27FC236}">
                <a16:creationId xmlns:a16="http://schemas.microsoft.com/office/drawing/2014/main" id="{C370C460-24EB-4B65-9712-35D099499EFA}"/>
              </a:ext>
            </a:extLst>
          </p:cNvPr>
          <p:cNvCxnSpPr>
            <a:cxnSpLocks/>
            <a:stCxn id="17" idx="0"/>
          </p:cNvCxnSpPr>
          <p:nvPr/>
        </p:nvCxnSpPr>
        <p:spPr>
          <a:xfrm>
            <a:off x="1108164" y="3428999"/>
            <a:ext cx="5165636" cy="0"/>
          </a:xfrm>
          <a:prstGeom prst="lin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772708502"/>
      </p:ext>
    </p:extLst>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占位符 11">
            <a:extLst>
              <a:ext uri="{FF2B5EF4-FFF2-40B4-BE49-F238E27FC236}">
                <a16:creationId xmlns:a16="http://schemas.microsoft.com/office/drawing/2014/main" id="{B7D2D181-0346-43D2-9F2E-5DAF7DD81B01}"/>
              </a:ext>
            </a:extLst>
          </p:cNvPr>
          <p:cNvSpPr>
            <a:spLocks noGrp="1"/>
          </p:cNvSpPr>
          <p:nvPr>
            <p:ph type="body" sz="quarter" idx="12"/>
          </p:nvPr>
        </p:nvSpPr>
        <p:spPr/>
        <p:txBody>
          <a:bodyPr/>
          <a:lstStyle/>
          <a:p>
            <a:r>
              <a:rPr lang="zh-CN" altLang="en-US" dirty="0"/>
              <a:t>第三部分 ▷▷</a:t>
            </a:r>
            <a:endParaRPr lang="zh-CN" altLang="en-US" dirty="0">
              <a:blipFill>
                <a:blip r:embed="rId3"/>
                <a:stretch>
                  <a:fillRect/>
                </a:stretch>
              </a:blipFill>
            </a:endParaRPr>
          </a:p>
        </p:txBody>
      </p:sp>
      <p:sp>
        <p:nvSpPr>
          <p:cNvPr id="13" name="文本占位符 12">
            <a:extLst>
              <a:ext uri="{FF2B5EF4-FFF2-40B4-BE49-F238E27FC236}">
                <a16:creationId xmlns:a16="http://schemas.microsoft.com/office/drawing/2014/main" id="{9112ECF1-1F56-49D7-B987-8479EEBCD294}"/>
              </a:ext>
            </a:extLst>
          </p:cNvPr>
          <p:cNvSpPr>
            <a:spLocks noGrp="1"/>
          </p:cNvSpPr>
          <p:nvPr>
            <p:ph type="body" sz="quarter" idx="13"/>
          </p:nvPr>
        </p:nvSpPr>
        <p:spPr/>
        <p:txBody>
          <a:bodyPr/>
          <a:lstStyle/>
          <a:p>
            <a:r>
              <a:rPr lang="zh-CN" altLang="en-US" dirty="0"/>
              <a:t>请在此处添加你的标题</a:t>
            </a:r>
          </a:p>
        </p:txBody>
      </p:sp>
      <p:sp>
        <p:nvSpPr>
          <p:cNvPr id="25" name="文本占位符 24">
            <a:extLst>
              <a:ext uri="{FF2B5EF4-FFF2-40B4-BE49-F238E27FC236}">
                <a16:creationId xmlns:a16="http://schemas.microsoft.com/office/drawing/2014/main" id="{32977950-DB53-4173-9011-DCA663AD8383}"/>
              </a:ext>
            </a:extLst>
          </p:cNvPr>
          <p:cNvSpPr>
            <a:spLocks noGrp="1"/>
          </p:cNvSpPr>
          <p:nvPr>
            <p:ph type="body" sz="quarter" idx="14"/>
          </p:nvPr>
        </p:nvSpPr>
        <p:spPr/>
        <p:txBody>
          <a:bodyPr/>
          <a:lstStyle/>
          <a:p>
            <a:r>
              <a:rPr lang="zh-CN" altLang="en-US" dirty="0"/>
              <a:t>这里可以写一点点文字，介绍此章节主要内容</a:t>
            </a:r>
          </a:p>
          <a:p>
            <a:r>
              <a:rPr lang="zh-CN" altLang="en-US" dirty="0"/>
              <a:t>国外现状</a:t>
            </a:r>
          </a:p>
          <a:p>
            <a:r>
              <a:rPr lang="zh-CN" altLang="en-US" dirty="0"/>
              <a:t>国内现状</a:t>
            </a:r>
          </a:p>
          <a:p>
            <a:r>
              <a:rPr lang="en-US" altLang="zh-CN" dirty="0"/>
              <a:t>…</a:t>
            </a:r>
          </a:p>
          <a:p>
            <a:pPr marL="0" indent="0">
              <a:buNone/>
            </a:pPr>
            <a:endParaRPr lang="zh-CN" altLang="en-US" dirty="0"/>
          </a:p>
        </p:txBody>
      </p:sp>
      <p:sp>
        <p:nvSpPr>
          <p:cNvPr id="17" name="任意多边形: 形状 16">
            <a:extLst>
              <a:ext uri="{FF2B5EF4-FFF2-40B4-BE49-F238E27FC236}">
                <a16:creationId xmlns:a16="http://schemas.microsoft.com/office/drawing/2014/main" id="{01ADD8D0-8287-4921-9177-230EA04F2C62}"/>
              </a:ext>
            </a:extLst>
          </p:cNvPr>
          <p:cNvSpPr/>
          <p:nvPr/>
        </p:nvSpPr>
        <p:spPr>
          <a:xfrm flipV="1">
            <a:off x="660399" y="3428999"/>
            <a:ext cx="447765"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262847"/>
              <a:gd name="connsiteX1" fmla="*/ 6415214 w 6415214"/>
              <a:gd name="connsiteY1" fmla="*/ 171407 h 262847"/>
              <a:gd name="connsiteX2" fmla="*/ 6415214 w 6415214"/>
              <a:gd name="connsiteY2" fmla="*/ 100390 h 262847"/>
              <a:gd name="connsiteX3" fmla="*/ 511261 w 6415214"/>
              <a:gd name="connsiteY3" fmla="*/ 100390 h 262847"/>
              <a:gd name="connsiteX4" fmla="*/ 229919 w 6415214"/>
              <a:gd name="connsiteY4" fmla="*/ 0 h 262847"/>
              <a:gd name="connsiteX5" fmla="*/ 229919 w 6415214"/>
              <a:gd name="connsiteY5" fmla="*/ 100390 h 262847"/>
              <a:gd name="connsiteX6" fmla="*/ 0 w 6415214"/>
              <a:gd name="connsiteY6" fmla="*/ 100390 h 262847"/>
              <a:gd name="connsiteX7" fmla="*/ 91440 w 6415214"/>
              <a:gd name="connsiteY7" fmla="*/ 262847 h 262847"/>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171407"/>
              <a:gd name="connsiteX1" fmla="*/ 6415214 w 6415214"/>
              <a:gd name="connsiteY1" fmla="*/ 100390 h 171407"/>
              <a:gd name="connsiteX2" fmla="*/ 511261 w 6415214"/>
              <a:gd name="connsiteY2" fmla="*/ 100390 h 171407"/>
              <a:gd name="connsiteX3" fmla="*/ 229919 w 6415214"/>
              <a:gd name="connsiteY3" fmla="*/ 0 h 171407"/>
              <a:gd name="connsiteX4" fmla="*/ 229919 w 6415214"/>
              <a:gd name="connsiteY4" fmla="*/ 100390 h 171407"/>
              <a:gd name="connsiteX5" fmla="*/ 0 w 6415214"/>
              <a:gd name="connsiteY5" fmla="*/ 100390 h 171407"/>
              <a:gd name="connsiteX0" fmla="*/ 6415214 w 6415214"/>
              <a:gd name="connsiteY0" fmla="*/ 100390 h 100390"/>
              <a:gd name="connsiteX1" fmla="*/ 511261 w 6415214"/>
              <a:gd name="connsiteY1" fmla="*/ 100390 h 100390"/>
              <a:gd name="connsiteX2" fmla="*/ 229919 w 6415214"/>
              <a:gd name="connsiteY2" fmla="*/ 0 h 100390"/>
              <a:gd name="connsiteX3" fmla="*/ 229919 w 6415214"/>
              <a:gd name="connsiteY3" fmla="*/ 100390 h 100390"/>
              <a:gd name="connsiteX4" fmla="*/ 0 w 6415214"/>
              <a:gd name="connsiteY4" fmla="*/ 100390 h 100390"/>
              <a:gd name="connsiteX0" fmla="*/ 6415214 w 6415214"/>
              <a:gd name="connsiteY0" fmla="*/ 195640 h 195640"/>
              <a:gd name="connsiteX1" fmla="*/ 511261 w 6415214"/>
              <a:gd name="connsiteY1" fmla="*/ 195640 h 195640"/>
              <a:gd name="connsiteX2" fmla="*/ 227538 w 6415214"/>
              <a:gd name="connsiteY2" fmla="*/ 0 h 195640"/>
              <a:gd name="connsiteX3" fmla="*/ 229919 w 6415214"/>
              <a:gd name="connsiteY3" fmla="*/ 195640 h 195640"/>
              <a:gd name="connsiteX4" fmla="*/ 0 w 6415214"/>
              <a:gd name="connsiteY4" fmla="*/ 195640 h 195640"/>
              <a:gd name="connsiteX0" fmla="*/ 6415214 w 6415214"/>
              <a:gd name="connsiteY0" fmla="*/ 193259 h 193259"/>
              <a:gd name="connsiteX1" fmla="*/ 511261 w 6415214"/>
              <a:gd name="connsiteY1" fmla="*/ 193259 h 193259"/>
              <a:gd name="connsiteX2" fmla="*/ 232301 w 6415214"/>
              <a:gd name="connsiteY2" fmla="*/ 0 h 193259"/>
              <a:gd name="connsiteX3" fmla="*/ 229919 w 6415214"/>
              <a:gd name="connsiteY3" fmla="*/ 193259 h 193259"/>
              <a:gd name="connsiteX4" fmla="*/ 0 w 6415214"/>
              <a:gd name="connsiteY4" fmla="*/ 193259 h 193259"/>
              <a:gd name="connsiteX0" fmla="*/ 511261 w 511261"/>
              <a:gd name="connsiteY0" fmla="*/ 193259 h 193259"/>
              <a:gd name="connsiteX1" fmla="*/ 232301 w 511261"/>
              <a:gd name="connsiteY1" fmla="*/ 0 h 193259"/>
              <a:gd name="connsiteX2" fmla="*/ 229919 w 511261"/>
              <a:gd name="connsiteY2" fmla="*/ 193259 h 193259"/>
              <a:gd name="connsiteX3" fmla="*/ 0 w 511261"/>
              <a:gd name="connsiteY3" fmla="*/ 193259 h 193259"/>
            </a:gdLst>
            <a:ahLst/>
            <a:cxnLst>
              <a:cxn ang="0">
                <a:pos x="connsiteX0" y="connsiteY0"/>
              </a:cxn>
              <a:cxn ang="0">
                <a:pos x="connsiteX1" y="connsiteY1"/>
              </a:cxn>
              <a:cxn ang="0">
                <a:pos x="connsiteX2" y="connsiteY2"/>
              </a:cxn>
              <a:cxn ang="0">
                <a:pos x="connsiteX3" y="connsiteY3"/>
              </a:cxn>
            </a:cxnLst>
            <a:rect l="l" t="t" r="r" b="b"/>
            <a:pathLst>
              <a:path w="511261" h="193259">
                <a:moveTo>
                  <a:pt x="511261" y="193259"/>
                </a:moveTo>
                <a:lnTo>
                  <a:pt x="232301" y="0"/>
                </a:lnTo>
                <a:cubicBezTo>
                  <a:pt x="233095" y="65213"/>
                  <a:pt x="229125" y="128046"/>
                  <a:pt x="229919" y="193259"/>
                </a:cubicBezTo>
                <a:lnTo>
                  <a:pt x="0" y="193259"/>
                </a:ln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3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ea"/>
              <a:sym typeface="+mn-lt"/>
            </a:endParaRPr>
          </a:p>
        </p:txBody>
      </p:sp>
      <p:cxnSp>
        <p:nvCxnSpPr>
          <p:cNvPr id="18" name="直接连接符 17">
            <a:extLst>
              <a:ext uri="{FF2B5EF4-FFF2-40B4-BE49-F238E27FC236}">
                <a16:creationId xmlns:a16="http://schemas.microsoft.com/office/drawing/2014/main" id="{C370C460-24EB-4B65-9712-35D099499EFA}"/>
              </a:ext>
            </a:extLst>
          </p:cNvPr>
          <p:cNvCxnSpPr>
            <a:cxnSpLocks/>
            <a:stCxn id="17" idx="0"/>
          </p:cNvCxnSpPr>
          <p:nvPr/>
        </p:nvCxnSpPr>
        <p:spPr>
          <a:xfrm>
            <a:off x="1108164" y="3428999"/>
            <a:ext cx="5165636" cy="0"/>
          </a:xfrm>
          <a:prstGeom prst="lin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727804518"/>
      </p:ext>
    </p:extLst>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占位符 11">
            <a:extLst>
              <a:ext uri="{FF2B5EF4-FFF2-40B4-BE49-F238E27FC236}">
                <a16:creationId xmlns:a16="http://schemas.microsoft.com/office/drawing/2014/main" id="{B7D2D181-0346-43D2-9F2E-5DAF7DD81B01}"/>
              </a:ext>
            </a:extLst>
          </p:cNvPr>
          <p:cNvSpPr>
            <a:spLocks noGrp="1"/>
          </p:cNvSpPr>
          <p:nvPr>
            <p:ph type="body" sz="quarter" idx="12"/>
          </p:nvPr>
        </p:nvSpPr>
        <p:spPr/>
        <p:txBody>
          <a:bodyPr/>
          <a:lstStyle/>
          <a:p>
            <a:r>
              <a:rPr lang="zh-CN" altLang="en-US" dirty="0"/>
              <a:t>第四部分 ▷▷</a:t>
            </a:r>
            <a:endParaRPr lang="zh-CN" altLang="en-US" dirty="0">
              <a:blipFill>
                <a:blip r:embed="rId3"/>
                <a:stretch>
                  <a:fillRect/>
                </a:stretch>
              </a:blipFill>
            </a:endParaRPr>
          </a:p>
        </p:txBody>
      </p:sp>
      <p:sp>
        <p:nvSpPr>
          <p:cNvPr id="13" name="文本占位符 12">
            <a:extLst>
              <a:ext uri="{FF2B5EF4-FFF2-40B4-BE49-F238E27FC236}">
                <a16:creationId xmlns:a16="http://schemas.microsoft.com/office/drawing/2014/main" id="{9112ECF1-1F56-49D7-B987-8479EEBCD294}"/>
              </a:ext>
            </a:extLst>
          </p:cNvPr>
          <p:cNvSpPr>
            <a:spLocks noGrp="1"/>
          </p:cNvSpPr>
          <p:nvPr>
            <p:ph type="body" sz="quarter" idx="13"/>
          </p:nvPr>
        </p:nvSpPr>
        <p:spPr/>
        <p:txBody>
          <a:bodyPr/>
          <a:lstStyle/>
          <a:p>
            <a:r>
              <a:rPr lang="zh-CN" altLang="en-US" dirty="0"/>
              <a:t>请在此处添加你的标题</a:t>
            </a:r>
          </a:p>
        </p:txBody>
      </p:sp>
      <p:sp>
        <p:nvSpPr>
          <p:cNvPr id="25" name="文本占位符 24">
            <a:extLst>
              <a:ext uri="{FF2B5EF4-FFF2-40B4-BE49-F238E27FC236}">
                <a16:creationId xmlns:a16="http://schemas.microsoft.com/office/drawing/2014/main" id="{32977950-DB53-4173-9011-DCA663AD8383}"/>
              </a:ext>
            </a:extLst>
          </p:cNvPr>
          <p:cNvSpPr>
            <a:spLocks noGrp="1"/>
          </p:cNvSpPr>
          <p:nvPr>
            <p:ph type="body" sz="quarter" idx="14"/>
          </p:nvPr>
        </p:nvSpPr>
        <p:spPr/>
        <p:txBody>
          <a:bodyPr/>
          <a:lstStyle/>
          <a:p>
            <a:r>
              <a:rPr lang="zh-CN" altLang="en-US" dirty="0"/>
              <a:t>这里可以写一点点文字，介绍此章节主要内容</a:t>
            </a:r>
          </a:p>
          <a:p>
            <a:r>
              <a:rPr lang="zh-CN" altLang="en-US" dirty="0"/>
              <a:t>国外现状</a:t>
            </a:r>
          </a:p>
          <a:p>
            <a:r>
              <a:rPr lang="zh-CN" altLang="en-US" dirty="0"/>
              <a:t>国内现状</a:t>
            </a:r>
          </a:p>
          <a:p>
            <a:r>
              <a:rPr lang="en-US" altLang="zh-CN" dirty="0"/>
              <a:t>…</a:t>
            </a:r>
          </a:p>
          <a:p>
            <a:pPr marL="0" indent="0">
              <a:buNone/>
            </a:pPr>
            <a:endParaRPr lang="zh-CN" altLang="en-US" dirty="0"/>
          </a:p>
        </p:txBody>
      </p:sp>
      <p:sp>
        <p:nvSpPr>
          <p:cNvPr id="17" name="任意多边形: 形状 16">
            <a:extLst>
              <a:ext uri="{FF2B5EF4-FFF2-40B4-BE49-F238E27FC236}">
                <a16:creationId xmlns:a16="http://schemas.microsoft.com/office/drawing/2014/main" id="{01ADD8D0-8287-4921-9177-230EA04F2C62}"/>
              </a:ext>
            </a:extLst>
          </p:cNvPr>
          <p:cNvSpPr/>
          <p:nvPr/>
        </p:nvSpPr>
        <p:spPr>
          <a:xfrm flipV="1">
            <a:off x="660399" y="3428999"/>
            <a:ext cx="447765"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262847"/>
              <a:gd name="connsiteX1" fmla="*/ 6415214 w 6415214"/>
              <a:gd name="connsiteY1" fmla="*/ 171407 h 262847"/>
              <a:gd name="connsiteX2" fmla="*/ 6415214 w 6415214"/>
              <a:gd name="connsiteY2" fmla="*/ 100390 h 262847"/>
              <a:gd name="connsiteX3" fmla="*/ 511261 w 6415214"/>
              <a:gd name="connsiteY3" fmla="*/ 100390 h 262847"/>
              <a:gd name="connsiteX4" fmla="*/ 229919 w 6415214"/>
              <a:gd name="connsiteY4" fmla="*/ 0 h 262847"/>
              <a:gd name="connsiteX5" fmla="*/ 229919 w 6415214"/>
              <a:gd name="connsiteY5" fmla="*/ 100390 h 262847"/>
              <a:gd name="connsiteX6" fmla="*/ 0 w 6415214"/>
              <a:gd name="connsiteY6" fmla="*/ 100390 h 262847"/>
              <a:gd name="connsiteX7" fmla="*/ 91440 w 6415214"/>
              <a:gd name="connsiteY7" fmla="*/ 262847 h 262847"/>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 fmla="*/ 0 w 6415214"/>
              <a:gd name="connsiteY0" fmla="*/ 171407 h 171407"/>
              <a:gd name="connsiteX1" fmla="*/ 6415214 w 6415214"/>
              <a:gd name="connsiteY1" fmla="*/ 100390 h 171407"/>
              <a:gd name="connsiteX2" fmla="*/ 511261 w 6415214"/>
              <a:gd name="connsiteY2" fmla="*/ 100390 h 171407"/>
              <a:gd name="connsiteX3" fmla="*/ 229919 w 6415214"/>
              <a:gd name="connsiteY3" fmla="*/ 0 h 171407"/>
              <a:gd name="connsiteX4" fmla="*/ 229919 w 6415214"/>
              <a:gd name="connsiteY4" fmla="*/ 100390 h 171407"/>
              <a:gd name="connsiteX5" fmla="*/ 0 w 6415214"/>
              <a:gd name="connsiteY5" fmla="*/ 100390 h 171407"/>
              <a:gd name="connsiteX0" fmla="*/ 6415214 w 6415214"/>
              <a:gd name="connsiteY0" fmla="*/ 100390 h 100390"/>
              <a:gd name="connsiteX1" fmla="*/ 511261 w 6415214"/>
              <a:gd name="connsiteY1" fmla="*/ 100390 h 100390"/>
              <a:gd name="connsiteX2" fmla="*/ 229919 w 6415214"/>
              <a:gd name="connsiteY2" fmla="*/ 0 h 100390"/>
              <a:gd name="connsiteX3" fmla="*/ 229919 w 6415214"/>
              <a:gd name="connsiteY3" fmla="*/ 100390 h 100390"/>
              <a:gd name="connsiteX4" fmla="*/ 0 w 6415214"/>
              <a:gd name="connsiteY4" fmla="*/ 100390 h 100390"/>
              <a:gd name="connsiteX0" fmla="*/ 6415214 w 6415214"/>
              <a:gd name="connsiteY0" fmla="*/ 195640 h 195640"/>
              <a:gd name="connsiteX1" fmla="*/ 511261 w 6415214"/>
              <a:gd name="connsiteY1" fmla="*/ 195640 h 195640"/>
              <a:gd name="connsiteX2" fmla="*/ 227538 w 6415214"/>
              <a:gd name="connsiteY2" fmla="*/ 0 h 195640"/>
              <a:gd name="connsiteX3" fmla="*/ 229919 w 6415214"/>
              <a:gd name="connsiteY3" fmla="*/ 195640 h 195640"/>
              <a:gd name="connsiteX4" fmla="*/ 0 w 6415214"/>
              <a:gd name="connsiteY4" fmla="*/ 195640 h 195640"/>
              <a:gd name="connsiteX0" fmla="*/ 6415214 w 6415214"/>
              <a:gd name="connsiteY0" fmla="*/ 193259 h 193259"/>
              <a:gd name="connsiteX1" fmla="*/ 511261 w 6415214"/>
              <a:gd name="connsiteY1" fmla="*/ 193259 h 193259"/>
              <a:gd name="connsiteX2" fmla="*/ 232301 w 6415214"/>
              <a:gd name="connsiteY2" fmla="*/ 0 h 193259"/>
              <a:gd name="connsiteX3" fmla="*/ 229919 w 6415214"/>
              <a:gd name="connsiteY3" fmla="*/ 193259 h 193259"/>
              <a:gd name="connsiteX4" fmla="*/ 0 w 6415214"/>
              <a:gd name="connsiteY4" fmla="*/ 193259 h 193259"/>
              <a:gd name="connsiteX0" fmla="*/ 511261 w 511261"/>
              <a:gd name="connsiteY0" fmla="*/ 193259 h 193259"/>
              <a:gd name="connsiteX1" fmla="*/ 232301 w 511261"/>
              <a:gd name="connsiteY1" fmla="*/ 0 h 193259"/>
              <a:gd name="connsiteX2" fmla="*/ 229919 w 511261"/>
              <a:gd name="connsiteY2" fmla="*/ 193259 h 193259"/>
              <a:gd name="connsiteX3" fmla="*/ 0 w 511261"/>
              <a:gd name="connsiteY3" fmla="*/ 193259 h 193259"/>
            </a:gdLst>
            <a:ahLst/>
            <a:cxnLst>
              <a:cxn ang="0">
                <a:pos x="connsiteX0" y="connsiteY0"/>
              </a:cxn>
              <a:cxn ang="0">
                <a:pos x="connsiteX1" y="connsiteY1"/>
              </a:cxn>
              <a:cxn ang="0">
                <a:pos x="connsiteX2" y="connsiteY2"/>
              </a:cxn>
              <a:cxn ang="0">
                <a:pos x="connsiteX3" y="connsiteY3"/>
              </a:cxn>
            </a:cxnLst>
            <a:rect l="l" t="t" r="r" b="b"/>
            <a:pathLst>
              <a:path w="511261" h="193259">
                <a:moveTo>
                  <a:pt x="511261" y="193259"/>
                </a:moveTo>
                <a:lnTo>
                  <a:pt x="232301" y="0"/>
                </a:lnTo>
                <a:cubicBezTo>
                  <a:pt x="233095" y="65213"/>
                  <a:pt x="229125" y="128046"/>
                  <a:pt x="229919" y="193259"/>
                </a:cubicBezTo>
                <a:lnTo>
                  <a:pt x="0" y="193259"/>
                </a:ln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3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ea"/>
              <a:sym typeface="+mn-lt"/>
            </a:endParaRPr>
          </a:p>
        </p:txBody>
      </p:sp>
      <p:cxnSp>
        <p:nvCxnSpPr>
          <p:cNvPr id="18" name="直接连接符 17">
            <a:extLst>
              <a:ext uri="{FF2B5EF4-FFF2-40B4-BE49-F238E27FC236}">
                <a16:creationId xmlns:a16="http://schemas.microsoft.com/office/drawing/2014/main" id="{C370C460-24EB-4B65-9712-35D099499EFA}"/>
              </a:ext>
            </a:extLst>
          </p:cNvPr>
          <p:cNvCxnSpPr>
            <a:cxnSpLocks/>
            <a:stCxn id="17" idx="0"/>
          </p:cNvCxnSpPr>
          <p:nvPr/>
        </p:nvCxnSpPr>
        <p:spPr>
          <a:xfrm>
            <a:off x="1108164" y="3428999"/>
            <a:ext cx="5165636" cy="0"/>
          </a:xfrm>
          <a:prstGeom prst="lin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7070842"/>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A453CE20-6C14-4C4C-84F7-26422658A810}"/>
              </a:ext>
            </a:extLst>
          </p:cNvPr>
          <p:cNvSpPr txBox="1">
            <a:spLocks/>
          </p:cNvSpPr>
          <p:nvPr/>
        </p:nvSpPr>
        <p:spPr>
          <a:xfrm>
            <a:off x="803276" y="4611630"/>
            <a:ext cx="10585448" cy="892503"/>
          </a:xfrm>
          <a:prstGeom prst="rect">
            <a:avLst/>
          </a:prstGeom>
        </p:spPr>
        <p:txBody>
          <a:bodyPr tIns="0" bIns="0" anchor="ctr" anchorCtr="0">
            <a:normAutofit fontScale="97500"/>
          </a:bodyPr>
          <a:lstStyle>
            <a:lvl1pPr algn="l" defTabSz="914400" rtl="0" eaLnBrk="1" latinLnBrk="0" hangingPunct="1">
              <a:lnSpc>
                <a:spcPct val="90000"/>
              </a:lnSpc>
              <a:spcBef>
                <a:spcPct val="0"/>
              </a:spcBef>
              <a:buNone/>
              <a:defRPr sz="3600" kern="1200">
                <a:solidFill>
                  <a:schemeClr val="tx1"/>
                </a:solidFill>
                <a:latin typeface="+mj-lt"/>
                <a:ea typeface="+mj-ea"/>
                <a:cs typeface="+mj-cs"/>
              </a:defRPr>
            </a:lvl1pPr>
          </a:lstStyle>
          <a:p>
            <a:pPr marL="0" marR="0" lvl="0" indent="0" algn="ctr" defTabSz="914400" rtl="0" eaLnBrk="1" fontAlgn="base" latinLnBrk="0" hangingPunct="1">
              <a:lnSpc>
                <a:spcPct val="90000"/>
              </a:lnSpc>
              <a:spcBef>
                <a:spcPct val="0"/>
              </a:spcBef>
              <a:spcAft>
                <a:spcPct val="0"/>
              </a:spcAft>
              <a:buClrTx/>
              <a:buSzTx/>
              <a:buFontTx/>
              <a:buNone/>
              <a:tabLst/>
              <a:defRPr/>
            </a:pPr>
            <a:r>
              <a:rPr kumimoji="0" lang="zh-CN" altLang="en-US" sz="4000" b="1" i="0" u="none" strike="noStrike" kern="1200" cap="none" spc="0" normalizeH="0" baseline="0" noProof="0" dirty="0">
                <a:ln>
                  <a:noFill/>
                </a:ln>
                <a:solidFill>
                  <a:prstClr val="black"/>
                </a:solidFill>
                <a:effectLst/>
                <a:uLnTx/>
                <a:uFillTx/>
                <a:latin typeface="微软雅黑"/>
                <a:ea typeface="微软雅黑"/>
                <a:cs typeface="+mj-cs"/>
              </a:rPr>
              <a:t>感谢老师的悉心指导</a:t>
            </a:r>
          </a:p>
        </p:txBody>
      </p:sp>
      <p:sp>
        <p:nvSpPr>
          <p:cNvPr id="7" name="副标题 2">
            <a:extLst>
              <a:ext uri="{FF2B5EF4-FFF2-40B4-BE49-F238E27FC236}">
                <a16:creationId xmlns:a16="http://schemas.microsoft.com/office/drawing/2014/main" id="{831FADC7-207E-7B4E-8BBD-42F82FE1F818}"/>
              </a:ext>
            </a:extLst>
          </p:cNvPr>
          <p:cNvSpPr txBox="1">
            <a:spLocks/>
          </p:cNvSpPr>
          <p:nvPr/>
        </p:nvSpPr>
        <p:spPr>
          <a:xfrm>
            <a:off x="803276" y="5297168"/>
            <a:ext cx="10585448" cy="508452"/>
          </a:xfrm>
          <a:prstGeom prst="rect">
            <a:avLst/>
          </a:prstGeom>
        </p:spPr>
        <p:txBody>
          <a:bodyPr anchor="ctr" anchorCtr="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90000"/>
              </a:lnSpc>
              <a:spcBef>
                <a:spcPts val="1000"/>
              </a:spcBef>
              <a:spcAft>
                <a:spcPct val="0"/>
              </a:spcAft>
              <a:buClrTx/>
              <a:buSzTx/>
              <a:buFont typeface="Arial" panose="020B0604020202020204" pitchFamily="34" charset="0"/>
              <a:buNone/>
              <a:tabLst/>
              <a:defRPr/>
            </a:pPr>
            <a:r>
              <a:rPr kumimoji="0" lang="en-US" altLang="zh-CN" sz="1800" b="0" i="0" u="none" strike="noStrike" kern="1200" cap="none" spc="0" normalizeH="0" baseline="0" noProof="0" dirty="0">
                <a:ln>
                  <a:noFill/>
                </a:ln>
                <a:solidFill>
                  <a:srgbClr val="A2A2A2"/>
                </a:solidFill>
                <a:effectLst/>
                <a:uLnTx/>
                <a:uFillTx/>
                <a:latin typeface="微软雅黑"/>
                <a:ea typeface="微软雅黑"/>
                <a:cs typeface="+mn-cs"/>
              </a:rPr>
              <a:t>Thanks for Your Attention</a:t>
            </a:r>
          </a:p>
        </p:txBody>
      </p:sp>
    </p:spTree>
    <p:extLst>
      <p:ext uri="{BB962C8B-B14F-4D97-AF65-F5344CB8AC3E}">
        <p14:creationId xmlns:p14="http://schemas.microsoft.com/office/powerpoint/2010/main" val="2340847985"/>
      </p:ext>
    </p:extLst>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p:cNvSpPr>
            <a:spLocks noGrp="1"/>
          </p:cNvSpPr>
          <p:nvPr>
            <p:ph type="title"/>
          </p:nvPr>
        </p:nvSpPr>
        <p:spPr/>
        <p:txBody>
          <a:bodyPr/>
          <a:lstStyle/>
          <a:p>
            <a:r>
              <a:rPr lang="zh-CN" altLang="en-US" dirty="0"/>
              <a:t>一段文字</a:t>
            </a:r>
          </a:p>
        </p:txBody>
      </p:sp>
      <p:sp>
        <p:nvSpPr>
          <p:cNvPr id="11" name="内容占位符 1">
            <a:extLst>
              <a:ext uri="{FF2B5EF4-FFF2-40B4-BE49-F238E27FC236}">
                <a16:creationId xmlns:a16="http://schemas.microsoft.com/office/drawing/2014/main" id="{9220699B-30D4-4073-91F7-02313840C09E}"/>
              </a:ext>
            </a:extLst>
          </p:cNvPr>
          <p:cNvSpPr txBox="1">
            <a:spLocks/>
          </p:cNvSpPr>
          <p:nvPr/>
        </p:nvSpPr>
        <p:spPr>
          <a:xfrm>
            <a:off x="1539631" y="1700198"/>
            <a:ext cx="9100038" cy="3610708"/>
          </a:xfrm>
          <a:prstGeom prst="rect">
            <a:avLst/>
          </a:prstGeom>
        </p:spPr>
        <p:txBody>
          <a:bodyPr vert="horz" lIns="0" tIns="0" rIns="0" bIns="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zh-CN" altLang="en-US" sz="2800" b="0" i="0" u="none" strike="noStrike" kern="1200" cap="none" spc="300" normalizeH="0" baseline="0" noProof="0">
                <a:ln>
                  <a:noFill/>
                </a:ln>
                <a:solidFill>
                  <a:srgbClr val="000000"/>
                </a:solidFill>
                <a:effectLst/>
                <a:uLnTx/>
                <a:uFillTx/>
                <a:latin typeface="微软雅黑"/>
                <a:ea typeface="微软雅黑"/>
                <a:cs typeface="+mn-cs"/>
              </a:rPr>
              <a:t>在此输入一段文字，阐述你的内容。例如建构主义是一种关于知识和学习的理论，强调学习者的主动性，认为学习是学习者基于原有的知识经验生成意义、建构理解的过程，而这一过程常常是在社会文化互动中完成的。建构主义的提出有着深刻的思想渊源，它具有迥异于传统的学习理论和教学思想，对教学设计具有重要指导价值。</a:t>
            </a:r>
            <a:endParaRPr kumimoji="0" lang="zh-CN" altLang="en-US" sz="2800" b="0" i="0" u="none" strike="noStrike" kern="1200" cap="none" spc="300" normalizeH="0" baseline="0" noProof="0" dirty="0">
              <a:ln>
                <a:noFill/>
              </a:ln>
              <a:solidFill>
                <a:srgbClr val="000000"/>
              </a:solidFill>
              <a:effectLst/>
              <a:uLnTx/>
              <a:uFillTx/>
              <a:latin typeface="微软雅黑"/>
              <a:ea typeface="微软雅黑"/>
              <a:cs typeface="+mn-cs"/>
            </a:endParaRPr>
          </a:p>
        </p:txBody>
      </p:sp>
      <p:sp>
        <p:nvSpPr>
          <p:cNvPr id="12" name="半闭框 11">
            <a:extLst>
              <a:ext uri="{FF2B5EF4-FFF2-40B4-BE49-F238E27FC236}">
                <a16:creationId xmlns:a16="http://schemas.microsoft.com/office/drawing/2014/main" id="{0D90A06A-B605-4CDB-9B13-1BB6C4658928}"/>
              </a:ext>
            </a:extLst>
          </p:cNvPr>
          <p:cNvSpPr/>
          <p:nvPr/>
        </p:nvSpPr>
        <p:spPr>
          <a:xfrm>
            <a:off x="1058985" y="1459875"/>
            <a:ext cx="480646" cy="480646"/>
          </a:xfrm>
          <a:prstGeom prst="halfFrame">
            <a:avLst>
              <a:gd name="adj1" fmla="val 17948"/>
              <a:gd name="adj2" fmla="val 17949"/>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3" name="半闭框 12">
            <a:extLst>
              <a:ext uri="{FF2B5EF4-FFF2-40B4-BE49-F238E27FC236}">
                <a16:creationId xmlns:a16="http://schemas.microsoft.com/office/drawing/2014/main" id="{F77F212D-4F59-4957-9187-E73A42BE8E9D}"/>
              </a:ext>
            </a:extLst>
          </p:cNvPr>
          <p:cNvSpPr/>
          <p:nvPr/>
        </p:nvSpPr>
        <p:spPr>
          <a:xfrm flipH="1" flipV="1">
            <a:off x="10639669" y="5185859"/>
            <a:ext cx="480646" cy="480646"/>
          </a:xfrm>
          <a:prstGeom prst="halfFrame">
            <a:avLst>
              <a:gd name="adj1" fmla="val 17948"/>
              <a:gd name="adj2" fmla="val 17949"/>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Tree>
    <p:extLst>
      <p:ext uri="{BB962C8B-B14F-4D97-AF65-F5344CB8AC3E}">
        <p14:creationId xmlns:p14="http://schemas.microsoft.com/office/powerpoint/2010/main" val="3019950102"/>
      </p:ext>
    </p:extLst>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p:cNvSpPr>
            <a:spLocks noGrp="1"/>
          </p:cNvSpPr>
          <p:nvPr>
            <p:ph type="title"/>
          </p:nvPr>
        </p:nvSpPr>
        <p:spPr/>
        <p:txBody>
          <a:bodyPr/>
          <a:lstStyle/>
          <a:p>
            <a:r>
              <a:rPr lang="zh-CN" altLang="en-US" dirty="0"/>
              <a:t>一段文字</a:t>
            </a:r>
          </a:p>
        </p:txBody>
      </p:sp>
      <p:sp>
        <p:nvSpPr>
          <p:cNvPr id="7" name="文本框 6">
            <a:extLst>
              <a:ext uri="{FF2B5EF4-FFF2-40B4-BE49-F238E27FC236}">
                <a16:creationId xmlns:a16="http://schemas.microsoft.com/office/drawing/2014/main" id="{48C79EC0-D462-481F-9866-68D3FD506255}"/>
              </a:ext>
            </a:extLst>
          </p:cNvPr>
          <p:cNvSpPr txBox="1"/>
          <p:nvPr/>
        </p:nvSpPr>
        <p:spPr>
          <a:xfrm>
            <a:off x="725013" y="2023473"/>
            <a:ext cx="2487168" cy="1769715"/>
          </a:xfrm>
          <a:prstGeom prst="rect">
            <a:avLst/>
          </a:prstGeom>
          <a:noFill/>
        </p:spPr>
        <p:txBody>
          <a:bodyPr wrap="square" lIns="0" tIns="0" rIns="0" b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1500" b="0" i="0" u="none" strike="noStrike" kern="1200" cap="none" spc="300" normalizeH="0" baseline="0" noProof="0" dirty="0">
                <a:ln>
                  <a:noFill/>
                </a:ln>
                <a:solidFill>
                  <a:srgbClr val="A13F0B"/>
                </a:solidFill>
                <a:effectLst/>
                <a:uLnTx/>
                <a:uFillTx/>
                <a:latin typeface="黑体" panose="02010609060101010101" pitchFamily="49" charset="-122"/>
                <a:ea typeface="黑体" panose="02010609060101010101" pitchFamily="49" charset="-122"/>
                <a:cs typeface="+mn-cs"/>
              </a:rPr>
              <a:t>“</a:t>
            </a:r>
          </a:p>
        </p:txBody>
      </p:sp>
      <p:cxnSp>
        <p:nvCxnSpPr>
          <p:cNvPr id="8" name="直接连接符 7">
            <a:extLst>
              <a:ext uri="{FF2B5EF4-FFF2-40B4-BE49-F238E27FC236}">
                <a16:creationId xmlns:a16="http://schemas.microsoft.com/office/drawing/2014/main" id="{89BC4564-A6B6-47A0-BC2C-A544562110F2}"/>
              </a:ext>
            </a:extLst>
          </p:cNvPr>
          <p:cNvCxnSpPr>
            <a:cxnSpLocks/>
          </p:cNvCxnSpPr>
          <p:nvPr/>
        </p:nvCxnSpPr>
        <p:spPr>
          <a:xfrm>
            <a:off x="3468913" y="1897299"/>
            <a:ext cx="6948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3E85041-8A28-4238-BD0C-C2BC765136D2}"/>
              </a:ext>
            </a:extLst>
          </p:cNvPr>
          <p:cNvCxnSpPr/>
          <p:nvPr/>
        </p:nvCxnSpPr>
        <p:spPr>
          <a:xfrm>
            <a:off x="1782935" y="5319567"/>
            <a:ext cx="6948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39C1AE23-A621-4507-BCFA-2B567F6A8600}"/>
              </a:ext>
            </a:extLst>
          </p:cNvPr>
          <p:cNvSpPr txBox="1"/>
          <p:nvPr/>
        </p:nvSpPr>
        <p:spPr>
          <a:xfrm>
            <a:off x="10112546" y="4240329"/>
            <a:ext cx="1632320" cy="1769715"/>
          </a:xfrm>
          <a:prstGeom prst="rect">
            <a:avLst/>
          </a:prstGeom>
          <a:noFill/>
        </p:spPr>
        <p:txBody>
          <a:bodyPr wrap="square" lIns="0" tIns="0" rIns="0" b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CN" sz="11500" b="0" i="0" u="none" strike="noStrike" kern="1200" cap="none" spc="300" normalizeH="0" baseline="0" noProof="0" dirty="0">
                <a:ln>
                  <a:noFill/>
                </a:ln>
                <a:solidFill>
                  <a:srgbClr val="A13F0B"/>
                </a:solidFill>
                <a:effectLst/>
                <a:uLnTx/>
                <a:uFillTx/>
                <a:latin typeface="黑体" panose="02010609060101010101" pitchFamily="49" charset="-122"/>
                <a:ea typeface="黑体" panose="02010609060101010101" pitchFamily="49" charset="-122"/>
                <a:cs typeface="+mn-cs"/>
              </a:rPr>
              <a:t>”</a:t>
            </a:r>
            <a:endParaRPr kumimoji="0" lang="zh-CN" altLang="en-US" sz="11500" b="0" i="0" u="none" strike="noStrike" kern="1200" cap="none" spc="300" normalizeH="0" baseline="0" noProof="0" dirty="0">
              <a:ln>
                <a:noFill/>
              </a:ln>
              <a:solidFill>
                <a:srgbClr val="A13F0B"/>
              </a:solidFill>
              <a:effectLst/>
              <a:uLnTx/>
              <a:uFillTx/>
              <a:latin typeface="黑体" panose="02010609060101010101" pitchFamily="49" charset="-122"/>
              <a:ea typeface="黑体" panose="02010609060101010101" pitchFamily="49" charset="-122"/>
              <a:cs typeface="+mn-cs"/>
            </a:endParaRPr>
          </a:p>
        </p:txBody>
      </p:sp>
      <p:sp>
        <p:nvSpPr>
          <p:cNvPr id="16" name="文本框 15">
            <a:extLst>
              <a:ext uri="{FF2B5EF4-FFF2-40B4-BE49-F238E27FC236}">
                <a16:creationId xmlns:a16="http://schemas.microsoft.com/office/drawing/2014/main" id="{200888B8-65B2-40C4-9C02-CC178AF32B3F}"/>
              </a:ext>
            </a:extLst>
          </p:cNvPr>
          <p:cNvSpPr txBox="1"/>
          <p:nvPr/>
        </p:nvSpPr>
        <p:spPr>
          <a:xfrm>
            <a:off x="2535936" y="2688174"/>
            <a:ext cx="7120128" cy="1938031"/>
          </a:xfrm>
          <a:prstGeom prst="rect">
            <a:avLst/>
          </a:prstGeom>
          <a:noFill/>
        </p:spPr>
        <p:txBody>
          <a:bodyPr wrap="square" lIns="0" tIns="0" rIns="0" bIns="0" rtlCol="0">
            <a:spAutoFit/>
          </a:bodyPr>
          <a:lstStyle/>
          <a:p>
            <a:pPr marL="0" marR="0" lvl="0" indent="0" algn="ctr" defTabSz="914400" rtl="0" eaLnBrk="0" fontAlgn="base" latinLnBrk="0" hangingPunct="0">
              <a:lnSpc>
                <a:spcPct val="120000"/>
              </a:lnSpc>
              <a:spcBef>
                <a:spcPct val="0"/>
              </a:spcBef>
              <a:spcAft>
                <a:spcPct val="0"/>
              </a:spcAft>
              <a:buClrTx/>
              <a:buSzTx/>
              <a:buFontTx/>
              <a:buNone/>
              <a:tabLst/>
              <a:defRPr/>
            </a:pPr>
            <a:r>
              <a:rPr kumimoji="0" lang="zh-CN" altLang="en-US" sz="3600" b="1" i="0" u="none" strike="noStrike" kern="1200" cap="none" spc="300" normalizeH="0" baseline="0" noProof="0" dirty="0">
                <a:ln>
                  <a:noFill/>
                </a:ln>
                <a:solidFill>
                  <a:srgbClr val="006C39"/>
                </a:solidFill>
                <a:effectLst/>
                <a:uLnTx/>
                <a:uFillTx/>
                <a:latin typeface="微软雅黑"/>
                <a:ea typeface="微软雅黑" panose="020B0503020204020204" pitchFamily="34" charset="-122"/>
                <a:cs typeface="+mn-cs"/>
              </a:rPr>
              <a:t>实事求是，不自以为是。</a:t>
            </a:r>
            <a:endParaRPr kumimoji="0" lang="en-US" altLang="zh-CN" sz="3600" b="1" i="0" u="none" strike="noStrike" kern="1200" cap="none" spc="300" normalizeH="0" baseline="0" noProof="0" dirty="0">
              <a:ln>
                <a:noFill/>
              </a:ln>
              <a:solidFill>
                <a:srgbClr val="006C39"/>
              </a:solidFill>
              <a:effectLst/>
              <a:uLnTx/>
              <a:uFillTx/>
              <a:latin typeface="微软雅黑"/>
              <a:ea typeface="微软雅黑" panose="020B0503020204020204" pitchFamily="34" charset="-122"/>
              <a:cs typeface="+mn-cs"/>
            </a:endParaRPr>
          </a:p>
          <a:p>
            <a:pPr marL="0" marR="0" lvl="0" indent="0" algn="ctr" defTabSz="914400" rtl="0" eaLnBrk="0" fontAlgn="base" latinLnBrk="0" hangingPunct="0">
              <a:lnSpc>
                <a:spcPct val="120000"/>
              </a:lnSpc>
              <a:spcBef>
                <a:spcPct val="0"/>
              </a:spcBef>
              <a:spcAft>
                <a:spcPct val="0"/>
              </a:spcAft>
              <a:buClrTx/>
              <a:buSzTx/>
              <a:buFontTx/>
              <a:buNone/>
              <a:tabLst/>
              <a:defRPr/>
            </a:pPr>
            <a:endParaRPr kumimoji="0" lang="en-US" altLang="zh-CN" sz="3600" b="1" i="0" u="none" strike="noStrike" kern="1200" cap="none" spc="300" normalizeH="0" baseline="0" noProof="0" dirty="0">
              <a:ln>
                <a:noFill/>
              </a:ln>
              <a:solidFill>
                <a:srgbClr val="006C39"/>
              </a:solidFill>
              <a:effectLst/>
              <a:uLnTx/>
              <a:uFillTx/>
              <a:latin typeface="微软雅黑"/>
              <a:ea typeface="微软雅黑" panose="020B0503020204020204" pitchFamily="34" charset="-122"/>
              <a:cs typeface="+mn-cs"/>
            </a:endParaRPr>
          </a:p>
          <a:p>
            <a:pPr marL="0" marR="0" lvl="0" indent="0" algn="r" defTabSz="914400" rtl="0" eaLnBrk="0" fontAlgn="base" latinLnBrk="0" hangingPunct="0">
              <a:lnSpc>
                <a:spcPct val="120000"/>
              </a:lnSpc>
              <a:spcBef>
                <a:spcPct val="0"/>
              </a:spcBef>
              <a:spcAft>
                <a:spcPct val="0"/>
              </a:spcAft>
              <a:buClrTx/>
              <a:buSzTx/>
              <a:buFontTx/>
              <a:buNone/>
              <a:tabLst/>
              <a:defRPr/>
            </a:pPr>
            <a:r>
              <a:rPr kumimoji="0" lang="en-US" altLang="zh-CN" sz="3600" b="1" i="0" u="none" strike="noStrike" kern="1200" cap="none" spc="300" normalizeH="0" baseline="0" noProof="0" dirty="0">
                <a:ln>
                  <a:noFill/>
                </a:ln>
                <a:solidFill>
                  <a:srgbClr val="006C39"/>
                </a:solidFill>
                <a:effectLst/>
                <a:uLnTx/>
                <a:uFillTx/>
                <a:latin typeface="微软雅黑"/>
                <a:ea typeface="微软雅黑" panose="020B0503020204020204" pitchFamily="34" charset="-122"/>
                <a:cs typeface="+mn-cs"/>
              </a:rPr>
              <a:t>——</a:t>
            </a:r>
            <a:r>
              <a:rPr kumimoji="0" lang="zh-CN" altLang="en-US" sz="3600" b="1" i="0" u="none" strike="noStrike" kern="1200" cap="none" spc="300" normalizeH="0" baseline="0" noProof="0" dirty="0">
                <a:ln>
                  <a:noFill/>
                </a:ln>
                <a:solidFill>
                  <a:srgbClr val="006C39"/>
                </a:solidFill>
                <a:effectLst/>
                <a:uLnTx/>
                <a:uFillTx/>
                <a:latin typeface="微软雅黑"/>
                <a:ea typeface="微软雅黑" panose="020B0503020204020204" pitchFamily="34" charset="-122"/>
                <a:cs typeface="+mn-cs"/>
              </a:rPr>
              <a:t>徐特立</a:t>
            </a:r>
          </a:p>
        </p:txBody>
      </p:sp>
    </p:spTree>
    <p:extLst>
      <p:ext uri="{BB962C8B-B14F-4D97-AF65-F5344CB8AC3E}">
        <p14:creationId xmlns:p14="http://schemas.microsoft.com/office/powerpoint/2010/main" val="1351785173"/>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p:cNvSpPr>
            <a:spLocks noGrp="1"/>
          </p:cNvSpPr>
          <p:nvPr>
            <p:ph type="title"/>
          </p:nvPr>
        </p:nvSpPr>
        <p:spPr/>
        <p:txBody>
          <a:bodyPr/>
          <a:lstStyle/>
          <a:p>
            <a:r>
              <a:rPr lang="zh-CN" altLang="en-US" dirty="0"/>
              <a:t>一段文字</a:t>
            </a:r>
          </a:p>
        </p:txBody>
      </p:sp>
      <p:sp>
        <p:nvSpPr>
          <p:cNvPr id="11" name="矩形 10">
            <a:extLst>
              <a:ext uri="{FF2B5EF4-FFF2-40B4-BE49-F238E27FC236}">
                <a16:creationId xmlns:a16="http://schemas.microsoft.com/office/drawing/2014/main" id="{D6071237-C3EE-4688-8160-8EF44A8B0EF4}"/>
              </a:ext>
            </a:extLst>
          </p:cNvPr>
          <p:cNvSpPr/>
          <p:nvPr/>
        </p:nvSpPr>
        <p:spPr>
          <a:xfrm>
            <a:off x="1041400" y="1293252"/>
            <a:ext cx="10109200" cy="4356100"/>
          </a:xfrm>
          <a:prstGeom prst="rect">
            <a:avLst/>
          </a:prstGeom>
          <a:noFill/>
          <a:ln w="31750">
            <a:gradFill>
              <a:gsLst>
                <a:gs pos="13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2" name="文本框 11">
            <a:extLst>
              <a:ext uri="{FF2B5EF4-FFF2-40B4-BE49-F238E27FC236}">
                <a16:creationId xmlns:a16="http://schemas.microsoft.com/office/drawing/2014/main" id="{91C132B9-7816-40DF-A75A-76D084D56CCC}"/>
              </a:ext>
            </a:extLst>
          </p:cNvPr>
          <p:cNvSpPr txBox="1"/>
          <p:nvPr/>
        </p:nvSpPr>
        <p:spPr>
          <a:xfrm>
            <a:off x="234266" y="1103729"/>
            <a:ext cx="2487168" cy="2554545"/>
          </a:xfrm>
          <a:prstGeom prst="rect">
            <a:avLst/>
          </a:prstGeom>
          <a:noFill/>
        </p:spPr>
        <p:txBody>
          <a:bodyPr wrap="square" lIns="0" tIns="0" rIns="0" b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6600" b="0" i="0" u="none" strike="noStrike" kern="1200" cap="none" spc="300" normalizeH="0" baseline="0" noProof="0" dirty="0">
                <a:ln>
                  <a:noFill/>
                </a:ln>
                <a:solidFill>
                  <a:srgbClr val="006C39"/>
                </a:solidFill>
                <a:effectLst/>
                <a:uLnTx/>
                <a:uFillTx/>
                <a:latin typeface="黑体" panose="02010609060101010101" pitchFamily="49" charset="-122"/>
                <a:ea typeface="黑体" panose="02010609060101010101" pitchFamily="49" charset="-122"/>
                <a:cs typeface="+mn-cs"/>
              </a:rPr>
              <a:t>“</a:t>
            </a:r>
          </a:p>
        </p:txBody>
      </p:sp>
      <p:sp>
        <p:nvSpPr>
          <p:cNvPr id="13" name="文本框 12">
            <a:extLst>
              <a:ext uri="{FF2B5EF4-FFF2-40B4-BE49-F238E27FC236}">
                <a16:creationId xmlns:a16="http://schemas.microsoft.com/office/drawing/2014/main" id="{9FD59AEA-A8DA-4FD6-95B0-1014104036C0}"/>
              </a:ext>
            </a:extLst>
          </p:cNvPr>
          <p:cNvSpPr txBox="1"/>
          <p:nvPr/>
        </p:nvSpPr>
        <p:spPr>
          <a:xfrm>
            <a:off x="1562100" y="3083952"/>
            <a:ext cx="9067800" cy="1961050"/>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在此输入一段文字，阐述你的概念界定。例如建构主义是一种关于知识和学习的理论，强调学习者的主动性，认为学习是学习者基于原有的知识经验生成意义、建构理解的过程，而这一过程常常是在社会文化互动中完成的。建构主义的提出有着深刻的思想渊源，它具有迥异于传统的学习理论和教学思想，对教学设计具有重要指导价值。</a:t>
            </a:r>
          </a:p>
        </p:txBody>
      </p:sp>
      <p:sp>
        <p:nvSpPr>
          <p:cNvPr id="17" name="文本框 16">
            <a:extLst>
              <a:ext uri="{FF2B5EF4-FFF2-40B4-BE49-F238E27FC236}">
                <a16:creationId xmlns:a16="http://schemas.microsoft.com/office/drawing/2014/main" id="{A5296328-ABAD-4B6D-8595-28952E950CFA}"/>
              </a:ext>
            </a:extLst>
          </p:cNvPr>
          <p:cNvSpPr txBox="1"/>
          <p:nvPr/>
        </p:nvSpPr>
        <p:spPr>
          <a:xfrm>
            <a:off x="4413250" y="2083248"/>
            <a:ext cx="3365500" cy="743665"/>
          </a:xfrm>
          <a:prstGeom prst="rect">
            <a:avLst/>
          </a:prstGeom>
          <a:noFill/>
        </p:spPr>
        <p:txBody>
          <a:bodyPr wrap="square" lIns="0" tIns="0" rIns="0" bIns="0" rtlCol="0">
            <a:spAutoFit/>
          </a:bodyPr>
          <a:lstStyle/>
          <a:p>
            <a:pPr marL="0" marR="0" lvl="0" indent="0" algn="ctr" defTabSz="914400" rtl="0" eaLnBrk="0" fontAlgn="base" latinLnBrk="0" hangingPunct="0">
              <a:lnSpc>
                <a:spcPct val="120000"/>
              </a:lnSpc>
              <a:spcBef>
                <a:spcPct val="0"/>
              </a:spcBef>
              <a:spcAft>
                <a:spcPct val="0"/>
              </a:spcAft>
              <a:buClrTx/>
              <a:buSzTx/>
              <a:buFontTx/>
              <a:buNone/>
              <a:tabLst/>
              <a:defRPr/>
            </a:pPr>
            <a:r>
              <a:rPr kumimoji="0" lang="zh-CN" altLang="en-US" sz="44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rPr>
              <a:t>概念名称</a:t>
            </a:r>
          </a:p>
        </p:txBody>
      </p:sp>
    </p:spTree>
    <p:extLst>
      <p:ext uri="{BB962C8B-B14F-4D97-AF65-F5344CB8AC3E}">
        <p14:creationId xmlns:p14="http://schemas.microsoft.com/office/powerpoint/2010/main" val="1105160151"/>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776378" y="1673522"/>
            <a:ext cx="10498347" cy="3767185"/>
          </a:xfrm>
          <a:prstGeom prst="rect">
            <a:avLst/>
          </a:prstGeom>
          <a:noFill/>
        </p:spPr>
        <p:txBody>
          <a:bodyPr wrap="square" rtlCol="0">
            <a:spAutoFit/>
          </a:bodyPr>
          <a:lstStyle/>
          <a:p>
            <a:pPr marL="342900" marR="0" lvl="0" indent="-342900" algn="just" defTabSz="914400" rtl="0" eaLnBrk="1" fontAlgn="base" latinLnBrk="0" hangingPunct="0">
              <a:lnSpc>
                <a:spcPct val="130000"/>
              </a:lnSpc>
              <a:spcBef>
                <a:spcPts val="600"/>
              </a:spcBef>
              <a:spcAft>
                <a:spcPts val="600"/>
              </a:spcAft>
              <a:buClr>
                <a:srgbClr val="006C39"/>
              </a:buClr>
              <a:buSzTx/>
              <a:buFont typeface="Wingdings" panose="05000000000000000000" pitchFamily="2" charset="2"/>
              <a:buChar char="n"/>
              <a:tabLst/>
              <a:defRPr/>
            </a:pPr>
            <a:r>
              <a:rPr kumimoji="0" lang="zh-CN" altLang="en-US" sz="2200" b="0" i="0" u="none" strike="noStrike" kern="1200" cap="none" spc="0" normalizeH="0" baseline="0" noProof="0" dirty="0">
                <a:ln>
                  <a:noFill/>
                </a:ln>
                <a:solidFill>
                  <a:prstClr val="black"/>
                </a:solidFill>
                <a:effectLst/>
                <a:uLnTx/>
                <a:uFillTx/>
                <a:latin typeface="微软雅黑"/>
                <a:ea typeface="微软雅黑"/>
                <a:cs typeface="+mn-cs"/>
              </a:rPr>
              <a:t>北京理工大学</a:t>
            </a:r>
            <a:r>
              <a:rPr kumimoji="0" lang="en-US" altLang="zh-CN" sz="2200" b="0" i="0" u="none" strike="noStrike" kern="1200" cap="none" spc="0" normalizeH="0" baseline="0" noProof="0" dirty="0">
                <a:ln>
                  <a:noFill/>
                </a:ln>
                <a:solidFill>
                  <a:prstClr val="black"/>
                </a:solidFill>
                <a:effectLst/>
                <a:uLnTx/>
                <a:uFillTx/>
                <a:latin typeface="微软雅黑"/>
                <a:ea typeface="微软雅黑"/>
                <a:cs typeface="+mn-cs"/>
              </a:rPr>
              <a:t>1940</a:t>
            </a:r>
            <a:r>
              <a:rPr kumimoji="0" lang="zh-CN" altLang="en-US" sz="2200" b="0" i="0" u="none" strike="noStrike" kern="1200" cap="none" spc="0" normalizeH="0" baseline="0" noProof="0" dirty="0">
                <a:ln>
                  <a:noFill/>
                </a:ln>
                <a:solidFill>
                  <a:prstClr val="black"/>
                </a:solidFill>
                <a:effectLst/>
                <a:uLnTx/>
                <a:uFillTx/>
                <a:latin typeface="微软雅黑"/>
                <a:ea typeface="微软雅黑"/>
                <a:cs typeface="+mn-cs"/>
              </a:rPr>
              <a:t>年诞生于延安，是中国共产党创办的第一所理工科大学，是新中国成立以来国家历批次重点建设的高校，首批进入国家“</a:t>
            </a:r>
            <a:r>
              <a:rPr kumimoji="0" lang="en-US" altLang="zh-CN" sz="2200" b="0" i="0" u="none" strike="noStrike" kern="1200" cap="none" spc="0" normalizeH="0" baseline="0" noProof="0" dirty="0">
                <a:ln>
                  <a:noFill/>
                </a:ln>
                <a:solidFill>
                  <a:prstClr val="black"/>
                </a:solidFill>
                <a:effectLst/>
                <a:uLnTx/>
                <a:uFillTx/>
                <a:latin typeface="微软雅黑"/>
                <a:ea typeface="微软雅黑"/>
                <a:cs typeface="+mn-cs"/>
              </a:rPr>
              <a:t>211</a:t>
            </a:r>
            <a:r>
              <a:rPr kumimoji="0" lang="zh-CN" altLang="en-US" sz="2200" b="0" i="0" u="none" strike="noStrike" kern="1200" cap="none" spc="0" normalizeH="0" baseline="0" noProof="0" dirty="0">
                <a:ln>
                  <a:noFill/>
                </a:ln>
                <a:solidFill>
                  <a:prstClr val="black"/>
                </a:solidFill>
                <a:effectLst/>
                <a:uLnTx/>
                <a:uFillTx/>
                <a:latin typeface="微软雅黑"/>
                <a:ea typeface="微软雅黑"/>
                <a:cs typeface="+mn-cs"/>
              </a:rPr>
              <a:t>工程”和“</a:t>
            </a:r>
            <a:r>
              <a:rPr kumimoji="0" lang="en-US" altLang="zh-CN" sz="2200" b="0" i="0" u="none" strike="noStrike" kern="1200" cap="none" spc="0" normalizeH="0" baseline="0" noProof="0" dirty="0">
                <a:ln>
                  <a:noFill/>
                </a:ln>
                <a:solidFill>
                  <a:prstClr val="black"/>
                </a:solidFill>
                <a:effectLst/>
                <a:uLnTx/>
                <a:uFillTx/>
                <a:latin typeface="微软雅黑"/>
                <a:ea typeface="微软雅黑"/>
                <a:cs typeface="+mn-cs"/>
              </a:rPr>
              <a:t>985</a:t>
            </a:r>
            <a:r>
              <a:rPr kumimoji="0" lang="zh-CN" altLang="en-US" sz="2200" b="0" i="0" u="none" strike="noStrike" kern="1200" cap="none" spc="0" normalizeH="0" baseline="0" noProof="0" dirty="0">
                <a:ln>
                  <a:noFill/>
                </a:ln>
                <a:solidFill>
                  <a:prstClr val="black"/>
                </a:solidFill>
                <a:effectLst/>
                <a:uLnTx/>
                <a:uFillTx/>
                <a:latin typeface="微软雅黑"/>
                <a:ea typeface="微软雅黑"/>
                <a:cs typeface="+mn-cs"/>
              </a:rPr>
              <a:t>工程”，首批进入“世界一流大学”建设高校</a:t>
            </a:r>
            <a:r>
              <a:rPr kumimoji="0" lang="en-US" altLang="zh-CN" sz="2200" b="0" i="0" u="none" strike="noStrike" kern="1200" cap="none" spc="0" normalizeH="0" baseline="0" noProof="0" dirty="0">
                <a:ln>
                  <a:noFill/>
                </a:ln>
                <a:solidFill>
                  <a:prstClr val="black"/>
                </a:solidFill>
                <a:effectLst/>
                <a:uLnTx/>
                <a:uFillTx/>
                <a:latin typeface="微软雅黑"/>
                <a:ea typeface="微软雅黑"/>
                <a:cs typeface="+mn-cs"/>
              </a:rPr>
              <a:t>A</a:t>
            </a:r>
            <a:r>
              <a:rPr kumimoji="0" lang="zh-CN" altLang="en-US" sz="2200" b="0" i="0" u="none" strike="noStrike" kern="1200" cap="none" spc="0" normalizeH="0" baseline="0" noProof="0" dirty="0">
                <a:ln>
                  <a:noFill/>
                </a:ln>
                <a:solidFill>
                  <a:prstClr val="black"/>
                </a:solidFill>
                <a:effectLst/>
                <a:uLnTx/>
                <a:uFillTx/>
                <a:latin typeface="微软雅黑"/>
                <a:ea typeface="微软雅黑"/>
                <a:cs typeface="+mn-cs"/>
              </a:rPr>
              <a:t>类行列。</a:t>
            </a:r>
            <a:endParaRPr kumimoji="0" lang="en-US" altLang="zh-CN" sz="2200" b="0" i="0" u="none" strike="noStrike" kern="1200" cap="none" spc="0" normalizeH="0" baseline="0" noProof="0" dirty="0">
              <a:ln>
                <a:noFill/>
              </a:ln>
              <a:solidFill>
                <a:prstClr val="black"/>
              </a:solidFill>
              <a:effectLst/>
              <a:uLnTx/>
              <a:uFillTx/>
              <a:latin typeface="微软雅黑"/>
              <a:ea typeface="微软雅黑"/>
              <a:cs typeface="+mn-cs"/>
            </a:endParaRPr>
          </a:p>
          <a:p>
            <a:pPr marL="342900" marR="0" lvl="0" indent="-342900" algn="just" defTabSz="914400" rtl="0" eaLnBrk="1" fontAlgn="base" latinLnBrk="0" hangingPunct="0">
              <a:lnSpc>
                <a:spcPct val="130000"/>
              </a:lnSpc>
              <a:spcBef>
                <a:spcPts val="600"/>
              </a:spcBef>
              <a:spcAft>
                <a:spcPts val="600"/>
              </a:spcAft>
              <a:buClr>
                <a:srgbClr val="006C39"/>
              </a:buClr>
              <a:buSzTx/>
              <a:buFont typeface="Wingdings" panose="05000000000000000000" pitchFamily="2" charset="2"/>
              <a:buChar char="n"/>
              <a:tabLst/>
              <a:defRPr/>
            </a:pP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毛泽东同志亲自题写校名，李富春、徐特立、李强等老一辈无产阶级革命家先后担任学校主要领导。在英国</a:t>
            </a:r>
            <a:r>
              <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QS</a:t>
            </a: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教育集团公布的</a:t>
            </a:r>
            <a:r>
              <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2018</a:t>
            </a: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世界大学排行榜中，学校位居世界第</a:t>
            </a:r>
            <a:r>
              <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389</a:t>
            </a: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名、亚洲第</a:t>
            </a:r>
            <a:r>
              <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76</a:t>
            </a: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名、中国大陆第</a:t>
            </a:r>
            <a:r>
              <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17</a:t>
            </a:r>
            <a:r>
              <a:rPr kumimoji="0" lang="zh-CN" altLang="en-US"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rPr>
              <a:t>名。学校现隶属于工业和信息化部，全体师生员工正对标国家“两个一百年”奋斗目标，全力朝着中国特色世界一流大学的建设目标迈进。</a:t>
            </a:r>
            <a:endParaRPr kumimoji="0" lang="en-US" altLang="zh-CN" sz="2200" b="0"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n-cs"/>
            </a:endParaRPr>
          </a:p>
        </p:txBody>
      </p:sp>
      <p:sp>
        <p:nvSpPr>
          <p:cNvPr id="9" name="标题 8"/>
          <p:cNvSpPr>
            <a:spLocks noGrp="1"/>
          </p:cNvSpPr>
          <p:nvPr>
            <p:ph type="title"/>
          </p:nvPr>
        </p:nvSpPr>
        <p:spPr/>
        <p:txBody>
          <a:bodyPr/>
          <a:lstStyle/>
          <a:p>
            <a:r>
              <a:rPr lang="zh-CN" altLang="en-US" dirty="0"/>
              <a:t>两段文字</a:t>
            </a:r>
          </a:p>
        </p:txBody>
      </p:sp>
    </p:spTree>
    <p:extLst>
      <p:ext uri="{BB962C8B-B14F-4D97-AF65-F5344CB8AC3E}">
        <p14:creationId xmlns:p14="http://schemas.microsoft.com/office/powerpoint/2010/main" val="1155435119"/>
      </p:ext>
    </p:extLst>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两段文字</a:t>
            </a:r>
          </a:p>
        </p:txBody>
      </p:sp>
      <p:sp>
        <p:nvSpPr>
          <p:cNvPr id="15" name="文本框 14">
            <a:extLst>
              <a:ext uri="{FF2B5EF4-FFF2-40B4-BE49-F238E27FC236}">
                <a16:creationId xmlns:a16="http://schemas.microsoft.com/office/drawing/2014/main" id="{08E23802-C0C4-4BBC-8B49-14F89E47D61D}"/>
              </a:ext>
            </a:extLst>
          </p:cNvPr>
          <p:cNvSpPr txBox="1"/>
          <p:nvPr/>
        </p:nvSpPr>
        <p:spPr>
          <a:xfrm>
            <a:off x="1949938" y="2768223"/>
            <a:ext cx="3559908" cy="2761782"/>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北京理工大学</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1940</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年诞生于延安，是中国共产党创办的第一所理工科大学，首批进入国家“</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211</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工程”和“</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985</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工程”，首批进入“世界一流大学”建设高校</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A</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类行列。</a:t>
            </a:r>
          </a:p>
        </p:txBody>
      </p:sp>
      <p:sp>
        <p:nvSpPr>
          <p:cNvPr id="16" name="文本框 15">
            <a:extLst>
              <a:ext uri="{FF2B5EF4-FFF2-40B4-BE49-F238E27FC236}">
                <a16:creationId xmlns:a16="http://schemas.microsoft.com/office/drawing/2014/main" id="{BB2E5BDC-FBD7-4DAA-A362-18FE332B89DB}"/>
              </a:ext>
            </a:extLst>
          </p:cNvPr>
          <p:cNvSpPr txBox="1"/>
          <p:nvPr/>
        </p:nvSpPr>
        <p:spPr>
          <a:xfrm>
            <a:off x="6682156" y="2768223"/>
            <a:ext cx="3559909" cy="2761269"/>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北京理工大学</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1940</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年诞生于延安，是中国共产党创办的第一所理工科大学，首批进入国家“</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211</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工程”和“</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985</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工程”，首批进入“世界一流大学”建设高校</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A</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类行列。</a:t>
            </a:r>
          </a:p>
        </p:txBody>
      </p:sp>
      <p:sp>
        <p:nvSpPr>
          <p:cNvPr id="17" name="文本框 16">
            <a:extLst>
              <a:ext uri="{FF2B5EF4-FFF2-40B4-BE49-F238E27FC236}">
                <a16:creationId xmlns:a16="http://schemas.microsoft.com/office/drawing/2014/main" id="{D78364A1-0DD5-4557-ACB1-F13F6D44EA0D}"/>
              </a:ext>
            </a:extLst>
          </p:cNvPr>
          <p:cNvSpPr txBox="1"/>
          <p:nvPr/>
        </p:nvSpPr>
        <p:spPr>
          <a:xfrm>
            <a:off x="2303138" y="1615888"/>
            <a:ext cx="2853509" cy="619744"/>
          </a:xfrm>
          <a:prstGeom prst="roundRect">
            <a:avLst/>
          </a:prstGeom>
          <a:solidFill>
            <a:schemeClr val="accent1"/>
          </a:solidFill>
        </p:spPr>
        <p:txBody>
          <a:bodyPr wrap="square" lIns="0" tIns="0" rIns="0" bIns="0" rtlCol="0">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FFFFFF"/>
                </a:solidFill>
                <a:effectLst/>
                <a:uLnTx/>
                <a:uFillTx/>
                <a:latin typeface="微软雅黑"/>
                <a:ea typeface="微软雅黑"/>
                <a:cs typeface="+mn-cs"/>
              </a:rPr>
              <a:t>一个标题</a:t>
            </a:r>
          </a:p>
        </p:txBody>
      </p:sp>
      <p:sp>
        <p:nvSpPr>
          <p:cNvPr id="18" name="文本框 17">
            <a:extLst>
              <a:ext uri="{FF2B5EF4-FFF2-40B4-BE49-F238E27FC236}">
                <a16:creationId xmlns:a16="http://schemas.microsoft.com/office/drawing/2014/main" id="{0E6D24B9-D51A-4A97-963A-5F65DA720C62}"/>
              </a:ext>
            </a:extLst>
          </p:cNvPr>
          <p:cNvSpPr txBox="1"/>
          <p:nvPr/>
        </p:nvSpPr>
        <p:spPr>
          <a:xfrm>
            <a:off x="7035356" y="1615888"/>
            <a:ext cx="2853509" cy="619744"/>
          </a:xfrm>
          <a:prstGeom prst="roundRect">
            <a:avLst/>
          </a:prstGeom>
          <a:solidFill>
            <a:schemeClr val="accent4"/>
          </a:solidFill>
        </p:spPr>
        <p:txBody>
          <a:bodyPr wrap="square" lIns="0" tIns="0" rIns="0" bIns="0" rtlCol="0">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FFFFFF"/>
                </a:solidFill>
                <a:effectLst/>
                <a:uLnTx/>
                <a:uFillTx/>
                <a:latin typeface="微软雅黑"/>
                <a:ea typeface="微软雅黑"/>
                <a:cs typeface="+mn-cs"/>
              </a:rPr>
              <a:t>一个标题</a:t>
            </a:r>
          </a:p>
        </p:txBody>
      </p:sp>
    </p:spTree>
    <p:extLst>
      <p:ext uri="{BB962C8B-B14F-4D97-AF65-F5344CB8AC3E}">
        <p14:creationId xmlns:p14="http://schemas.microsoft.com/office/powerpoint/2010/main" val="1141724647"/>
      </p:ext>
    </p:extLst>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两段文字</a:t>
            </a:r>
          </a:p>
        </p:txBody>
      </p:sp>
      <p:sp>
        <p:nvSpPr>
          <p:cNvPr id="14" name="文本框 13">
            <a:extLst>
              <a:ext uri="{FF2B5EF4-FFF2-40B4-BE49-F238E27FC236}">
                <a16:creationId xmlns:a16="http://schemas.microsoft.com/office/drawing/2014/main" id="{ACFFC922-C1F3-419D-B1E7-D7E0BBB372A6}"/>
              </a:ext>
            </a:extLst>
          </p:cNvPr>
          <p:cNvSpPr txBox="1"/>
          <p:nvPr/>
        </p:nvSpPr>
        <p:spPr>
          <a:xfrm>
            <a:off x="660399" y="1439682"/>
            <a:ext cx="2853509" cy="619744"/>
          </a:xfrm>
          <a:prstGeom prst="roundRect">
            <a:avLst/>
          </a:prstGeom>
          <a:solidFill>
            <a:schemeClr val="accent1"/>
          </a:solidFill>
        </p:spPr>
        <p:txBody>
          <a:bodyPr wrap="square" lIns="0" tIns="0" rIns="0" bIns="0" rtlCol="0" anchor="ctr" anchorCtr="0">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FFFFFF"/>
                </a:solidFill>
                <a:effectLst/>
                <a:uLnTx/>
                <a:uFillTx/>
                <a:latin typeface="微软雅黑"/>
                <a:ea typeface="微软雅黑"/>
                <a:cs typeface="+mn-cs"/>
              </a:rPr>
              <a:t>一个标题</a:t>
            </a:r>
          </a:p>
        </p:txBody>
      </p:sp>
      <p:sp>
        <p:nvSpPr>
          <p:cNvPr id="19" name="文本框 18">
            <a:extLst>
              <a:ext uri="{FF2B5EF4-FFF2-40B4-BE49-F238E27FC236}">
                <a16:creationId xmlns:a16="http://schemas.microsoft.com/office/drawing/2014/main" id="{ACFFC922-C1F3-419D-B1E7-D7E0BBB372A6}"/>
              </a:ext>
            </a:extLst>
          </p:cNvPr>
          <p:cNvSpPr txBox="1"/>
          <p:nvPr/>
        </p:nvSpPr>
        <p:spPr>
          <a:xfrm>
            <a:off x="660399" y="3761208"/>
            <a:ext cx="2853509" cy="619744"/>
          </a:xfrm>
          <a:prstGeom prst="roundRect">
            <a:avLst/>
          </a:prstGeom>
          <a:solidFill>
            <a:schemeClr val="accent4"/>
          </a:solidFill>
        </p:spPr>
        <p:txBody>
          <a:bodyPr wrap="square" lIns="0" tIns="0" rIns="0" bIns="0" rtlCol="0" anchor="ctr" anchorCtr="0">
            <a:no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FFFFFF"/>
                </a:solidFill>
                <a:effectLst/>
                <a:uLnTx/>
                <a:uFillTx/>
                <a:latin typeface="微软雅黑"/>
                <a:ea typeface="微软雅黑"/>
                <a:cs typeface="+mn-cs"/>
              </a:rPr>
              <a:t>一个标题</a:t>
            </a:r>
          </a:p>
        </p:txBody>
      </p:sp>
      <p:sp>
        <p:nvSpPr>
          <p:cNvPr id="20" name="文本框 19">
            <a:extLst>
              <a:ext uri="{FF2B5EF4-FFF2-40B4-BE49-F238E27FC236}">
                <a16:creationId xmlns:a16="http://schemas.microsoft.com/office/drawing/2014/main" id="{2A293663-D3EA-41D6-B7D2-3C1270AE30EF}"/>
              </a:ext>
            </a:extLst>
          </p:cNvPr>
          <p:cNvSpPr txBox="1"/>
          <p:nvPr/>
        </p:nvSpPr>
        <p:spPr>
          <a:xfrm>
            <a:off x="660400" y="2217236"/>
            <a:ext cx="10858500" cy="1160831"/>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北京理工大学</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1940</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年诞生于延安，是中国共产党创办的第一所理工科大学，是新中国成立以来国家历批次重点建设的高校，首批进入国家“</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211</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工程”和“</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985</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工程”，首批进入“世界一流大学”建设高校</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A</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类行列。</a:t>
            </a:r>
          </a:p>
        </p:txBody>
      </p:sp>
      <p:sp>
        <p:nvSpPr>
          <p:cNvPr id="21" name="文本框 20">
            <a:extLst>
              <a:ext uri="{FF2B5EF4-FFF2-40B4-BE49-F238E27FC236}">
                <a16:creationId xmlns:a16="http://schemas.microsoft.com/office/drawing/2014/main" id="{2A293663-D3EA-41D6-B7D2-3C1270AE30EF}"/>
              </a:ext>
            </a:extLst>
          </p:cNvPr>
          <p:cNvSpPr txBox="1"/>
          <p:nvPr/>
        </p:nvSpPr>
        <p:spPr>
          <a:xfrm>
            <a:off x="687832" y="4525462"/>
            <a:ext cx="10858500" cy="1160831"/>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北京理工大学</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1940</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年诞生于延安，是中国共产党创办的第一所理工科大学，是新中国成立以来国家历批次重点建设的高校，首批进入国家“</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211</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工程”和“</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985</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工程”，首批进入“世界一流大学”建设高校</a:t>
            </a:r>
            <a:r>
              <a:rPr kumimoji="0" lang="en-US" altLang="zh-CN"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A</a:t>
            </a:r>
            <a:r>
              <a:rPr kumimoji="0" lang="zh-CN" altLang="en-US" sz="20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类行列。</a:t>
            </a:r>
          </a:p>
        </p:txBody>
      </p:sp>
    </p:spTree>
    <p:extLst>
      <p:ext uri="{BB962C8B-B14F-4D97-AF65-F5344CB8AC3E}">
        <p14:creationId xmlns:p14="http://schemas.microsoft.com/office/powerpoint/2010/main" val="3746619345"/>
      </p:ext>
    </p:extLst>
  </p:cSld>
  <p:clrMapOvr>
    <a:masterClrMapping/>
  </p:clrMapOvr>
  <p:transition spd="med">
    <p:pull/>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观点对比</a:t>
            </a:r>
          </a:p>
        </p:txBody>
      </p:sp>
      <p:sp>
        <p:nvSpPr>
          <p:cNvPr id="12" name="文本占位符 4">
            <a:extLst>
              <a:ext uri="{FF2B5EF4-FFF2-40B4-BE49-F238E27FC236}">
                <a16:creationId xmlns:a16="http://schemas.microsoft.com/office/drawing/2014/main" id="{16C043AE-4B23-4674-A761-47EA2C95E47F}"/>
              </a:ext>
            </a:extLst>
          </p:cNvPr>
          <p:cNvSpPr txBox="1">
            <a:spLocks/>
          </p:cNvSpPr>
          <p:nvPr/>
        </p:nvSpPr>
        <p:spPr>
          <a:xfrm>
            <a:off x="1513578" y="2237803"/>
            <a:ext cx="3768032" cy="3541896"/>
          </a:xfrm>
          <a:prstGeom prst="rect">
            <a:avLst/>
          </a:prstGeom>
          <a:solidFill>
            <a:srgbClr val="FFFFFF"/>
          </a:solidFill>
          <a:ln w="28575">
            <a:solidFill>
              <a:schemeClr val="accent1"/>
            </a:solidFill>
          </a:ln>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20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srgbClr val="000000"/>
                </a:solidFill>
                <a:effectLst/>
                <a:uLnTx/>
                <a:uFillTx/>
                <a:latin typeface="微软雅黑"/>
                <a:ea typeface="微软雅黑"/>
                <a:cs typeface="+mn-cs"/>
                <a:sym typeface="+mn-lt"/>
              </a:rPr>
              <a:t>这里是方法的优点这里是方法的优点这里是方法的优点这里是方法的优点这里是方法的优点</a:t>
            </a:r>
          </a:p>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srgbClr val="000000"/>
                </a:solidFill>
                <a:effectLst/>
                <a:uLnTx/>
                <a:uFillTx/>
                <a:latin typeface="微软雅黑"/>
                <a:ea typeface="微软雅黑"/>
                <a:cs typeface="+mn-cs"/>
                <a:sym typeface="+mn-lt"/>
              </a:rPr>
              <a:t>这里是方法的优点这里是方法的优点这里是方法的优点这里是方法的优点这里是方法的优点</a:t>
            </a:r>
          </a:p>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srgbClr val="000000"/>
                </a:solidFill>
                <a:effectLst/>
                <a:uLnTx/>
                <a:uFillTx/>
                <a:latin typeface="微软雅黑"/>
                <a:ea typeface="微软雅黑"/>
                <a:cs typeface="+mn-cs"/>
                <a:sym typeface="+mn-lt"/>
              </a:rPr>
              <a:t>这里是方法的优点这里是方法的优点这里是方法的优点这里是方法的优点这里是方法的优点</a:t>
            </a:r>
          </a:p>
        </p:txBody>
      </p:sp>
      <p:sp>
        <p:nvSpPr>
          <p:cNvPr id="13" name="文本占位符 5">
            <a:extLst>
              <a:ext uri="{FF2B5EF4-FFF2-40B4-BE49-F238E27FC236}">
                <a16:creationId xmlns:a16="http://schemas.microsoft.com/office/drawing/2014/main" id="{707394A7-2539-488D-A6A8-FAF18D311986}"/>
              </a:ext>
            </a:extLst>
          </p:cNvPr>
          <p:cNvSpPr txBox="1">
            <a:spLocks/>
          </p:cNvSpPr>
          <p:nvPr/>
        </p:nvSpPr>
        <p:spPr>
          <a:xfrm>
            <a:off x="6910390" y="2237802"/>
            <a:ext cx="3768032" cy="3541896"/>
          </a:xfrm>
          <a:prstGeom prst="rect">
            <a:avLst/>
          </a:prstGeom>
          <a:solidFill>
            <a:srgbClr val="FFFFFF"/>
          </a:solidFill>
          <a:ln w="28575">
            <a:solidFill>
              <a:schemeClr val="accent4"/>
            </a:solidFill>
          </a:ln>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20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prstClr val="black"/>
                </a:solidFill>
                <a:effectLst/>
                <a:uLnTx/>
                <a:uFillTx/>
                <a:latin typeface="微软雅黑"/>
                <a:ea typeface="微软雅黑"/>
                <a:cs typeface="+mn-cs"/>
                <a:sym typeface="+mn-lt"/>
              </a:rPr>
              <a:t>这里是方法的缺点这里是方法的缺点这里是方法的缺点这里是方法的缺点这里是方法的缺点</a:t>
            </a:r>
          </a:p>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prstClr val="black"/>
                </a:solidFill>
                <a:effectLst/>
                <a:uLnTx/>
                <a:uFillTx/>
                <a:latin typeface="微软雅黑"/>
                <a:ea typeface="微软雅黑"/>
                <a:cs typeface="+mn-cs"/>
                <a:sym typeface="+mn-lt"/>
              </a:rPr>
              <a:t>这里是方法的缺点这里是方法的缺点这里是方法的缺点这里是方法的缺点这里是方法的缺点</a:t>
            </a:r>
          </a:p>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a:ln>
                  <a:noFill/>
                </a:ln>
                <a:solidFill>
                  <a:prstClr val="black"/>
                </a:solidFill>
                <a:effectLst/>
                <a:uLnTx/>
                <a:uFillTx/>
                <a:latin typeface="微软雅黑"/>
                <a:ea typeface="微软雅黑"/>
                <a:cs typeface="+mn-cs"/>
                <a:sym typeface="+mn-lt"/>
              </a:rPr>
              <a:t>这里是方法的缺点这里是方法的缺点这里是方法的缺点这里是方法的缺点这里是方法的缺点</a:t>
            </a:r>
          </a:p>
          <a:p>
            <a:pPr marL="0" marR="0" lvl="0" indent="0" algn="l" defTabSz="914400" rtl="0" eaLnBrk="1" fontAlgn="auto" latinLnBrk="0" hangingPunct="1">
              <a:lnSpc>
                <a:spcPct val="125000"/>
              </a:lnSpc>
              <a:spcBef>
                <a:spcPts val="0"/>
              </a:spcBef>
              <a:spcAft>
                <a:spcPts val="0"/>
              </a:spcAft>
              <a:buClrTx/>
              <a:buSzTx/>
              <a:buFont typeface="Arial" panose="020B0604020202020204" pitchFamily="34" charset="0"/>
              <a:buNone/>
              <a:tabLst/>
              <a:defRPr/>
            </a:pPr>
            <a:endParaRPr kumimoji="0" lang="zh-CN" altLang="en-US" sz="2000" b="0" i="0" u="none" strike="noStrike" kern="1200" cap="none" spc="0" normalizeH="0" baseline="0" noProof="0" dirty="0">
              <a:ln>
                <a:noFill/>
              </a:ln>
              <a:solidFill>
                <a:srgbClr val="000000"/>
              </a:solidFill>
              <a:effectLst/>
              <a:uLnTx/>
              <a:uFillTx/>
              <a:latin typeface="微软雅黑 Light"/>
              <a:ea typeface="微软雅黑 Light"/>
              <a:cs typeface="+mn-cs"/>
              <a:sym typeface="+mn-lt"/>
            </a:endParaRPr>
          </a:p>
          <a:p>
            <a:pPr marL="0" marR="0" lvl="0" indent="0" algn="l" defTabSz="914400" rtl="0" eaLnBrk="1" fontAlgn="auto" latinLnBrk="0" hangingPunct="1">
              <a:lnSpc>
                <a:spcPct val="125000"/>
              </a:lnSpc>
              <a:spcBef>
                <a:spcPts val="0"/>
              </a:spcBef>
              <a:spcAft>
                <a:spcPts val="0"/>
              </a:spcAft>
              <a:buClrTx/>
              <a:buSzTx/>
              <a:buFont typeface="Arial" panose="020B0604020202020204" pitchFamily="34" charset="0"/>
              <a:buNone/>
              <a:tabLst/>
              <a:defRPr/>
            </a:pPr>
            <a:endParaRPr kumimoji="0" lang="zh-CN" altLang="en-US" sz="2000" b="0" i="0" u="none" strike="noStrike" kern="1200" cap="none" spc="0" normalizeH="0" baseline="0" noProof="0" dirty="0">
              <a:ln>
                <a:noFill/>
              </a:ln>
              <a:solidFill>
                <a:srgbClr val="000000"/>
              </a:solidFill>
              <a:effectLst/>
              <a:uLnTx/>
              <a:uFillTx/>
              <a:latin typeface="微软雅黑 Light"/>
              <a:ea typeface="微软雅黑 Light"/>
              <a:cs typeface="+mn-cs"/>
              <a:sym typeface="+mn-lt"/>
            </a:endParaRPr>
          </a:p>
          <a:p>
            <a:pPr marL="0" marR="0" lvl="0" indent="0" algn="l" defTabSz="914400" rtl="0" eaLnBrk="1" fontAlgn="auto" latinLnBrk="0" hangingPunct="1">
              <a:lnSpc>
                <a:spcPct val="125000"/>
              </a:lnSpc>
              <a:spcBef>
                <a:spcPts val="0"/>
              </a:spcBef>
              <a:spcAft>
                <a:spcPts val="0"/>
              </a:spcAft>
              <a:buClrTx/>
              <a:buSzTx/>
              <a:buFont typeface="Arial" panose="020B0604020202020204" pitchFamily="34" charset="0"/>
              <a:buNone/>
              <a:tabLst/>
              <a:defRPr/>
            </a:pPr>
            <a:endParaRPr kumimoji="0" lang="zh-CN" altLang="en-US" sz="2000" b="0" i="0" u="none" strike="noStrike" kern="1200" cap="none" spc="0" normalizeH="0" baseline="0" noProof="0" dirty="0">
              <a:ln>
                <a:noFill/>
              </a:ln>
              <a:solidFill>
                <a:srgbClr val="000000"/>
              </a:solidFill>
              <a:effectLst/>
              <a:uLnTx/>
              <a:uFillTx/>
              <a:latin typeface="Arial"/>
              <a:ea typeface="微软雅黑 Light"/>
              <a:cs typeface="+mn-cs"/>
              <a:sym typeface="+mn-lt"/>
            </a:endParaRPr>
          </a:p>
        </p:txBody>
      </p:sp>
      <p:sp>
        <p:nvSpPr>
          <p:cNvPr id="14" name="文本占位符 6">
            <a:extLst>
              <a:ext uri="{FF2B5EF4-FFF2-40B4-BE49-F238E27FC236}">
                <a16:creationId xmlns:a16="http://schemas.microsoft.com/office/drawing/2014/main" id="{E12A4151-F143-4505-A654-CF3ED1B4A021}"/>
              </a:ext>
            </a:extLst>
          </p:cNvPr>
          <p:cNvSpPr txBox="1">
            <a:spLocks/>
          </p:cNvSpPr>
          <p:nvPr/>
        </p:nvSpPr>
        <p:spPr>
          <a:xfrm>
            <a:off x="1513578" y="1372467"/>
            <a:ext cx="3768032" cy="865335"/>
          </a:xfrm>
          <a:prstGeom prst="rect">
            <a:avLst/>
          </a:prstGeom>
          <a:solidFill>
            <a:schemeClr val="accent1"/>
          </a:solidFill>
          <a:ln w="28575">
            <a:solidFill>
              <a:schemeClr val="accent1"/>
            </a:solidFill>
          </a:ln>
          <a:effectLst/>
        </p:spPr>
        <p:txBody>
          <a:bodyPr vert="horz" lIns="91440" tIns="45720" rIns="91440" bIns="45720" rtlCol="0" anchor="ctr">
            <a:normAutofit/>
          </a:bodyPr>
          <a:lstStyle>
            <a:lvl1pPr marL="0" indent="0" algn="ctr" defTabSz="914400" rtl="0" eaLnBrk="1" latinLnBrk="0" hangingPunct="1">
              <a:lnSpc>
                <a:spcPct val="125000"/>
              </a:lnSpc>
              <a:spcBef>
                <a:spcPts val="0"/>
              </a:spcBef>
              <a:buFont typeface="Arial" panose="020B0604020202020204" pitchFamily="34" charset="0"/>
              <a:buNone/>
              <a:defRPr sz="2800" b="1" kern="1200">
                <a:solidFill>
                  <a:schemeClr val="bg1"/>
                </a:solidFill>
                <a:latin typeface="+mj-ea"/>
                <a:ea typeface="+mj-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800" b="1" i="0" u="none" strike="noStrike" kern="1200" cap="none" spc="0" normalizeH="0" baseline="0" noProof="0">
                <a:ln>
                  <a:noFill/>
                </a:ln>
                <a:solidFill>
                  <a:srgbClr val="FFFFFF"/>
                </a:solidFill>
                <a:effectLst/>
                <a:uLnTx/>
                <a:uFillTx/>
                <a:latin typeface="Arial"/>
                <a:ea typeface="微软雅黑"/>
                <a:cs typeface="+mn-cs"/>
                <a:sym typeface="+mn-lt"/>
              </a:rPr>
              <a:t>优点</a:t>
            </a:r>
            <a:endParaRPr kumimoji="0" lang="zh-CN" altLang="en-US" sz="2800" b="1" i="0" u="none" strike="noStrike" kern="1200" cap="none" spc="0" normalizeH="0" baseline="0" noProof="0" dirty="0">
              <a:ln>
                <a:noFill/>
              </a:ln>
              <a:solidFill>
                <a:srgbClr val="FFFFFF"/>
              </a:solidFill>
              <a:effectLst/>
              <a:uLnTx/>
              <a:uFillTx/>
              <a:latin typeface="Arial"/>
              <a:ea typeface="微软雅黑"/>
              <a:cs typeface="+mn-cs"/>
              <a:sym typeface="+mn-lt"/>
            </a:endParaRPr>
          </a:p>
        </p:txBody>
      </p:sp>
      <p:sp>
        <p:nvSpPr>
          <p:cNvPr id="15" name="文本占位符 7">
            <a:extLst>
              <a:ext uri="{FF2B5EF4-FFF2-40B4-BE49-F238E27FC236}">
                <a16:creationId xmlns:a16="http://schemas.microsoft.com/office/drawing/2014/main" id="{436178C4-56CB-4878-B6E0-9D272DCC0BC9}"/>
              </a:ext>
            </a:extLst>
          </p:cNvPr>
          <p:cNvSpPr txBox="1">
            <a:spLocks/>
          </p:cNvSpPr>
          <p:nvPr/>
        </p:nvSpPr>
        <p:spPr>
          <a:xfrm>
            <a:off x="6910390" y="1372467"/>
            <a:ext cx="3768032" cy="865335"/>
          </a:xfrm>
          <a:prstGeom prst="rect">
            <a:avLst/>
          </a:prstGeom>
          <a:solidFill>
            <a:schemeClr val="accent4"/>
          </a:solidFill>
          <a:ln w="28575">
            <a:solidFill>
              <a:schemeClr val="accent4"/>
            </a:solidFill>
          </a:ln>
          <a:effectLst/>
        </p:spPr>
        <p:txBody>
          <a:bodyPr vert="horz" lIns="91440" tIns="45720" rIns="91440" bIns="45720" rtlCol="0" anchor="ctr">
            <a:normAutofit/>
          </a:bodyPr>
          <a:lstStyle>
            <a:lvl1pPr marL="0" indent="0" algn="ctr" defTabSz="914400" rtl="0" eaLnBrk="1" latinLnBrk="0" hangingPunct="1">
              <a:lnSpc>
                <a:spcPct val="125000"/>
              </a:lnSpc>
              <a:spcBef>
                <a:spcPts val="0"/>
              </a:spcBef>
              <a:buFont typeface="Arial" panose="020B0604020202020204" pitchFamily="34" charset="0"/>
              <a:buNone/>
              <a:defRPr sz="2800" b="1" kern="1200">
                <a:solidFill>
                  <a:schemeClr val="bg1"/>
                </a:solidFill>
                <a:latin typeface="+mj-ea"/>
                <a:ea typeface="+mj-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2800" b="1" i="0" u="none" strike="noStrike" kern="1200" cap="none" spc="0" normalizeH="0" baseline="0" noProof="0">
                <a:ln>
                  <a:noFill/>
                </a:ln>
                <a:solidFill>
                  <a:srgbClr val="FFFFFF"/>
                </a:solidFill>
                <a:effectLst/>
                <a:uLnTx/>
                <a:uFillTx/>
                <a:latin typeface="Arial"/>
                <a:ea typeface="微软雅黑"/>
                <a:cs typeface="+mn-cs"/>
                <a:sym typeface="+mn-lt"/>
              </a:rPr>
              <a:t>缺点</a:t>
            </a:r>
            <a:endParaRPr kumimoji="0" lang="zh-CN" altLang="en-US" sz="2800" b="1" i="0" u="none" strike="noStrike" kern="1200" cap="none" spc="0" normalizeH="0" baseline="0" noProof="0" dirty="0">
              <a:ln>
                <a:noFill/>
              </a:ln>
              <a:solidFill>
                <a:srgbClr val="FFFFFF"/>
              </a:solidFill>
              <a:effectLst/>
              <a:uLnTx/>
              <a:uFillTx/>
              <a:latin typeface="Arial"/>
              <a:ea typeface="微软雅黑"/>
              <a:cs typeface="+mn-cs"/>
              <a:sym typeface="+mn-lt"/>
            </a:endParaRPr>
          </a:p>
        </p:txBody>
      </p:sp>
    </p:spTree>
    <p:extLst>
      <p:ext uri="{BB962C8B-B14F-4D97-AF65-F5344CB8AC3E}">
        <p14:creationId xmlns:p14="http://schemas.microsoft.com/office/powerpoint/2010/main" val="597601112"/>
      </p:ext>
    </p:extLst>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观点对比</a:t>
            </a:r>
          </a:p>
        </p:txBody>
      </p:sp>
      <p:sp>
        <p:nvSpPr>
          <p:cNvPr id="8" name="平行四边形 7">
            <a:extLst>
              <a:ext uri="{FF2B5EF4-FFF2-40B4-BE49-F238E27FC236}">
                <a16:creationId xmlns:a16="http://schemas.microsoft.com/office/drawing/2014/main" id="{32348477-5D10-4901-9173-DC964BF89229}"/>
              </a:ext>
            </a:extLst>
          </p:cNvPr>
          <p:cNvSpPr/>
          <p:nvPr/>
        </p:nvSpPr>
        <p:spPr>
          <a:xfrm>
            <a:off x="674412" y="1626014"/>
            <a:ext cx="5724000" cy="3207658"/>
          </a:xfrm>
          <a:prstGeom prst="parallelogram">
            <a:avLst/>
          </a:prstGeom>
          <a:noFill/>
          <a:ln w="38100">
            <a:gradFill>
              <a:gsLst>
                <a:gs pos="20000">
                  <a:srgbClr val="003378">
                    <a:alpha val="0"/>
                  </a:srgbClr>
                </a:gs>
                <a:gs pos="0">
                  <a:schemeClr val="accent1">
                    <a:alpha val="0"/>
                  </a:schemeClr>
                </a:gs>
                <a:gs pos="100000">
                  <a:schemeClr val="accent1"/>
                </a:gs>
              </a:gsLst>
              <a:lin ang="12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1" name="平行四边形 10">
            <a:extLst>
              <a:ext uri="{FF2B5EF4-FFF2-40B4-BE49-F238E27FC236}">
                <a16:creationId xmlns:a16="http://schemas.microsoft.com/office/drawing/2014/main" id="{0A034329-0ACC-472E-884C-4E78CC69A788}"/>
              </a:ext>
            </a:extLst>
          </p:cNvPr>
          <p:cNvSpPr/>
          <p:nvPr/>
        </p:nvSpPr>
        <p:spPr>
          <a:xfrm>
            <a:off x="5822046" y="2366244"/>
            <a:ext cx="5724000" cy="3207658"/>
          </a:xfrm>
          <a:prstGeom prst="parallelogram">
            <a:avLst/>
          </a:prstGeom>
          <a:noFill/>
          <a:ln w="38100">
            <a:gradFill>
              <a:gsLst>
                <a:gs pos="20000">
                  <a:srgbClr val="003378">
                    <a:alpha val="0"/>
                  </a:srgbClr>
                </a:gs>
                <a:gs pos="0">
                  <a:schemeClr val="accent1">
                    <a:alpha val="0"/>
                  </a:schemeClr>
                </a:gs>
                <a:gs pos="100000">
                  <a:schemeClr val="accent4"/>
                </a:gs>
              </a:gsLst>
              <a:lin ang="960000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6" name="文本框 15">
            <a:extLst>
              <a:ext uri="{FF2B5EF4-FFF2-40B4-BE49-F238E27FC236}">
                <a16:creationId xmlns:a16="http://schemas.microsoft.com/office/drawing/2014/main" id="{51AADF55-D27C-40F9-930F-99385A786CB9}"/>
              </a:ext>
            </a:extLst>
          </p:cNvPr>
          <p:cNvSpPr txBox="1"/>
          <p:nvPr/>
        </p:nvSpPr>
        <p:spPr>
          <a:xfrm>
            <a:off x="4978400" y="2558913"/>
            <a:ext cx="2235200" cy="1653914"/>
          </a:xfrm>
          <a:prstGeom prst="rect">
            <a:avLst/>
          </a:prstGeom>
          <a:noFill/>
        </p:spPr>
        <p:txBody>
          <a:bodyPr wrap="square" lIns="0" tIns="0" rIns="0" bIns="0" rtlCol="0">
            <a:spAutoFit/>
          </a:bodyPr>
          <a:lstStyle/>
          <a:p>
            <a:pPr marL="0" marR="0" lvl="0" indent="0" algn="ctr" defTabSz="914400" rtl="0" eaLnBrk="0" fontAlgn="base" latinLnBrk="0" hangingPunct="0">
              <a:lnSpc>
                <a:spcPct val="120000"/>
              </a:lnSpc>
              <a:spcBef>
                <a:spcPct val="0"/>
              </a:spcBef>
              <a:spcAft>
                <a:spcPct val="0"/>
              </a:spcAft>
              <a:buClrTx/>
              <a:buSzTx/>
              <a:buFontTx/>
              <a:buNone/>
              <a:tabLst/>
              <a:defRPr/>
            </a:pPr>
            <a:r>
              <a:rPr kumimoji="0" lang="en-US" altLang="zh-CN" sz="9600" b="0" i="1" u="none" strike="noStrike" kern="1200" cap="none" spc="300" normalizeH="0" baseline="0" noProof="0" dirty="0">
                <a:ln>
                  <a:noFill/>
                </a:ln>
                <a:solidFill>
                  <a:srgbClr val="006C39">
                    <a:alpha val="11000"/>
                  </a:srgbClr>
                </a:solidFill>
                <a:effectLst/>
                <a:uLnTx/>
                <a:uFillTx/>
                <a:latin typeface="微软雅黑"/>
                <a:ea typeface="微软雅黑" panose="020B0503020204020204" pitchFamily="34" charset="-122"/>
                <a:cs typeface="+mn-cs"/>
              </a:rPr>
              <a:t>VS</a:t>
            </a:r>
            <a:endParaRPr kumimoji="0" lang="zh-CN" altLang="en-US" sz="9600" b="0" i="1" u="none" strike="noStrike" kern="1200" cap="none" spc="300" normalizeH="0" baseline="0" noProof="0" dirty="0">
              <a:ln>
                <a:noFill/>
              </a:ln>
              <a:solidFill>
                <a:srgbClr val="006C39">
                  <a:alpha val="11000"/>
                </a:srgbClr>
              </a:solidFill>
              <a:effectLst/>
              <a:uLnTx/>
              <a:uFillTx/>
              <a:latin typeface="微软雅黑"/>
              <a:ea typeface="微软雅黑" panose="020B0503020204020204" pitchFamily="34" charset="-122"/>
              <a:cs typeface="+mn-cs"/>
            </a:endParaRPr>
          </a:p>
        </p:txBody>
      </p:sp>
      <p:sp>
        <p:nvSpPr>
          <p:cNvPr id="17" name="文本框 16">
            <a:extLst>
              <a:ext uri="{FF2B5EF4-FFF2-40B4-BE49-F238E27FC236}">
                <a16:creationId xmlns:a16="http://schemas.microsoft.com/office/drawing/2014/main" id="{B84415BE-297A-4670-8F68-6825798EB1BD}"/>
              </a:ext>
            </a:extLst>
          </p:cNvPr>
          <p:cNvSpPr txBox="1"/>
          <p:nvPr/>
        </p:nvSpPr>
        <p:spPr>
          <a:xfrm>
            <a:off x="6723709" y="3584786"/>
            <a:ext cx="3904343" cy="1560940"/>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在此输入一段文字，阐述第二个概念解释。在此输入一段文字，阐述第二个概念解释。在此输入一段文字</a:t>
            </a:r>
          </a:p>
        </p:txBody>
      </p:sp>
      <p:sp>
        <p:nvSpPr>
          <p:cNvPr id="18" name="文本框 17">
            <a:extLst>
              <a:ext uri="{FF2B5EF4-FFF2-40B4-BE49-F238E27FC236}">
                <a16:creationId xmlns:a16="http://schemas.microsoft.com/office/drawing/2014/main" id="{24A929E3-FE8C-44A4-AA75-7D72577C71D4}"/>
              </a:ext>
            </a:extLst>
          </p:cNvPr>
          <p:cNvSpPr txBox="1"/>
          <p:nvPr/>
        </p:nvSpPr>
        <p:spPr>
          <a:xfrm>
            <a:off x="6723709" y="2892691"/>
            <a:ext cx="2656114" cy="505588"/>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概念解读</a:t>
            </a:r>
            <a:r>
              <a:rPr kumimoji="0" lang="en-US" altLang="zh-CN" sz="2800" b="1" i="0" u="none" strike="noStrike" kern="1200" cap="none" spc="300" normalizeH="0" baseline="0" noProof="0" dirty="0">
                <a:ln>
                  <a:noFill/>
                </a:ln>
                <a:solidFill>
                  <a:srgbClr val="A13F0B"/>
                </a:solidFill>
                <a:effectLst/>
                <a:uLnTx/>
                <a:uFillTx/>
                <a:latin typeface="微软雅黑"/>
                <a:ea typeface="微软雅黑"/>
                <a:cs typeface="+mn-cs"/>
              </a:rPr>
              <a:t>2</a:t>
            </a:r>
            <a:endPar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19" name="文本框 18">
            <a:extLst>
              <a:ext uri="{FF2B5EF4-FFF2-40B4-BE49-F238E27FC236}">
                <a16:creationId xmlns:a16="http://schemas.microsoft.com/office/drawing/2014/main" id="{A9427E30-E0A0-458E-BE46-90E9D0AEE789}"/>
              </a:ext>
            </a:extLst>
          </p:cNvPr>
          <p:cNvSpPr txBox="1"/>
          <p:nvPr/>
        </p:nvSpPr>
        <p:spPr>
          <a:xfrm>
            <a:off x="1488961" y="2719151"/>
            <a:ext cx="3904343" cy="1560940"/>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r" defTabSz="914400" rtl="0" eaLnBrk="0" fontAlgn="base" latinLnBrk="0" hangingPunct="0">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在此输入一段文字，阐述第一个概念解释。在此输入一段文字，阐述第一个概念解释。在此输入一段文字</a:t>
            </a:r>
          </a:p>
        </p:txBody>
      </p:sp>
      <p:sp>
        <p:nvSpPr>
          <p:cNvPr id="20" name="文本框 19">
            <a:extLst>
              <a:ext uri="{FF2B5EF4-FFF2-40B4-BE49-F238E27FC236}">
                <a16:creationId xmlns:a16="http://schemas.microsoft.com/office/drawing/2014/main" id="{BFE2F0AC-FD39-4750-8D6D-33E078192640}"/>
              </a:ext>
            </a:extLst>
          </p:cNvPr>
          <p:cNvSpPr txBox="1"/>
          <p:nvPr/>
        </p:nvSpPr>
        <p:spPr>
          <a:xfrm>
            <a:off x="1488960" y="2027056"/>
            <a:ext cx="3904343" cy="505588"/>
          </a:xfrm>
          <a:prstGeom prst="rect">
            <a:avLst/>
          </a:prstGeom>
          <a:noFill/>
        </p:spPr>
        <p:txBody>
          <a:bodyPr wrap="square" lIns="0" tIns="0" rIns="0" bIns="0" rtlCol="0">
            <a:spAutoFit/>
          </a:bodyPr>
          <a:lstStyle/>
          <a:p>
            <a:pPr marL="0" marR="0" lvl="0" indent="0" algn="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概念解读</a:t>
            </a:r>
            <a:r>
              <a:rPr kumimoji="0" lang="en-US" altLang="zh-CN" sz="2800" b="1" i="0" u="none" strike="noStrike" kern="1200" cap="none" spc="300" normalizeH="0" baseline="0" noProof="0" dirty="0">
                <a:ln>
                  <a:noFill/>
                </a:ln>
                <a:solidFill>
                  <a:srgbClr val="006C39"/>
                </a:solidFill>
                <a:effectLst/>
                <a:uLnTx/>
                <a:uFillTx/>
                <a:latin typeface="微软雅黑"/>
                <a:ea typeface="微软雅黑"/>
                <a:cs typeface="+mn-cs"/>
              </a:rPr>
              <a:t>1</a:t>
            </a:r>
            <a:endPar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endParaRPr>
          </a:p>
        </p:txBody>
      </p:sp>
    </p:spTree>
    <p:extLst>
      <p:ext uri="{BB962C8B-B14F-4D97-AF65-F5344CB8AC3E}">
        <p14:creationId xmlns:p14="http://schemas.microsoft.com/office/powerpoint/2010/main" val="1524115815"/>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F9399C7E-A646-423A-A81A-33CB60BD2B9B}"/>
              </a:ext>
            </a:extLst>
          </p:cNvPr>
          <p:cNvSpPr/>
          <p:nvPr/>
        </p:nvSpPr>
        <p:spPr>
          <a:xfrm>
            <a:off x="6083300" y="1333141"/>
            <a:ext cx="5435600" cy="4389376"/>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0" name="标题 9"/>
          <p:cNvSpPr>
            <a:spLocks noGrp="1"/>
          </p:cNvSpPr>
          <p:nvPr>
            <p:ph type="title"/>
          </p:nvPr>
        </p:nvSpPr>
        <p:spPr/>
        <p:txBody>
          <a:bodyPr/>
          <a:lstStyle/>
          <a:p>
            <a:r>
              <a:rPr lang="zh-CN" altLang="en-US" dirty="0"/>
              <a:t>观点对比</a:t>
            </a:r>
          </a:p>
        </p:txBody>
      </p:sp>
      <p:sp>
        <p:nvSpPr>
          <p:cNvPr id="12" name="矩形 11">
            <a:extLst>
              <a:ext uri="{FF2B5EF4-FFF2-40B4-BE49-F238E27FC236}">
                <a16:creationId xmlns:a16="http://schemas.microsoft.com/office/drawing/2014/main" id="{639F7488-70A1-4EFE-B7FB-1D1F5A9136B3}"/>
              </a:ext>
            </a:extLst>
          </p:cNvPr>
          <p:cNvSpPr/>
          <p:nvPr/>
        </p:nvSpPr>
        <p:spPr>
          <a:xfrm>
            <a:off x="660400" y="1333141"/>
            <a:ext cx="5435600" cy="4389376"/>
          </a:xfrm>
          <a:prstGeom prst="rect">
            <a:avLst/>
          </a:prstGeom>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4" name="等腰三角形 13">
            <a:extLst>
              <a:ext uri="{FF2B5EF4-FFF2-40B4-BE49-F238E27FC236}">
                <a16:creationId xmlns:a16="http://schemas.microsoft.com/office/drawing/2014/main" id="{D82B473C-24BC-4079-8D28-B96C26E2642F}"/>
              </a:ext>
            </a:extLst>
          </p:cNvPr>
          <p:cNvSpPr/>
          <p:nvPr/>
        </p:nvSpPr>
        <p:spPr>
          <a:xfrm rot="5400000">
            <a:off x="6051370" y="3430202"/>
            <a:ext cx="292707" cy="195138"/>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5" name="文本框 14">
            <a:extLst>
              <a:ext uri="{FF2B5EF4-FFF2-40B4-BE49-F238E27FC236}">
                <a16:creationId xmlns:a16="http://schemas.microsoft.com/office/drawing/2014/main" id="{ED280140-DC9E-4158-9141-E017629EDCEF}"/>
              </a:ext>
            </a:extLst>
          </p:cNvPr>
          <p:cNvSpPr txBox="1"/>
          <p:nvPr/>
        </p:nvSpPr>
        <p:spPr>
          <a:xfrm>
            <a:off x="6674790" y="1745927"/>
            <a:ext cx="2656114" cy="560153"/>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另一个标题</a:t>
            </a:r>
          </a:p>
        </p:txBody>
      </p:sp>
      <p:sp>
        <p:nvSpPr>
          <p:cNvPr id="21" name="文本框 20">
            <a:extLst>
              <a:ext uri="{FF2B5EF4-FFF2-40B4-BE49-F238E27FC236}">
                <a16:creationId xmlns:a16="http://schemas.microsoft.com/office/drawing/2014/main" id="{2BB74EDB-BD31-48DE-A282-2A8F1B1D8DBA}"/>
              </a:ext>
            </a:extLst>
          </p:cNvPr>
          <p:cNvSpPr txBox="1"/>
          <p:nvPr/>
        </p:nvSpPr>
        <p:spPr>
          <a:xfrm>
            <a:off x="6712890" y="2890713"/>
            <a:ext cx="4572000" cy="324128"/>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总结论点</a:t>
            </a:r>
            <a:r>
              <a:rPr kumimoji="0" lang="en-US" altLang="zh-CN"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1</a:t>
            </a:r>
            <a:endParaRPr kumimoji="0" lang="zh-CN" altLang="en-US"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endParaRPr>
          </a:p>
        </p:txBody>
      </p:sp>
      <p:cxnSp>
        <p:nvCxnSpPr>
          <p:cNvPr id="22" name="直接连接符 21">
            <a:extLst>
              <a:ext uri="{FF2B5EF4-FFF2-40B4-BE49-F238E27FC236}">
                <a16:creationId xmlns:a16="http://schemas.microsoft.com/office/drawing/2014/main" id="{058844B0-95A5-4EE9-93A4-81C5B7279E43}"/>
              </a:ext>
            </a:extLst>
          </p:cNvPr>
          <p:cNvCxnSpPr>
            <a:cxnSpLocks/>
          </p:cNvCxnSpPr>
          <p:nvPr/>
        </p:nvCxnSpPr>
        <p:spPr>
          <a:xfrm>
            <a:off x="6718439" y="2524184"/>
            <a:ext cx="559638" cy="0"/>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2A293663-D3EA-41D6-B7D2-3C1270AE30EF}"/>
              </a:ext>
            </a:extLst>
          </p:cNvPr>
          <p:cNvSpPr txBox="1"/>
          <p:nvPr/>
        </p:nvSpPr>
        <p:spPr>
          <a:xfrm>
            <a:off x="6691327" y="3297444"/>
            <a:ext cx="4572000" cy="608372"/>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这里可以输入一段话充分解释这个论点。如果只有这一个小论点，把下面的删除掉</a:t>
            </a:r>
          </a:p>
        </p:txBody>
      </p:sp>
      <p:sp>
        <p:nvSpPr>
          <p:cNvPr id="24" name="文本框 23">
            <a:extLst>
              <a:ext uri="{FF2B5EF4-FFF2-40B4-BE49-F238E27FC236}">
                <a16:creationId xmlns:a16="http://schemas.microsoft.com/office/drawing/2014/main" id="{ACFFC922-C1F3-419D-B1E7-D7E0BBB372A6}"/>
              </a:ext>
            </a:extLst>
          </p:cNvPr>
          <p:cNvSpPr txBox="1"/>
          <p:nvPr/>
        </p:nvSpPr>
        <p:spPr>
          <a:xfrm>
            <a:off x="1137295" y="1745927"/>
            <a:ext cx="2656114" cy="505588"/>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prstClr val="white"/>
                </a:solidFill>
                <a:effectLst/>
                <a:uLnTx/>
                <a:uFillTx/>
                <a:latin typeface="微软雅黑"/>
                <a:ea typeface="微软雅黑"/>
                <a:cs typeface="+mn-cs"/>
              </a:rPr>
              <a:t>一个标题</a:t>
            </a:r>
          </a:p>
        </p:txBody>
      </p:sp>
      <p:sp>
        <p:nvSpPr>
          <p:cNvPr id="25" name="文本框 24">
            <a:extLst>
              <a:ext uri="{FF2B5EF4-FFF2-40B4-BE49-F238E27FC236}">
                <a16:creationId xmlns:a16="http://schemas.microsoft.com/office/drawing/2014/main" id="{7EA7A3F5-CFFF-4208-B73C-4E1C3F9C5A16}"/>
              </a:ext>
            </a:extLst>
          </p:cNvPr>
          <p:cNvSpPr txBox="1"/>
          <p:nvPr/>
        </p:nvSpPr>
        <p:spPr>
          <a:xfrm>
            <a:off x="1137295" y="2890713"/>
            <a:ext cx="4572000" cy="324576"/>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总结论点</a:t>
            </a:r>
            <a:r>
              <a:rPr kumimoji="0" lang="en-US" altLang="zh-CN"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1</a:t>
            </a:r>
            <a:endParaRPr kumimoji="0" lang="zh-CN" altLang="en-US"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endParaRPr>
          </a:p>
        </p:txBody>
      </p:sp>
      <p:cxnSp>
        <p:nvCxnSpPr>
          <p:cNvPr id="26" name="直接连接符 25">
            <a:extLst>
              <a:ext uri="{FF2B5EF4-FFF2-40B4-BE49-F238E27FC236}">
                <a16:creationId xmlns:a16="http://schemas.microsoft.com/office/drawing/2014/main" id="{B0702481-5665-4A69-8FB5-75A4186979DC}"/>
              </a:ext>
            </a:extLst>
          </p:cNvPr>
          <p:cNvCxnSpPr>
            <a:cxnSpLocks/>
          </p:cNvCxnSpPr>
          <p:nvPr/>
        </p:nvCxnSpPr>
        <p:spPr>
          <a:xfrm>
            <a:off x="1193644" y="2524184"/>
            <a:ext cx="55963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D5527BE9-EF01-4B40-B64F-26EC7A145FB4}"/>
              </a:ext>
            </a:extLst>
          </p:cNvPr>
          <p:cNvSpPr txBox="1"/>
          <p:nvPr/>
        </p:nvSpPr>
        <p:spPr>
          <a:xfrm>
            <a:off x="1137295" y="3297444"/>
            <a:ext cx="4572000" cy="608372"/>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这里可以输入一段话充分解释这个论点。如果只有这一个小论点，把下面的删除掉</a:t>
            </a:r>
          </a:p>
        </p:txBody>
      </p:sp>
      <p:sp>
        <p:nvSpPr>
          <p:cNvPr id="28" name="文本框 27">
            <a:extLst>
              <a:ext uri="{FF2B5EF4-FFF2-40B4-BE49-F238E27FC236}">
                <a16:creationId xmlns:a16="http://schemas.microsoft.com/office/drawing/2014/main" id="{2BB74EDB-BD31-48DE-A282-2A8F1B1D8DBA}"/>
              </a:ext>
            </a:extLst>
          </p:cNvPr>
          <p:cNvSpPr txBox="1"/>
          <p:nvPr/>
        </p:nvSpPr>
        <p:spPr>
          <a:xfrm>
            <a:off x="6712890" y="4206653"/>
            <a:ext cx="4572000" cy="324128"/>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总结论点</a:t>
            </a:r>
            <a:r>
              <a:rPr kumimoji="0" lang="en-US" altLang="zh-CN"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1</a:t>
            </a:r>
            <a:endParaRPr kumimoji="0" lang="zh-CN" altLang="en-US" sz="1800" b="1"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endParaRPr>
          </a:p>
        </p:txBody>
      </p:sp>
      <p:sp>
        <p:nvSpPr>
          <p:cNvPr id="29" name="文本框 28">
            <a:extLst>
              <a:ext uri="{FF2B5EF4-FFF2-40B4-BE49-F238E27FC236}">
                <a16:creationId xmlns:a16="http://schemas.microsoft.com/office/drawing/2014/main" id="{2A293663-D3EA-41D6-B7D2-3C1270AE30EF}"/>
              </a:ext>
            </a:extLst>
          </p:cNvPr>
          <p:cNvSpPr txBox="1"/>
          <p:nvPr/>
        </p:nvSpPr>
        <p:spPr>
          <a:xfrm>
            <a:off x="6691327" y="4613384"/>
            <a:ext cx="4572000" cy="608372"/>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这里可以输入一段话充分解释这个论点。如果只有这一个小论点，把下面的删除掉</a:t>
            </a:r>
          </a:p>
        </p:txBody>
      </p:sp>
      <p:sp>
        <p:nvSpPr>
          <p:cNvPr id="30" name="文本框 29">
            <a:extLst>
              <a:ext uri="{FF2B5EF4-FFF2-40B4-BE49-F238E27FC236}">
                <a16:creationId xmlns:a16="http://schemas.microsoft.com/office/drawing/2014/main" id="{7EA7A3F5-CFFF-4208-B73C-4E1C3F9C5A16}"/>
              </a:ext>
            </a:extLst>
          </p:cNvPr>
          <p:cNvSpPr txBox="1"/>
          <p:nvPr/>
        </p:nvSpPr>
        <p:spPr>
          <a:xfrm>
            <a:off x="1137295" y="4206653"/>
            <a:ext cx="4572000" cy="324576"/>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总结论点</a:t>
            </a:r>
            <a:r>
              <a:rPr kumimoji="0" lang="en-US" altLang="zh-CN"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1</a:t>
            </a:r>
            <a:endParaRPr kumimoji="0" lang="zh-CN" altLang="en-US" sz="1800" b="1"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endParaRPr>
          </a:p>
        </p:txBody>
      </p:sp>
      <p:sp>
        <p:nvSpPr>
          <p:cNvPr id="31" name="文本框 30">
            <a:extLst>
              <a:ext uri="{FF2B5EF4-FFF2-40B4-BE49-F238E27FC236}">
                <a16:creationId xmlns:a16="http://schemas.microsoft.com/office/drawing/2014/main" id="{D5527BE9-EF01-4B40-B64F-26EC7A145FB4}"/>
              </a:ext>
            </a:extLst>
          </p:cNvPr>
          <p:cNvSpPr txBox="1"/>
          <p:nvPr/>
        </p:nvSpPr>
        <p:spPr>
          <a:xfrm>
            <a:off x="1137295" y="4613384"/>
            <a:ext cx="4572000" cy="640175"/>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这里可以输入一段话充分解释这个论点。如果只有这一个小论点，把下面的删除掉</a:t>
            </a:r>
          </a:p>
        </p:txBody>
      </p:sp>
    </p:spTree>
    <p:extLst>
      <p:ext uri="{BB962C8B-B14F-4D97-AF65-F5344CB8AC3E}">
        <p14:creationId xmlns:p14="http://schemas.microsoft.com/office/powerpoint/2010/main" val="1488962017"/>
      </p:ext>
    </p:extLst>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观点对比</a:t>
            </a:r>
          </a:p>
        </p:txBody>
      </p:sp>
      <p:sp>
        <p:nvSpPr>
          <p:cNvPr id="19" name="矩形 18">
            <a:extLst>
              <a:ext uri="{FF2B5EF4-FFF2-40B4-BE49-F238E27FC236}">
                <a16:creationId xmlns:a16="http://schemas.microsoft.com/office/drawing/2014/main" id="{E4F05BD1-6458-44F5-BD3F-8825DBFB80CB}"/>
              </a:ext>
            </a:extLst>
          </p:cNvPr>
          <p:cNvSpPr/>
          <p:nvPr/>
        </p:nvSpPr>
        <p:spPr>
          <a:xfrm>
            <a:off x="660400" y="2426768"/>
            <a:ext cx="5246913" cy="3438071"/>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0" name="文本框 19">
            <a:extLst>
              <a:ext uri="{FF2B5EF4-FFF2-40B4-BE49-F238E27FC236}">
                <a16:creationId xmlns:a16="http://schemas.microsoft.com/office/drawing/2014/main" id="{EC0487CE-1F9D-417D-B44C-B52F11830B1F}"/>
              </a:ext>
            </a:extLst>
          </p:cNvPr>
          <p:cNvSpPr txBox="1"/>
          <p:nvPr/>
        </p:nvSpPr>
        <p:spPr>
          <a:xfrm>
            <a:off x="1127124" y="1217305"/>
            <a:ext cx="10090604" cy="760721"/>
          </a:xfrm>
          <a:prstGeom prst="rect">
            <a:avLst/>
          </a:prstGeom>
          <a:noFill/>
        </p:spPr>
        <p:txBody>
          <a:bodyPr wrap="square" lIns="0" tIns="0" rIns="0" bIns="0" rtlCol="0">
            <a:spAutoFit/>
          </a:bodyPr>
          <a:lstStyle/>
          <a:p>
            <a:pPr marL="0" marR="0" lvl="0" indent="0" algn="l" defTabSz="914400" rtl="0" eaLnBrk="1" fontAlgn="base" latinLnBrk="0" hangingPunct="0">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此处可以输入一段文字，比如你的核心论点关键问题，需要让大家看到的东西或者是一个问题的两种讨论，下面输入两种不同的看法。</a:t>
            </a:r>
          </a:p>
        </p:txBody>
      </p:sp>
      <p:sp>
        <p:nvSpPr>
          <p:cNvPr id="32" name="椭圆 31">
            <a:extLst>
              <a:ext uri="{FF2B5EF4-FFF2-40B4-BE49-F238E27FC236}">
                <a16:creationId xmlns:a16="http://schemas.microsoft.com/office/drawing/2014/main" id="{C3A37D18-92CE-4107-844B-EAE59B7DF5EA}"/>
              </a:ext>
            </a:extLst>
          </p:cNvPr>
          <p:cNvSpPr/>
          <p:nvPr/>
        </p:nvSpPr>
        <p:spPr>
          <a:xfrm>
            <a:off x="2757298" y="2649204"/>
            <a:ext cx="1020741" cy="102074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3" name="文本框 32">
            <a:extLst>
              <a:ext uri="{FF2B5EF4-FFF2-40B4-BE49-F238E27FC236}">
                <a16:creationId xmlns:a16="http://schemas.microsoft.com/office/drawing/2014/main" id="{2C7C22EC-4924-40A3-A11D-92541F8FCDFA}"/>
              </a:ext>
            </a:extLst>
          </p:cNvPr>
          <p:cNvSpPr txBox="1"/>
          <p:nvPr/>
        </p:nvSpPr>
        <p:spPr>
          <a:xfrm>
            <a:off x="1955799" y="3793345"/>
            <a:ext cx="2656114" cy="505588"/>
          </a:xfrm>
          <a:prstGeom prst="rect">
            <a:avLst/>
          </a:prstGeom>
          <a:noFill/>
        </p:spPr>
        <p:txBody>
          <a:bodyPr wrap="square" lIns="0" tIns="0" rIns="0" bIns="0"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一个小标题</a:t>
            </a:r>
          </a:p>
        </p:txBody>
      </p:sp>
      <p:sp>
        <p:nvSpPr>
          <p:cNvPr id="34" name="文本框 33">
            <a:extLst>
              <a:ext uri="{FF2B5EF4-FFF2-40B4-BE49-F238E27FC236}">
                <a16:creationId xmlns:a16="http://schemas.microsoft.com/office/drawing/2014/main" id="{BA921EF8-76CA-4D2D-BB1B-B4129424ADCA}"/>
              </a:ext>
            </a:extLst>
          </p:cNvPr>
          <p:cNvSpPr txBox="1"/>
          <p:nvPr/>
        </p:nvSpPr>
        <p:spPr>
          <a:xfrm>
            <a:off x="974271" y="4505437"/>
            <a:ext cx="4619170" cy="1044773"/>
          </a:xfrm>
          <a:prstGeom prst="rect">
            <a:avLst/>
          </a:prstGeom>
          <a:noFill/>
        </p:spPr>
        <p:txBody>
          <a:bodyPr wrap="square" lIns="0" tIns="0" rIns="0" bIns="0" rtlCol="0">
            <a:spAutoFit/>
          </a:bodyPr>
          <a:lstStyle/>
          <a:p>
            <a:pPr marL="0" marR="0" lvl="0" indent="0" algn="ctr" defTabSz="914400" rtl="0" eaLnBrk="1"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这里输入一段文字第一个观点是什么呢都输入在这里简明扼要，不要大段的粘贴</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不要大段的粘贴</a:t>
            </a:r>
          </a:p>
        </p:txBody>
      </p:sp>
      <p:sp>
        <p:nvSpPr>
          <p:cNvPr id="35" name="矩形 34">
            <a:extLst>
              <a:ext uri="{FF2B5EF4-FFF2-40B4-BE49-F238E27FC236}">
                <a16:creationId xmlns:a16="http://schemas.microsoft.com/office/drawing/2014/main" id="{6D56F9CA-5573-4373-88B8-CA5070E472F2}"/>
              </a:ext>
            </a:extLst>
          </p:cNvPr>
          <p:cNvSpPr/>
          <p:nvPr/>
        </p:nvSpPr>
        <p:spPr>
          <a:xfrm>
            <a:off x="6284688" y="2426768"/>
            <a:ext cx="5246911" cy="3438071"/>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6" name="椭圆 35">
            <a:extLst>
              <a:ext uri="{FF2B5EF4-FFF2-40B4-BE49-F238E27FC236}">
                <a16:creationId xmlns:a16="http://schemas.microsoft.com/office/drawing/2014/main" id="{A61AE5C2-A898-4D97-B8AB-4E79EB6543B7}"/>
              </a:ext>
            </a:extLst>
          </p:cNvPr>
          <p:cNvSpPr/>
          <p:nvPr/>
        </p:nvSpPr>
        <p:spPr>
          <a:xfrm>
            <a:off x="8402241" y="2649204"/>
            <a:ext cx="1020741" cy="102074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7" name="文本框 36">
            <a:extLst>
              <a:ext uri="{FF2B5EF4-FFF2-40B4-BE49-F238E27FC236}">
                <a16:creationId xmlns:a16="http://schemas.microsoft.com/office/drawing/2014/main" id="{62C32A64-1BD1-4CE5-B78F-FBDC1EDE2772}"/>
              </a:ext>
            </a:extLst>
          </p:cNvPr>
          <p:cNvSpPr txBox="1"/>
          <p:nvPr/>
        </p:nvSpPr>
        <p:spPr>
          <a:xfrm>
            <a:off x="7580086" y="3793345"/>
            <a:ext cx="2656114" cy="560153"/>
          </a:xfrm>
          <a:prstGeom prst="rect">
            <a:avLst/>
          </a:prstGeom>
          <a:noFill/>
        </p:spPr>
        <p:txBody>
          <a:bodyPr wrap="square" lIns="0" tIns="0" rIns="0" bIns="0"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另一个小标题</a:t>
            </a:r>
          </a:p>
        </p:txBody>
      </p:sp>
      <p:sp>
        <p:nvSpPr>
          <p:cNvPr id="38" name="文本框 37">
            <a:extLst>
              <a:ext uri="{FF2B5EF4-FFF2-40B4-BE49-F238E27FC236}">
                <a16:creationId xmlns:a16="http://schemas.microsoft.com/office/drawing/2014/main" id="{0F39C68A-2BAC-4940-81CE-B0E7AECDD19C}"/>
              </a:ext>
            </a:extLst>
          </p:cNvPr>
          <p:cNvSpPr txBox="1"/>
          <p:nvPr/>
        </p:nvSpPr>
        <p:spPr>
          <a:xfrm>
            <a:off x="6598558" y="4505437"/>
            <a:ext cx="4619170" cy="1044773"/>
          </a:xfrm>
          <a:prstGeom prst="rect">
            <a:avLst/>
          </a:prstGeom>
          <a:noFill/>
        </p:spPr>
        <p:txBody>
          <a:bodyPr wrap="square" lIns="0" tIns="0" rIns="0" bIns="0" rtlCol="0">
            <a:spAutoFit/>
          </a:bodyPr>
          <a:lstStyle/>
          <a:p>
            <a:pPr marL="0" marR="0" lvl="0" indent="0" algn="ctr" defTabSz="914400" rtl="0" eaLnBrk="1"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这里输入一段文字第二个观点是什么呢都输入在这里简明扼要，不要大段的粘贴</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不要大段的粘贴</a:t>
            </a:r>
          </a:p>
        </p:txBody>
      </p:sp>
      <p:grpSp>
        <p:nvGrpSpPr>
          <p:cNvPr id="39" name="组合 38">
            <a:extLst>
              <a:ext uri="{FF2B5EF4-FFF2-40B4-BE49-F238E27FC236}">
                <a16:creationId xmlns:a16="http://schemas.microsoft.com/office/drawing/2014/main" id="{DF518B50-E48D-43EC-B332-ADAAE7EBACE0}"/>
              </a:ext>
            </a:extLst>
          </p:cNvPr>
          <p:cNvGrpSpPr/>
          <p:nvPr/>
        </p:nvGrpSpPr>
        <p:grpSpPr>
          <a:xfrm>
            <a:off x="8672105" y="2913206"/>
            <a:ext cx="481013" cy="454026"/>
            <a:chOff x="1528763" y="4175125"/>
            <a:chExt cx="481013" cy="454026"/>
          </a:xfrm>
          <a:solidFill>
            <a:schemeClr val="bg1"/>
          </a:solidFill>
        </p:grpSpPr>
        <p:sp>
          <p:nvSpPr>
            <p:cNvPr id="40" name="Freeform 82">
              <a:extLst>
                <a:ext uri="{FF2B5EF4-FFF2-40B4-BE49-F238E27FC236}">
                  <a16:creationId xmlns:a16="http://schemas.microsoft.com/office/drawing/2014/main" id="{B08186E2-67A7-4E96-A933-8B24749BE896}"/>
                </a:ext>
              </a:extLst>
            </p:cNvPr>
            <p:cNvSpPr>
              <a:spLocks/>
            </p:cNvSpPr>
            <p:nvPr/>
          </p:nvSpPr>
          <p:spPr bwMode="auto">
            <a:xfrm>
              <a:off x="1603375" y="4175125"/>
              <a:ext cx="330200" cy="398463"/>
            </a:xfrm>
            <a:custGeom>
              <a:avLst/>
              <a:gdLst>
                <a:gd name="T0" fmla="*/ 4 w 88"/>
                <a:gd name="T1" fmla="*/ 46 h 106"/>
                <a:gd name="T2" fmla="*/ 42 w 88"/>
                <a:gd name="T3" fmla="*/ 8 h 106"/>
                <a:gd name="T4" fmla="*/ 42 w 88"/>
                <a:gd name="T5" fmla="*/ 104 h 106"/>
                <a:gd name="T6" fmla="*/ 44 w 88"/>
                <a:gd name="T7" fmla="*/ 106 h 106"/>
                <a:gd name="T8" fmla="*/ 46 w 88"/>
                <a:gd name="T9" fmla="*/ 104 h 106"/>
                <a:gd name="T10" fmla="*/ 46 w 88"/>
                <a:gd name="T11" fmla="*/ 8 h 106"/>
                <a:gd name="T12" fmla="*/ 84 w 88"/>
                <a:gd name="T13" fmla="*/ 46 h 106"/>
                <a:gd name="T14" fmla="*/ 88 w 88"/>
                <a:gd name="T15" fmla="*/ 46 h 106"/>
                <a:gd name="T16" fmla="*/ 88 w 88"/>
                <a:gd name="T17" fmla="*/ 43 h 106"/>
                <a:gd name="T18" fmla="*/ 46 w 88"/>
                <a:gd name="T19" fmla="*/ 1 h 106"/>
                <a:gd name="T20" fmla="*/ 42 w 88"/>
                <a:gd name="T21" fmla="*/ 1 h 106"/>
                <a:gd name="T22" fmla="*/ 0 w 88"/>
                <a:gd name="T23" fmla="*/ 43 h 106"/>
                <a:gd name="T24" fmla="*/ 0 w 88"/>
                <a:gd name="T25" fmla="*/ 46 h 106"/>
                <a:gd name="T26" fmla="*/ 4 w 88"/>
                <a:gd name="T27" fmla="*/ 4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8" h="106">
                  <a:moveTo>
                    <a:pt x="4" y="46"/>
                  </a:moveTo>
                  <a:cubicBezTo>
                    <a:pt x="42" y="8"/>
                    <a:pt x="42" y="8"/>
                    <a:pt x="42" y="8"/>
                  </a:cubicBezTo>
                  <a:cubicBezTo>
                    <a:pt x="42" y="104"/>
                    <a:pt x="42" y="104"/>
                    <a:pt x="42" y="104"/>
                  </a:cubicBezTo>
                  <a:cubicBezTo>
                    <a:pt x="42" y="105"/>
                    <a:pt x="43" y="106"/>
                    <a:pt x="44" y="106"/>
                  </a:cubicBezTo>
                  <a:cubicBezTo>
                    <a:pt x="45" y="106"/>
                    <a:pt x="46" y="105"/>
                    <a:pt x="46" y="104"/>
                  </a:cubicBezTo>
                  <a:cubicBezTo>
                    <a:pt x="46" y="8"/>
                    <a:pt x="46" y="8"/>
                    <a:pt x="46" y="8"/>
                  </a:cubicBezTo>
                  <a:cubicBezTo>
                    <a:pt x="84" y="46"/>
                    <a:pt x="84" y="46"/>
                    <a:pt x="84" y="46"/>
                  </a:cubicBezTo>
                  <a:cubicBezTo>
                    <a:pt x="85" y="47"/>
                    <a:pt x="87" y="47"/>
                    <a:pt x="88" y="46"/>
                  </a:cubicBezTo>
                  <a:cubicBezTo>
                    <a:pt x="88" y="45"/>
                    <a:pt x="88" y="44"/>
                    <a:pt x="88" y="43"/>
                  </a:cubicBezTo>
                  <a:cubicBezTo>
                    <a:pt x="46" y="1"/>
                    <a:pt x="46" y="1"/>
                    <a:pt x="46" y="1"/>
                  </a:cubicBezTo>
                  <a:cubicBezTo>
                    <a:pt x="45" y="0"/>
                    <a:pt x="43" y="0"/>
                    <a:pt x="42" y="1"/>
                  </a:cubicBezTo>
                  <a:cubicBezTo>
                    <a:pt x="0" y="43"/>
                    <a:pt x="0" y="43"/>
                    <a:pt x="0" y="43"/>
                  </a:cubicBezTo>
                  <a:cubicBezTo>
                    <a:pt x="0" y="44"/>
                    <a:pt x="0" y="45"/>
                    <a:pt x="0" y="46"/>
                  </a:cubicBezTo>
                  <a:cubicBezTo>
                    <a:pt x="1" y="47"/>
                    <a:pt x="3" y="47"/>
                    <a:pt x="4" y="4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41" name="Freeform 83">
              <a:extLst>
                <a:ext uri="{FF2B5EF4-FFF2-40B4-BE49-F238E27FC236}">
                  <a16:creationId xmlns:a16="http://schemas.microsoft.com/office/drawing/2014/main" id="{DBF413E4-127C-4710-AE76-079FE3B580A6}"/>
                </a:ext>
              </a:extLst>
            </p:cNvPr>
            <p:cNvSpPr>
              <a:spLocks/>
            </p:cNvSpPr>
            <p:nvPr/>
          </p:nvSpPr>
          <p:spPr bwMode="auto">
            <a:xfrm>
              <a:off x="1528763" y="4557713"/>
              <a:ext cx="481013" cy="71438"/>
            </a:xfrm>
            <a:custGeom>
              <a:avLst/>
              <a:gdLst>
                <a:gd name="T0" fmla="*/ 126 w 128"/>
                <a:gd name="T1" fmla="*/ 0 h 19"/>
                <a:gd name="T2" fmla="*/ 123 w 128"/>
                <a:gd name="T3" fmla="*/ 2 h 19"/>
                <a:gd name="T4" fmla="*/ 123 w 128"/>
                <a:gd name="T5" fmla="*/ 14 h 19"/>
                <a:gd name="T6" fmla="*/ 5 w 128"/>
                <a:gd name="T7" fmla="*/ 14 h 19"/>
                <a:gd name="T8" fmla="*/ 5 w 128"/>
                <a:gd name="T9" fmla="*/ 2 h 19"/>
                <a:gd name="T10" fmla="*/ 2 w 128"/>
                <a:gd name="T11" fmla="*/ 0 h 19"/>
                <a:gd name="T12" fmla="*/ 0 w 128"/>
                <a:gd name="T13" fmla="*/ 2 h 19"/>
                <a:gd name="T14" fmla="*/ 0 w 128"/>
                <a:gd name="T15" fmla="*/ 17 h 19"/>
                <a:gd name="T16" fmla="*/ 2 w 128"/>
                <a:gd name="T17" fmla="*/ 19 h 19"/>
                <a:gd name="T18" fmla="*/ 126 w 128"/>
                <a:gd name="T19" fmla="*/ 19 h 19"/>
                <a:gd name="T20" fmla="*/ 128 w 128"/>
                <a:gd name="T21" fmla="*/ 17 h 19"/>
                <a:gd name="T22" fmla="*/ 128 w 128"/>
                <a:gd name="T23" fmla="*/ 2 h 19"/>
                <a:gd name="T24" fmla="*/ 126 w 128"/>
                <a:gd name="T25"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19">
                  <a:moveTo>
                    <a:pt x="126" y="0"/>
                  </a:moveTo>
                  <a:cubicBezTo>
                    <a:pt x="124" y="0"/>
                    <a:pt x="123" y="1"/>
                    <a:pt x="123" y="2"/>
                  </a:cubicBezTo>
                  <a:cubicBezTo>
                    <a:pt x="123" y="14"/>
                    <a:pt x="123" y="14"/>
                    <a:pt x="123" y="14"/>
                  </a:cubicBezTo>
                  <a:cubicBezTo>
                    <a:pt x="5" y="14"/>
                    <a:pt x="5" y="14"/>
                    <a:pt x="5" y="14"/>
                  </a:cubicBezTo>
                  <a:cubicBezTo>
                    <a:pt x="5" y="2"/>
                    <a:pt x="5" y="2"/>
                    <a:pt x="5" y="2"/>
                  </a:cubicBezTo>
                  <a:cubicBezTo>
                    <a:pt x="5" y="1"/>
                    <a:pt x="4" y="0"/>
                    <a:pt x="2" y="0"/>
                  </a:cubicBezTo>
                  <a:cubicBezTo>
                    <a:pt x="1" y="0"/>
                    <a:pt x="0" y="1"/>
                    <a:pt x="0" y="2"/>
                  </a:cubicBezTo>
                  <a:cubicBezTo>
                    <a:pt x="0" y="17"/>
                    <a:pt x="0" y="17"/>
                    <a:pt x="0" y="17"/>
                  </a:cubicBezTo>
                  <a:cubicBezTo>
                    <a:pt x="0" y="18"/>
                    <a:pt x="1" y="19"/>
                    <a:pt x="2" y="19"/>
                  </a:cubicBezTo>
                  <a:cubicBezTo>
                    <a:pt x="126" y="19"/>
                    <a:pt x="126" y="19"/>
                    <a:pt x="126" y="19"/>
                  </a:cubicBezTo>
                  <a:cubicBezTo>
                    <a:pt x="127" y="19"/>
                    <a:pt x="128" y="18"/>
                    <a:pt x="128" y="17"/>
                  </a:cubicBezTo>
                  <a:cubicBezTo>
                    <a:pt x="128" y="2"/>
                    <a:pt x="128" y="2"/>
                    <a:pt x="128" y="2"/>
                  </a:cubicBezTo>
                  <a:cubicBezTo>
                    <a:pt x="128" y="1"/>
                    <a:pt x="127" y="0"/>
                    <a:pt x="126"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grpSp>
      <p:grpSp>
        <p:nvGrpSpPr>
          <p:cNvPr id="42" name="组合 41">
            <a:extLst>
              <a:ext uri="{FF2B5EF4-FFF2-40B4-BE49-F238E27FC236}">
                <a16:creationId xmlns:a16="http://schemas.microsoft.com/office/drawing/2014/main" id="{CBE4EDC7-D890-4490-BC86-39C42F134C4C}"/>
              </a:ext>
            </a:extLst>
          </p:cNvPr>
          <p:cNvGrpSpPr/>
          <p:nvPr/>
        </p:nvGrpSpPr>
        <p:grpSpPr>
          <a:xfrm>
            <a:off x="3027956" y="2964811"/>
            <a:ext cx="479425" cy="454026"/>
            <a:chOff x="568325" y="4175125"/>
            <a:chExt cx="479425" cy="454026"/>
          </a:xfrm>
          <a:solidFill>
            <a:schemeClr val="bg1"/>
          </a:solidFill>
        </p:grpSpPr>
        <p:sp>
          <p:nvSpPr>
            <p:cNvPr id="43" name="Freeform 84">
              <a:extLst>
                <a:ext uri="{FF2B5EF4-FFF2-40B4-BE49-F238E27FC236}">
                  <a16:creationId xmlns:a16="http://schemas.microsoft.com/office/drawing/2014/main" id="{90E47401-4D81-4466-90B0-484A6705DF9A}"/>
                </a:ext>
              </a:extLst>
            </p:cNvPr>
            <p:cNvSpPr>
              <a:spLocks/>
            </p:cNvSpPr>
            <p:nvPr/>
          </p:nvSpPr>
          <p:spPr bwMode="auto">
            <a:xfrm>
              <a:off x="642938" y="4175125"/>
              <a:ext cx="330200" cy="398463"/>
            </a:xfrm>
            <a:custGeom>
              <a:avLst/>
              <a:gdLst>
                <a:gd name="T0" fmla="*/ 42 w 88"/>
                <a:gd name="T1" fmla="*/ 105 h 106"/>
                <a:gd name="T2" fmla="*/ 46 w 88"/>
                <a:gd name="T3" fmla="*/ 105 h 106"/>
                <a:gd name="T4" fmla="*/ 88 w 88"/>
                <a:gd name="T5" fmla="*/ 63 h 106"/>
                <a:gd name="T6" fmla="*/ 88 w 88"/>
                <a:gd name="T7" fmla="*/ 62 h 106"/>
                <a:gd name="T8" fmla="*/ 88 w 88"/>
                <a:gd name="T9" fmla="*/ 60 h 106"/>
                <a:gd name="T10" fmla="*/ 84 w 88"/>
                <a:gd name="T11" fmla="*/ 60 h 106"/>
                <a:gd name="T12" fmla="*/ 46 w 88"/>
                <a:gd name="T13" fmla="*/ 98 h 106"/>
                <a:gd name="T14" fmla="*/ 46 w 88"/>
                <a:gd name="T15" fmla="*/ 3 h 106"/>
                <a:gd name="T16" fmla="*/ 44 w 88"/>
                <a:gd name="T17" fmla="*/ 0 h 106"/>
                <a:gd name="T18" fmla="*/ 42 w 88"/>
                <a:gd name="T19" fmla="*/ 3 h 106"/>
                <a:gd name="T20" fmla="*/ 42 w 88"/>
                <a:gd name="T21" fmla="*/ 98 h 106"/>
                <a:gd name="T22" fmla="*/ 4 w 88"/>
                <a:gd name="T23" fmla="*/ 60 h 106"/>
                <a:gd name="T24" fmla="*/ 2 w 88"/>
                <a:gd name="T25" fmla="*/ 60 h 106"/>
                <a:gd name="T26" fmla="*/ 0 w 88"/>
                <a:gd name="T27" fmla="*/ 60 h 106"/>
                <a:gd name="T28" fmla="*/ 0 w 88"/>
                <a:gd name="T29" fmla="*/ 62 h 106"/>
                <a:gd name="T30" fmla="*/ 0 w 88"/>
                <a:gd name="T31" fmla="*/ 63 h 106"/>
                <a:gd name="T32" fmla="*/ 42 w 88"/>
                <a:gd name="T33" fmla="*/ 10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8" h="106">
                  <a:moveTo>
                    <a:pt x="42" y="105"/>
                  </a:moveTo>
                  <a:cubicBezTo>
                    <a:pt x="43" y="106"/>
                    <a:pt x="45" y="106"/>
                    <a:pt x="46" y="105"/>
                  </a:cubicBezTo>
                  <a:cubicBezTo>
                    <a:pt x="88" y="63"/>
                    <a:pt x="88" y="63"/>
                    <a:pt x="88" y="63"/>
                  </a:cubicBezTo>
                  <a:cubicBezTo>
                    <a:pt x="88" y="63"/>
                    <a:pt x="88" y="62"/>
                    <a:pt x="88" y="62"/>
                  </a:cubicBezTo>
                  <a:cubicBezTo>
                    <a:pt x="88" y="61"/>
                    <a:pt x="88" y="61"/>
                    <a:pt x="88" y="60"/>
                  </a:cubicBezTo>
                  <a:cubicBezTo>
                    <a:pt x="87" y="59"/>
                    <a:pt x="85" y="59"/>
                    <a:pt x="84" y="60"/>
                  </a:cubicBezTo>
                  <a:cubicBezTo>
                    <a:pt x="46" y="98"/>
                    <a:pt x="46" y="98"/>
                    <a:pt x="46" y="98"/>
                  </a:cubicBezTo>
                  <a:cubicBezTo>
                    <a:pt x="46" y="3"/>
                    <a:pt x="46" y="3"/>
                    <a:pt x="46" y="3"/>
                  </a:cubicBezTo>
                  <a:cubicBezTo>
                    <a:pt x="46" y="1"/>
                    <a:pt x="45" y="0"/>
                    <a:pt x="44" y="0"/>
                  </a:cubicBezTo>
                  <a:cubicBezTo>
                    <a:pt x="43" y="0"/>
                    <a:pt x="42" y="1"/>
                    <a:pt x="42" y="3"/>
                  </a:cubicBezTo>
                  <a:cubicBezTo>
                    <a:pt x="42" y="98"/>
                    <a:pt x="42" y="98"/>
                    <a:pt x="42" y="98"/>
                  </a:cubicBezTo>
                  <a:cubicBezTo>
                    <a:pt x="4" y="60"/>
                    <a:pt x="4" y="60"/>
                    <a:pt x="4" y="60"/>
                  </a:cubicBezTo>
                  <a:cubicBezTo>
                    <a:pt x="3" y="60"/>
                    <a:pt x="3" y="60"/>
                    <a:pt x="2" y="60"/>
                  </a:cubicBezTo>
                  <a:cubicBezTo>
                    <a:pt x="1" y="60"/>
                    <a:pt x="1" y="60"/>
                    <a:pt x="0" y="60"/>
                  </a:cubicBezTo>
                  <a:cubicBezTo>
                    <a:pt x="0" y="61"/>
                    <a:pt x="0" y="61"/>
                    <a:pt x="0" y="62"/>
                  </a:cubicBezTo>
                  <a:cubicBezTo>
                    <a:pt x="0" y="62"/>
                    <a:pt x="0" y="63"/>
                    <a:pt x="0" y="63"/>
                  </a:cubicBezTo>
                  <a:lnTo>
                    <a:pt x="42" y="10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44" name="Freeform 85">
              <a:extLst>
                <a:ext uri="{FF2B5EF4-FFF2-40B4-BE49-F238E27FC236}">
                  <a16:creationId xmlns:a16="http://schemas.microsoft.com/office/drawing/2014/main" id="{1B8FF22D-2D31-4D5C-AF6A-AF5AF59C7B46}"/>
                </a:ext>
              </a:extLst>
            </p:cNvPr>
            <p:cNvSpPr>
              <a:spLocks/>
            </p:cNvSpPr>
            <p:nvPr/>
          </p:nvSpPr>
          <p:spPr bwMode="auto">
            <a:xfrm>
              <a:off x="568325" y="4557713"/>
              <a:ext cx="479425" cy="71438"/>
            </a:xfrm>
            <a:custGeom>
              <a:avLst/>
              <a:gdLst>
                <a:gd name="T0" fmla="*/ 126 w 128"/>
                <a:gd name="T1" fmla="*/ 0 h 19"/>
                <a:gd name="T2" fmla="*/ 123 w 128"/>
                <a:gd name="T3" fmla="*/ 2 h 19"/>
                <a:gd name="T4" fmla="*/ 123 w 128"/>
                <a:gd name="T5" fmla="*/ 14 h 19"/>
                <a:gd name="T6" fmla="*/ 5 w 128"/>
                <a:gd name="T7" fmla="*/ 14 h 19"/>
                <a:gd name="T8" fmla="*/ 5 w 128"/>
                <a:gd name="T9" fmla="*/ 2 h 19"/>
                <a:gd name="T10" fmla="*/ 2 w 128"/>
                <a:gd name="T11" fmla="*/ 0 h 19"/>
                <a:gd name="T12" fmla="*/ 0 w 128"/>
                <a:gd name="T13" fmla="*/ 2 h 19"/>
                <a:gd name="T14" fmla="*/ 0 w 128"/>
                <a:gd name="T15" fmla="*/ 17 h 19"/>
                <a:gd name="T16" fmla="*/ 2 w 128"/>
                <a:gd name="T17" fmla="*/ 19 h 19"/>
                <a:gd name="T18" fmla="*/ 126 w 128"/>
                <a:gd name="T19" fmla="*/ 19 h 19"/>
                <a:gd name="T20" fmla="*/ 128 w 128"/>
                <a:gd name="T21" fmla="*/ 17 h 19"/>
                <a:gd name="T22" fmla="*/ 128 w 128"/>
                <a:gd name="T23" fmla="*/ 2 h 19"/>
                <a:gd name="T24" fmla="*/ 126 w 128"/>
                <a:gd name="T25" fmla="*/ 0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19">
                  <a:moveTo>
                    <a:pt x="126" y="0"/>
                  </a:moveTo>
                  <a:cubicBezTo>
                    <a:pt x="124" y="0"/>
                    <a:pt x="123" y="1"/>
                    <a:pt x="123" y="2"/>
                  </a:cubicBezTo>
                  <a:cubicBezTo>
                    <a:pt x="123" y="14"/>
                    <a:pt x="123" y="14"/>
                    <a:pt x="123" y="14"/>
                  </a:cubicBezTo>
                  <a:cubicBezTo>
                    <a:pt x="5" y="14"/>
                    <a:pt x="5" y="14"/>
                    <a:pt x="5" y="14"/>
                  </a:cubicBezTo>
                  <a:cubicBezTo>
                    <a:pt x="5" y="2"/>
                    <a:pt x="5" y="2"/>
                    <a:pt x="5" y="2"/>
                  </a:cubicBezTo>
                  <a:cubicBezTo>
                    <a:pt x="5" y="1"/>
                    <a:pt x="4" y="0"/>
                    <a:pt x="2" y="0"/>
                  </a:cubicBezTo>
                  <a:cubicBezTo>
                    <a:pt x="1" y="0"/>
                    <a:pt x="0" y="1"/>
                    <a:pt x="0" y="2"/>
                  </a:cubicBezTo>
                  <a:cubicBezTo>
                    <a:pt x="0" y="17"/>
                    <a:pt x="0" y="17"/>
                    <a:pt x="0" y="17"/>
                  </a:cubicBezTo>
                  <a:cubicBezTo>
                    <a:pt x="0" y="18"/>
                    <a:pt x="1" y="19"/>
                    <a:pt x="2" y="19"/>
                  </a:cubicBezTo>
                  <a:cubicBezTo>
                    <a:pt x="126" y="19"/>
                    <a:pt x="126" y="19"/>
                    <a:pt x="126" y="19"/>
                  </a:cubicBezTo>
                  <a:cubicBezTo>
                    <a:pt x="127" y="19"/>
                    <a:pt x="128" y="18"/>
                    <a:pt x="128" y="17"/>
                  </a:cubicBezTo>
                  <a:cubicBezTo>
                    <a:pt x="128" y="2"/>
                    <a:pt x="128" y="2"/>
                    <a:pt x="128" y="2"/>
                  </a:cubicBezTo>
                  <a:cubicBezTo>
                    <a:pt x="128" y="1"/>
                    <a:pt x="127" y="0"/>
                    <a:pt x="126"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grpSp>
    </p:spTree>
    <p:extLst>
      <p:ext uri="{BB962C8B-B14F-4D97-AF65-F5344CB8AC3E}">
        <p14:creationId xmlns:p14="http://schemas.microsoft.com/office/powerpoint/2010/main" val="2524566839"/>
      </p:ext>
    </p:extLst>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a:extLst>
              <a:ext uri="{FF2B5EF4-FFF2-40B4-BE49-F238E27FC236}">
                <a16:creationId xmlns:a16="http://schemas.microsoft.com/office/drawing/2014/main" id="{A7DCBB94-C16B-416B-854E-293A3C122917}"/>
              </a:ext>
            </a:extLst>
          </p:cNvPr>
          <p:cNvSpPr/>
          <p:nvPr/>
        </p:nvSpPr>
        <p:spPr>
          <a:xfrm>
            <a:off x="6342186" y="2523956"/>
            <a:ext cx="5176713" cy="3215054"/>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0" name="标题 9"/>
          <p:cNvSpPr>
            <a:spLocks noGrp="1"/>
          </p:cNvSpPr>
          <p:nvPr>
            <p:ph type="title"/>
          </p:nvPr>
        </p:nvSpPr>
        <p:spPr/>
        <p:txBody>
          <a:bodyPr/>
          <a:lstStyle/>
          <a:p>
            <a:r>
              <a:rPr lang="zh-CN" altLang="en-US" dirty="0"/>
              <a:t>观点对比</a:t>
            </a:r>
          </a:p>
        </p:txBody>
      </p:sp>
      <p:sp>
        <p:nvSpPr>
          <p:cNvPr id="21" name="直角三角形 20">
            <a:extLst>
              <a:ext uri="{FF2B5EF4-FFF2-40B4-BE49-F238E27FC236}">
                <a16:creationId xmlns:a16="http://schemas.microsoft.com/office/drawing/2014/main" id="{BD63249E-819E-4D82-AFD0-17BEE8596E3D}"/>
              </a:ext>
            </a:extLst>
          </p:cNvPr>
          <p:cNvSpPr/>
          <p:nvPr/>
        </p:nvSpPr>
        <p:spPr>
          <a:xfrm flipV="1">
            <a:off x="6342186" y="2523953"/>
            <a:ext cx="1190868" cy="1190868"/>
          </a:xfrm>
          <a:prstGeom prst="rtTriangle">
            <a:avLst/>
          </a:prstGeom>
          <a:solidFill>
            <a:schemeClr val="accent4"/>
          </a:solid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2" name="文本框 21">
            <a:extLst>
              <a:ext uri="{FF2B5EF4-FFF2-40B4-BE49-F238E27FC236}">
                <a16:creationId xmlns:a16="http://schemas.microsoft.com/office/drawing/2014/main" id="{042D8C2B-DFB7-4ABB-8B52-F5116B1ED5AB}"/>
              </a:ext>
            </a:extLst>
          </p:cNvPr>
          <p:cNvSpPr txBox="1"/>
          <p:nvPr/>
        </p:nvSpPr>
        <p:spPr>
          <a:xfrm>
            <a:off x="660400" y="1254680"/>
            <a:ext cx="10858500" cy="1087990"/>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black"/>
                </a:solidFill>
                <a:effectLst/>
                <a:uLnTx/>
                <a:uFillTx/>
                <a:latin typeface="微软雅黑"/>
                <a:ea typeface="微软雅黑"/>
                <a:cs typeface="+mn-cs"/>
              </a:rPr>
              <a:t>在这里输入一段话，比如你的第二个论文结论，当然不能空口随便说，在这写清楚，然后在下方说明具体原因。</a:t>
            </a:r>
          </a:p>
        </p:txBody>
      </p:sp>
      <p:sp>
        <p:nvSpPr>
          <p:cNvPr id="23" name="矩形 22">
            <a:extLst>
              <a:ext uri="{FF2B5EF4-FFF2-40B4-BE49-F238E27FC236}">
                <a16:creationId xmlns:a16="http://schemas.microsoft.com/office/drawing/2014/main" id="{88808EA3-88AC-48E0-8B63-CF0A11088905}"/>
              </a:ext>
            </a:extLst>
          </p:cNvPr>
          <p:cNvSpPr/>
          <p:nvPr/>
        </p:nvSpPr>
        <p:spPr>
          <a:xfrm>
            <a:off x="673101" y="2523956"/>
            <a:ext cx="5176714" cy="3215054"/>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4" name="直角三角形 23">
            <a:extLst>
              <a:ext uri="{FF2B5EF4-FFF2-40B4-BE49-F238E27FC236}">
                <a16:creationId xmlns:a16="http://schemas.microsoft.com/office/drawing/2014/main" id="{564FF75F-5928-4B38-A2F2-11F3B1F2874A}"/>
              </a:ext>
            </a:extLst>
          </p:cNvPr>
          <p:cNvSpPr/>
          <p:nvPr/>
        </p:nvSpPr>
        <p:spPr>
          <a:xfrm flipV="1">
            <a:off x="673101" y="2523953"/>
            <a:ext cx="1190868" cy="1190868"/>
          </a:xfrm>
          <a:prstGeom prst="rtTriangle">
            <a:avLst/>
          </a:prstGeom>
          <a:solidFill>
            <a:schemeClr val="accent1"/>
          </a:solid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5" name="文本框 24">
            <a:extLst>
              <a:ext uri="{FF2B5EF4-FFF2-40B4-BE49-F238E27FC236}">
                <a16:creationId xmlns:a16="http://schemas.microsoft.com/office/drawing/2014/main" id="{D399A8DF-DB0D-4928-A78D-A2BD4636C142}"/>
              </a:ext>
            </a:extLst>
          </p:cNvPr>
          <p:cNvSpPr txBox="1"/>
          <p:nvPr/>
        </p:nvSpPr>
        <p:spPr>
          <a:xfrm>
            <a:off x="1182739" y="2923694"/>
            <a:ext cx="2241376"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分析原因</a:t>
            </a:r>
            <a:endParaRPr kumimoji="0" lang="en-US" altLang="zh-CN" sz="2800" b="1"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26" name="文本框 25">
            <a:extLst>
              <a:ext uri="{FF2B5EF4-FFF2-40B4-BE49-F238E27FC236}">
                <a16:creationId xmlns:a16="http://schemas.microsoft.com/office/drawing/2014/main" id="{8D37F88B-F39A-4642-AA47-61CBA3939E9A}"/>
              </a:ext>
            </a:extLst>
          </p:cNvPr>
          <p:cNvSpPr txBox="1"/>
          <p:nvPr/>
        </p:nvSpPr>
        <p:spPr>
          <a:xfrm>
            <a:off x="983116" y="3719713"/>
            <a:ext cx="4556684" cy="1440394"/>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在这里输入一段话，来论证你这个观点，或者详细解释它的含义，充分证实你的结论。在这里输入一段话，来论证你这个观点，或者详细解释它的含义</a:t>
            </a:r>
          </a:p>
        </p:txBody>
      </p:sp>
      <p:sp>
        <p:nvSpPr>
          <p:cNvPr id="28" name="文本框 27">
            <a:extLst>
              <a:ext uri="{FF2B5EF4-FFF2-40B4-BE49-F238E27FC236}">
                <a16:creationId xmlns:a16="http://schemas.microsoft.com/office/drawing/2014/main" id="{C668360F-875D-4B68-8804-1911645EDCA0}"/>
              </a:ext>
            </a:extLst>
          </p:cNvPr>
          <p:cNvSpPr txBox="1"/>
          <p:nvPr/>
        </p:nvSpPr>
        <p:spPr>
          <a:xfrm>
            <a:off x="6831311" y="2923694"/>
            <a:ext cx="2241376" cy="597921"/>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分析原因</a:t>
            </a:r>
            <a:endParaRPr kumimoji="0" lang="en-US" altLang="zh-CN" sz="28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29" name="文本框 28">
            <a:extLst>
              <a:ext uri="{FF2B5EF4-FFF2-40B4-BE49-F238E27FC236}">
                <a16:creationId xmlns:a16="http://schemas.microsoft.com/office/drawing/2014/main" id="{5874D11C-E6F9-493B-BEA2-58B0E67318E5}"/>
              </a:ext>
            </a:extLst>
          </p:cNvPr>
          <p:cNvSpPr txBox="1"/>
          <p:nvPr/>
        </p:nvSpPr>
        <p:spPr>
          <a:xfrm>
            <a:off x="6652200" y="3719713"/>
            <a:ext cx="4556684" cy="1440394"/>
          </a:xfrm>
          <a:prstGeom prst="rect">
            <a:avLst/>
          </a:prstGeom>
          <a:noFill/>
        </p:spPr>
        <p:txBody>
          <a:bodyPr wrap="square" lIns="0" tIns="0" rIns="0" bIns="0" rtlCol="0">
            <a:spAutoFit/>
          </a:bodyPr>
          <a:lstStyle/>
          <a:p>
            <a:pPr marL="0" marR="0" lvl="0" indent="0" algn="just" defTabSz="914400" rtl="0" eaLnBrk="1"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在这里输入一段话，来论证你这个观点，或者详细解释它的含义，充分证实你的结论。在这里输入一段话，来论证你这个观点，或者详细解释它的含义</a:t>
            </a:r>
          </a:p>
        </p:txBody>
      </p:sp>
      <p:grpSp>
        <p:nvGrpSpPr>
          <p:cNvPr id="30" name="组合 29">
            <a:extLst>
              <a:ext uri="{FF2B5EF4-FFF2-40B4-BE49-F238E27FC236}">
                <a16:creationId xmlns:a16="http://schemas.microsoft.com/office/drawing/2014/main" id="{FB7C90D9-CA5F-4B37-A1E1-CF1E9B82EF54}"/>
              </a:ext>
            </a:extLst>
          </p:cNvPr>
          <p:cNvGrpSpPr/>
          <p:nvPr/>
        </p:nvGrpSpPr>
        <p:grpSpPr>
          <a:xfrm>
            <a:off x="6510909" y="2690945"/>
            <a:ext cx="360000" cy="360000"/>
            <a:chOff x="7296152" y="2228854"/>
            <a:chExt cx="479426" cy="481013"/>
          </a:xfrm>
          <a:solidFill>
            <a:schemeClr val="bg1"/>
          </a:solidFill>
        </p:grpSpPr>
        <p:sp>
          <p:nvSpPr>
            <p:cNvPr id="31" name="Freeform 109">
              <a:extLst>
                <a:ext uri="{FF2B5EF4-FFF2-40B4-BE49-F238E27FC236}">
                  <a16:creationId xmlns:a16="http://schemas.microsoft.com/office/drawing/2014/main" id="{B2511941-62EE-40D2-9C58-7A5E84D399A8}"/>
                </a:ext>
              </a:extLst>
            </p:cNvPr>
            <p:cNvSpPr>
              <a:spLocks/>
            </p:cNvSpPr>
            <p:nvPr/>
          </p:nvSpPr>
          <p:spPr bwMode="auto">
            <a:xfrm>
              <a:off x="7607303" y="2228854"/>
              <a:ext cx="168275" cy="168275"/>
            </a:xfrm>
            <a:custGeom>
              <a:avLst/>
              <a:gdLst>
                <a:gd name="T0" fmla="*/ 2 w 45"/>
                <a:gd name="T1" fmla="*/ 45 h 45"/>
                <a:gd name="T2" fmla="*/ 32 w 45"/>
                <a:gd name="T3" fmla="*/ 45 h 45"/>
                <a:gd name="T4" fmla="*/ 34 w 45"/>
                <a:gd name="T5" fmla="*/ 43 h 45"/>
                <a:gd name="T6" fmla="*/ 32 w 45"/>
                <a:gd name="T7" fmla="*/ 41 h 45"/>
                <a:gd name="T8" fmla="*/ 8 w 45"/>
                <a:gd name="T9" fmla="*/ 41 h 45"/>
                <a:gd name="T10" fmla="*/ 44 w 45"/>
                <a:gd name="T11" fmla="*/ 4 h 45"/>
                <a:gd name="T12" fmla="*/ 44 w 45"/>
                <a:gd name="T13" fmla="*/ 1 h 45"/>
                <a:gd name="T14" fmla="*/ 41 w 45"/>
                <a:gd name="T15" fmla="*/ 1 h 45"/>
                <a:gd name="T16" fmla="*/ 4 w 45"/>
                <a:gd name="T17" fmla="*/ 38 h 45"/>
                <a:gd name="T18" fmla="*/ 4 w 45"/>
                <a:gd name="T19" fmla="*/ 13 h 45"/>
                <a:gd name="T20" fmla="*/ 2 w 45"/>
                <a:gd name="T21" fmla="*/ 11 h 45"/>
                <a:gd name="T22" fmla="*/ 0 w 45"/>
                <a:gd name="T23" fmla="*/ 13 h 45"/>
                <a:gd name="T24" fmla="*/ 0 w 45"/>
                <a:gd name="T25" fmla="*/ 43 h 45"/>
                <a:gd name="T26" fmla="*/ 2 w 45"/>
                <a:gd name="T27"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5" h="45">
                  <a:moveTo>
                    <a:pt x="2" y="45"/>
                  </a:moveTo>
                  <a:cubicBezTo>
                    <a:pt x="32" y="45"/>
                    <a:pt x="32" y="45"/>
                    <a:pt x="32" y="45"/>
                  </a:cubicBezTo>
                  <a:cubicBezTo>
                    <a:pt x="33" y="45"/>
                    <a:pt x="34" y="44"/>
                    <a:pt x="34" y="43"/>
                  </a:cubicBezTo>
                  <a:cubicBezTo>
                    <a:pt x="34" y="42"/>
                    <a:pt x="33" y="41"/>
                    <a:pt x="32" y="41"/>
                  </a:cubicBezTo>
                  <a:cubicBezTo>
                    <a:pt x="8" y="41"/>
                    <a:pt x="8" y="41"/>
                    <a:pt x="8" y="41"/>
                  </a:cubicBezTo>
                  <a:cubicBezTo>
                    <a:pt x="44" y="4"/>
                    <a:pt x="44" y="4"/>
                    <a:pt x="44" y="4"/>
                  </a:cubicBezTo>
                  <a:cubicBezTo>
                    <a:pt x="45" y="3"/>
                    <a:pt x="45" y="2"/>
                    <a:pt x="44" y="1"/>
                  </a:cubicBezTo>
                  <a:cubicBezTo>
                    <a:pt x="43" y="0"/>
                    <a:pt x="42" y="0"/>
                    <a:pt x="41" y="1"/>
                  </a:cubicBezTo>
                  <a:cubicBezTo>
                    <a:pt x="4" y="38"/>
                    <a:pt x="4" y="38"/>
                    <a:pt x="4" y="38"/>
                  </a:cubicBezTo>
                  <a:cubicBezTo>
                    <a:pt x="4" y="13"/>
                    <a:pt x="4" y="13"/>
                    <a:pt x="4" y="13"/>
                  </a:cubicBezTo>
                  <a:cubicBezTo>
                    <a:pt x="4" y="12"/>
                    <a:pt x="3" y="11"/>
                    <a:pt x="2" y="11"/>
                  </a:cubicBezTo>
                  <a:cubicBezTo>
                    <a:pt x="1" y="11"/>
                    <a:pt x="0" y="12"/>
                    <a:pt x="0" y="13"/>
                  </a:cubicBezTo>
                  <a:cubicBezTo>
                    <a:pt x="0" y="43"/>
                    <a:pt x="0" y="43"/>
                    <a:pt x="0" y="43"/>
                  </a:cubicBezTo>
                  <a:cubicBezTo>
                    <a:pt x="0" y="44"/>
                    <a:pt x="1" y="45"/>
                    <a:pt x="2" y="4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45" name="Freeform 110">
              <a:extLst>
                <a:ext uri="{FF2B5EF4-FFF2-40B4-BE49-F238E27FC236}">
                  <a16:creationId xmlns:a16="http://schemas.microsoft.com/office/drawing/2014/main" id="{DD40EEBF-75C5-4F7C-BB7E-C9AEB3CAD61B}"/>
                </a:ext>
              </a:extLst>
            </p:cNvPr>
            <p:cNvSpPr>
              <a:spLocks/>
            </p:cNvSpPr>
            <p:nvPr/>
          </p:nvSpPr>
          <p:spPr bwMode="auto">
            <a:xfrm>
              <a:off x="7296152" y="2540004"/>
              <a:ext cx="168275" cy="169863"/>
            </a:xfrm>
            <a:custGeom>
              <a:avLst/>
              <a:gdLst>
                <a:gd name="T0" fmla="*/ 43 w 45"/>
                <a:gd name="T1" fmla="*/ 0 h 45"/>
                <a:gd name="T2" fmla="*/ 13 w 45"/>
                <a:gd name="T3" fmla="*/ 0 h 45"/>
                <a:gd name="T4" fmla="*/ 11 w 45"/>
                <a:gd name="T5" fmla="*/ 2 h 45"/>
                <a:gd name="T6" fmla="*/ 13 w 45"/>
                <a:gd name="T7" fmla="*/ 5 h 45"/>
                <a:gd name="T8" fmla="*/ 37 w 45"/>
                <a:gd name="T9" fmla="*/ 5 h 45"/>
                <a:gd name="T10" fmla="*/ 1 w 45"/>
                <a:gd name="T11" fmla="*/ 41 h 45"/>
                <a:gd name="T12" fmla="*/ 0 w 45"/>
                <a:gd name="T13" fmla="*/ 43 h 45"/>
                <a:gd name="T14" fmla="*/ 1 w 45"/>
                <a:gd name="T15" fmla="*/ 45 h 45"/>
                <a:gd name="T16" fmla="*/ 4 w 45"/>
                <a:gd name="T17" fmla="*/ 45 h 45"/>
                <a:gd name="T18" fmla="*/ 41 w 45"/>
                <a:gd name="T19" fmla="*/ 8 h 45"/>
                <a:gd name="T20" fmla="*/ 41 w 45"/>
                <a:gd name="T21" fmla="*/ 32 h 45"/>
                <a:gd name="T22" fmla="*/ 43 w 45"/>
                <a:gd name="T23" fmla="*/ 34 h 45"/>
                <a:gd name="T24" fmla="*/ 45 w 45"/>
                <a:gd name="T25" fmla="*/ 32 h 45"/>
                <a:gd name="T26" fmla="*/ 45 w 45"/>
                <a:gd name="T27" fmla="*/ 2 h 45"/>
                <a:gd name="T28" fmla="*/ 43 w 45"/>
                <a:gd name="T29" fmla="*/ 0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5">
                  <a:moveTo>
                    <a:pt x="43" y="0"/>
                  </a:moveTo>
                  <a:cubicBezTo>
                    <a:pt x="13" y="0"/>
                    <a:pt x="13" y="0"/>
                    <a:pt x="13" y="0"/>
                  </a:cubicBezTo>
                  <a:cubicBezTo>
                    <a:pt x="12" y="0"/>
                    <a:pt x="11" y="1"/>
                    <a:pt x="11" y="2"/>
                  </a:cubicBezTo>
                  <a:cubicBezTo>
                    <a:pt x="11" y="4"/>
                    <a:pt x="12" y="5"/>
                    <a:pt x="13" y="5"/>
                  </a:cubicBezTo>
                  <a:cubicBezTo>
                    <a:pt x="37" y="5"/>
                    <a:pt x="37" y="5"/>
                    <a:pt x="37" y="5"/>
                  </a:cubicBezTo>
                  <a:cubicBezTo>
                    <a:pt x="1" y="41"/>
                    <a:pt x="1" y="41"/>
                    <a:pt x="1" y="41"/>
                  </a:cubicBezTo>
                  <a:cubicBezTo>
                    <a:pt x="0" y="42"/>
                    <a:pt x="0" y="42"/>
                    <a:pt x="0" y="43"/>
                  </a:cubicBezTo>
                  <a:cubicBezTo>
                    <a:pt x="0" y="44"/>
                    <a:pt x="0" y="44"/>
                    <a:pt x="1" y="45"/>
                  </a:cubicBezTo>
                  <a:cubicBezTo>
                    <a:pt x="2" y="45"/>
                    <a:pt x="3" y="45"/>
                    <a:pt x="4" y="45"/>
                  </a:cubicBezTo>
                  <a:cubicBezTo>
                    <a:pt x="41" y="8"/>
                    <a:pt x="41" y="8"/>
                    <a:pt x="41" y="8"/>
                  </a:cubicBezTo>
                  <a:cubicBezTo>
                    <a:pt x="41" y="32"/>
                    <a:pt x="41" y="32"/>
                    <a:pt x="41" y="32"/>
                  </a:cubicBezTo>
                  <a:cubicBezTo>
                    <a:pt x="41" y="33"/>
                    <a:pt x="42" y="34"/>
                    <a:pt x="43" y="34"/>
                  </a:cubicBezTo>
                  <a:cubicBezTo>
                    <a:pt x="44" y="34"/>
                    <a:pt x="45" y="33"/>
                    <a:pt x="45" y="32"/>
                  </a:cubicBezTo>
                  <a:cubicBezTo>
                    <a:pt x="45" y="2"/>
                    <a:pt x="45" y="2"/>
                    <a:pt x="45" y="2"/>
                  </a:cubicBezTo>
                  <a:cubicBezTo>
                    <a:pt x="45" y="1"/>
                    <a:pt x="44" y="0"/>
                    <a:pt x="43"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46" name="Freeform 111">
              <a:extLst>
                <a:ext uri="{FF2B5EF4-FFF2-40B4-BE49-F238E27FC236}">
                  <a16:creationId xmlns:a16="http://schemas.microsoft.com/office/drawing/2014/main" id="{E2F46766-F875-40F0-8ACA-05F6569C5C1A}"/>
                </a:ext>
              </a:extLst>
            </p:cNvPr>
            <p:cNvSpPr>
              <a:spLocks/>
            </p:cNvSpPr>
            <p:nvPr/>
          </p:nvSpPr>
          <p:spPr bwMode="auto">
            <a:xfrm>
              <a:off x="7607303" y="2540004"/>
              <a:ext cx="168275" cy="169863"/>
            </a:xfrm>
            <a:custGeom>
              <a:avLst/>
              <a:gdLst>
                <a:gd name="T0" fmla="*/ 8 w 45"/>
                <a:gd name="T1" fmla="*/ 5 h 45"/>
                <a:gd name="T2" fmla="*/ 32 w 45"/>
                <a:gd name="T3" fmla="*/ 5 h 45"/>
                <a:gd name="T4" fmla="*/ 34 w 45"/>
                <a:gd name="T5" fmla="*/ 2 h 45"/>
                <a:gd name="T6" fmla="*/ 32 w 45"/>
                <a:gd name="T7" fmla="*/ 0 h 45"/>
                <a:gd name="T8" fmla="*/ 2 w 45"/>
                <a:gd name="T9" fmla="*/ 0 h 45"/>
                <a:gd name="T10" fmla="*/ 0 w 45"/>
                <a:gd name="T11" fmla="*/ 2 h 45"/>
                <a:gd name="T12" fmla="*/ 0 w 45"/>
                <a:gd name="T13" fmla="*/ 32 h 45"/>
                <a:gd name="T14" fmla="*/ 2 w 45"/>
                <a:gd name="T15" fmla="*/ 34 h 45"/>
                <a:gd name="T16" fmla="*/ 4 w 45"/>
                <a:gd name="T17" fmla="*/ 32 h 45"/>
                <a:gd name="T18" fmla="*/ 4 w 45"/>
                <a:gd name="T19" fmla="*/ 8 h 45"/>
                <a:gd name="T20" fmla="*/ 41 w 45"/>
                <a:gd name="T21" fmla="*/ 45 h 45"/>
                <a:gd name="T22" fmla="*/ 43 w 45"/>
                <a:gd name="T23" fmla="*/ 45 h 45"/>
                <a:gd name="T24" fmla="*/ 44 w 45"/>
                <a:gd name="T25" fmla="*/ 45 h 45"/>
                <a:gd name="T26" fmla="*/ 44 w 45"/>
                <a:gd name="T27" fmla="*/ 41 h 45"/>
                <a:gd name="T28" fmla="*/ 8 w 45"/>
                <a:gd name="T29" fmla="*/ 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5">
                  <a:moveTo>
                    <a:pt x="8" y="5"/>
                  </a:moveTo>
                  <a:cubicBezTo>
                    <a:pt x="32" y="5"/>
                    <a:pt x="32" y="5"/>
                    <a:pt x="32" y="5"/>
                  </a:cubicBezTo>
                  <a:cubicBezTo>
                    <a:pt x="33" y="5"/>
                    <a:pt x="34" y="4"/>
                    <a:pt x="34" y="2"/>
                  </a:cubicBezTo>
                  <a:cubicBezTo>
                    <a:pt x="34" y="1"/>
                    <a:pt x="33" y="0"/>
                    <a:pt x="32" y="0"/>
                  </a:cubicBezTo>
                  <a:cubicBezTo>
                    <a:pt x="2" y="0"/>
                    <a:pt x="2" y="0"/>
                    <a:pt x="2" y="0"/>
                  </a:cubicBezTo>
                  <a:cubicBezTo>
                    <a:pt x="1" y="0"/>
                    <a:pt x="0" y="1"/>
                    <a:pt x="0" y="2"/>
                  </a:cubicBezTo>
                  <a:cubicBezTo>
                    <a:pt x="0" y="32"/>
                    <a:pt x="0" y="32"/>
                    <a:pt x="0" y="32"/>
                  </a:cubicBezTo>
                  <a:cubicBezTo>
                    <a:pt x="0" y="33"/>
                    <a:pt x="1" y="34"/>
                    <a:pt x="2" y="34"/>
                  </a:cubicBezTo>
                  <a:cubicBezTo>
                    <a:pt x="3" y="34"/>
                    <a:pt x="4" y="33"/>
                    <a:pt x="4" y="32"/>
                  </a:cubicBezTo>
                  <a:cubicBezTo>
                    <a:pt x="4" y="8"/>
                    <a:pt x="4" y="8"/>
                    <a:pt x="4" y="8"/>
                  </a:cubicBezTo>
                  <a:cubicBezTo>
                    <a:pt x="41" y="45"/>
                    <a:pt x="41" y="45"/>
                    <a:pt x="41" y="45"/>
                  </a:cubicBezTo>
                  <a:cubicBezTo>
                    <a:pt x="41" y="45"/>
                    <a:pt x="42" y="45"/>
                    <a:pt x="43" y="45"/>
                  </a:cubicBezTo>
                  <a:cubicBezTo>
                    <a:pt x="43" y="45"/>
                    <a:pt x="44" y="45"/>
                    <a:pt x="44" y="45"/>
                  </a:cubicBezTo>
                  <a:cubicBezTo>
                    <a:pt x="45" y="44"/>
                    <a:pt x="45" y="42"/>
                    <a:pt x="44" y="41"/>
                  </a:cubicBezTo>
                  <a:lnTo>
                    <a:pt x="8" y="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47" name="Freeform 112">
              <a:extLst>
                <a:ext uri="{FF2B5EF4-FFF2-40B4-BE49-F238E27FC236}">
                  <a16:creationId xmlns:a16="http://schemas.microsoft.com/office/drawing/2014/main" id="{834EF943-693F-44FE-B307-B61CD57025B7}"/>
                </a:ext>
              </a:extLst>
            </p:cNvPr>
            <p:cNvSpPr>
              <a:spLocks/>
            </p:cNvSpPr>
            <p:nvPr/>
          </p:nvSpPr>
          <p:spPr bwMode="auto">
            <a:xfrm>
              <a:off x="7296152" y="2228854"/>
              <a:ext cx="168275" cy="168275"/>
            </a:xfrm>
            <a:custGeom>
              <a:avLst/>
              <a:gdLst>
                <a:gd name="T0" fmla="*/ 43 w 45"/>
                <a:gd name="T1" fmla="*/ 11 h 45"/>
                <a:gd name="T2" fmla="*/ 41 w 45"/>
                <a:gd name="T3" fmla="*/ 13 h 45"/>
                <a:gd name="T4" fmla="*/ 41 w 45"/>
                <a:gd name="T5" fmla="*/ 38 h 45"/>
                <a:gd name="T6" fmla="*/ 4 w 45"/>
                <a:gd name="T7" fmla="*/ 1 h 45"/>
                <a:gd name="T8" fmla="*/ 1 w 45"/>
                <a:gd name="T9" fmla="*/ 1 h 45"/>
                <a:gd name="T10" fmla="*/ 0 w 45"/>
                <a:gd name="T11" fmla="*/ 2 h 45"/>
                <a:gd name="T12" fmla="*/ 1 w 45"/>
                <a:gd name="T13" fmla="*/ 4 h 45"/>
                <a:gd name="T14" fmla="*/ 37 w 45"/>
                <a:gd name="T15" fmla="*/ 41 h 45"/>
                <a:gd name="T16" fmla="*/ 13 w 45"/>
                <a:gd name="T17" fmla="*/ 41 h 45"/>
                <a:gd name="T18" fmla="*/ 12 w 45"/>
                <a:gd name="T19" fmla="*/ 41 h 45"/>
                <a:gd name="T20" fmla="*/ 11 w 45"/>
                <a:gd name="T21" fmla="*/ 43 h 45"/>
                <a:gd name="T22" fmla="*/ 13 w 45"/>
                <a:gd name="T23" fmla="*/ 45 h 45"/>
                <a:gd name="T24" fmla="*/ 43 w 45"/>
                <a:gd name="T25" fmla="*/ 45 h 45"/>
                <a:gd name="T26" fmla="*/ 45 w 45"/>
                <a:gd name="T27" fmla="*/ 43 h 45"/>
                <a:gd name="T28" fmla="*/ 45 w 45"/>
                <a:gd name="T29" fmla="*/ 13 h 45"/>
                <a:gd name="T30" fmla="*/ 43 w 45"/>
                <a:gd name="T31" fmla="*/ 11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5" h="45">
                  <a:moveTo>
                    <a:pt x="43" y="11"/>
                  </a:moveTo>
                  <a:cubicBezTo>
                    <a:pt x="42" y="11"/>
                    <a:pt x="41" y="12"/>
                    <a:pt x="41" y="13"/>
                  </a:cubicBezTo>
                  <a:cubicBezTo>
                    <a:pt x="41" y="38"/>
                    <a:pt x="41" y="38"/>
                    <a:pt x="41" y="38"/>
                  </a:cubicBezTo>
                  <a:cubicBezTo>
                    <a:pt x="4" y="1"/>
                    <a:pt x="4" y="1"/>
                    <a:pt x="4" y="1"/>
                  </a:cubicBezTo>
                  <a:cubicBezTo>
                    <a:pt x="3" y="0"/>
                    <a:pt x="2" y="0"/>
                    <a:pt x="1" y="1"/>
                  </a:cubicBezTo>
                  <a:cubicBezTo>
                    <a:pt x="0" y="1"/>
                    <a:pt x="0" y="2"/>
                    <a:pt x="0" y="2"/>
                  </a:cubicBezTo>
                  <a:cubicBezTo>
                    <a:pt x="0" y="3"/>
                    <a:pt x="0" y="4"/>
                    <a:pt x="1" y="4"/>
                  </a:cubicBezTo>
                  <a:cubicBezTo>
                    <a:pt x="37" y="41"/>
                    <a:pt x="37" y="41"/>
                    <a:pt x="37" y="41"/>
                  </a:cubicBezTo>
                  <a:cubicBezTo>
                    <a:pt x="13" y="41"/>
                    <a:pt x="13" y="41"/>
                    <a:pt x="13" y="41"/>
                  </a:cubicBezTo>
                  <a:cubicBezTo>
                    <a:pt x="13" y="41"/>
                    <a:pt x="12" y="41"/>
                    <a:pt x="12" y="41"/>
                  </a:cubicBezTo>
                  <a:cubicBezTo>
                    <a:pt x="11" y="42"/>
                    <a:pt x="11" y="42"/>
                    <a:pt x="11" y="43"/>
                  </a:cubicBezTo>
                  <a:cubicBezTo>
                    <a:pt x="11" y="44"/>
                    <a:pt x="12" y="45"/>
                    <a:pt x="13" y="45"/>
                  </a:cubicBezTo>
                  <a:cubicBezTo>
                    <a:pt x="43" y="45"/>
                    <a:pt x="43" y="45"/>
                    <a:pt x="43" y="45"/>
                  </a:cubicBezTo>
                  <a:cubicBezTo>
                    <a:pt x="44" y="45"/>
                    <a:pt x="45" y="44"/>
                    <a:pt x="45" y="43"/>
                  </a:cubicBezTo>
                  <a:cubicBezTo>
                    <a:pt x="45" y="13"/>
                    <a:pt x="45" y="13"/>
                    <a:pt x="45" y="13"/>
                  </a:cubicBezTo>
                  <a:cubicBezTo>
                    <a:pt x="45" y="12"/>
                    <a:pt x="44" y="11"/>
                    <a:pt x="43" y="1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grpSp>
      <p:grpSp>
        <p:nvGrpSpPr>
          <p:cNvPr id="48" name="组合 47">
            <a:extLst>
              <a:ext uri="{FF2B5EF4-FFF2-40B4-BE49-F238E27FC236}">
                <a16:creationId xmlns:a16="http://schemas.microsoft.com/office/drawing/2014/main" id="{E138031F-FDB6-4E53-A27A-EB83080EF0D4}"/>
              </a:ext>
            </a:extLst>
          </p:cNvPr>
          <p:cNvGrpSpPr/>
          <p:nvPr/>
        </p:nvGrpSpPr>
        <p:grpSpPr>
          <a:xfrm>
            <a:off x="844323" y="2690945"/>
            <a:ext cx="360000" cy="360000"/>
            <a:chOff x="6334127" y="2228854"/>
            <a:chExt cx="481013" cy="481013"/>
          </a:xfrm>
          <a:solidFill>
            <a:schemeClr val="bg1"/>
          </a:solidFill>
        </p:grpSpPr>
        <p:sp>
          <p:nvSpPr>
            <p:cNvPr id="49" name="Freeform 113">
              <a:extLst>
                <a:ext uri="{FF2B5EF4-FFF2-40B4-BE49-F238E27FC236}">
                  <a16:creationId xmlns:a16="http://schemas.microsoft.com/office/drawing/2014/main" id="{5DAAE761-1C8A-4DEE-B80B-46FBECF16E0E}"/>
                </a:ext>
              </a:extLst>
            </p:cNvPr>
            <p:cNvSpPr>
              <a:spLocks/>
            </p:cNvSpPr>
            <p:nvPr/>
          </p:nvSpPr>
          <p:spPr bwMode="auto">
            <a:xfrm>
              <a:off x="6645277" y="2228854"/>
              <a:ext cx="169863" cy="173038"/>
            </a:xfrm>
            <a:custGeom>
              <a:avLst/>
              <a:gdLst>
                <a:gd name="T0" fmla="*/ 4 w 45"/>
                <a:gd name="T1" fmla="*/ 45 h 46"/>
                <a:gd name="T2" fmla="*/ 40 w 45"/>
                <a:gd name="T3" fmla="*/ 8 h 46"/>
                <a:gd name="T4" fmla="*/ 40 w 45"/>
                <a:gd name="T5" fmla="*/ 32 h 46"/>
                <a:gd name="T6" fmla="*/ 43 w 45"/>
                <a:gd name="T7" fmla="*/ 34 h 46"/>
                <a:gd name="T8" fmla="*/ 45 w 45"/>
                <a:gd name="T9" fmla="*/ 32 h 46"/>
                <a:gd name="T10" fmla="*/ 45 w 45"/>
                <a:gd name="T11" fmla="*/ 2 h 46"/>
                <a:gd name="T12" fmla="*/ 43 w 45"/>
                <a:gd name="T13" fmla="*/ 0 h 46"/>
                <a:gd name="T14" fmla="*/ 13 w 45"/>
                <a:gd name="T15" fmla="*/ 0 h 46"/>
                <a:gd name="T16" fmla="*/ 11 w 45"/>
                <a:gd name="T17" fmla="*/ 2 h 46"/>
                <a:gd name="T18" fmla="*/ 13 w 45"/>
                <a:gd name="T19" fmla="*/ 5 h 46"/>
                <a:gd name="T20" fmla="*/ 37 w 45"/>
                <a:gd name="T21" fmla="*/ 5 h 46"/>
                <a:gd name="T22" fmla="*/ 1 w 45"/>
                <a:gd name="T23" fmla="*/ 41 h 46"/>
                <a:gd name="T24" fmla="*/ 0 w 45"/>
                <a:gd name="T25" fmla="*/ 43 h 46"/>
                <a:gd name="T26" fmla="*/ 1 w 45"/>
                <a:gd name="T27" fmla="*/ 45 h 46"/>
                <a:gd name="T28" fmla="*/ 4 w 45"/>
                <a:gd name="T29" fmla="*/ 45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6">
                  <a:moveTo>
                    <a:pt x="4" y="45"/>
                  </a:moveTo>
                  <a:cubicBezTo>
                    <a:pt x="40" y="8"/>
                    <a:pt x="40" y="8"/>
                    <a:pt x="40" y="8"/>
                  </a:cubicBezTo>
                  <a:cubicBezTo>
                    <a:pt x="40" y="32"/>
                    <a:pt x="40" y="32"/>
                    <a:pt x="40" y="32"/>
                  </a:cubicBezTo>
                  <a:cubicBezTo>
                    <a:pt x="40" y="33"/>
                    <a:pt x="41" y="34"/>
                    <a:pt x="43" y="34"/>
                  </a:cubicBezTo>
                  <a:cubicBezTo>
                    <a:pt x="44" y="34"/>
                    <a:pt x="45" y="33"/>
                    <a:pt x="45" y="32"/>
                  </a:cubicBezTo>
                  <a:cubicBezTo>
                    <a:pt x="45" y="2"/>
                    <a:pt x="45" y="2"/>
                    <a:pt x="45" y="2"/>
                  </a:cubicBezTo>
                  <a:cubicBezTo>
                    <a:pt x="45" y="1"/>
                    <a:pt x="44" y="0"/>
                    <a:pt x="43" y="0"/>
                  </a:cubicBezTo>
                  <a:cubicBezTo>
                    <a:pt x="13" y="0"/>
                    <a:pt x="13" y="0"/>
                    <a:pt x="13" y="0"/>
                  </a:cubicBezTo>
                  <a:cubicBezTo>
                    <a:pt x="12" y="0"/>
                    <a:pt x="11" y="1"/>
                    <a:pt x="11" y="2"/>
                  </a:cubicBezTo>
                  <a:cubicBezTo>
                    <a:pt x="11" y="4"/>
                    <a:pt x="12" y="5"/>
                    <a:pt x="13" y="5"/>
                  </a:cubicBezTo>
                  <a:cubicBezTo>
                    <a:pt x="37" y="5"/>
                    <a:pt x="37" y="5"/>
                    <a:pt x="37" y="5"/>
                  </a:cubicBezTo>
                  <a:cubicBezTo>
                    <a:pt x="1" y="41"/>
                    <a:pt x="1" y="41"/>
                    <a:pt x="1" y="41"/>
                  </a:cubicBezTo>
                  <a:cubicBezTo>
                    <a:pt x="0" y="42"/>
                    <a:pt x="0" y="42"/>
                    <a:pt x="0" y="43"/>
                  </a:cubicBezTo>
                  <a:cubicBezTo>
                    <a:pt x="0" y="44"/>
                    <a:pt x="0" y="44"/>
                    <a:pt x="1" y="45"/>
                  </a:cubicBezTo>
                  <a:cubicBezTo>
                    <a:pt x="1" y="46"/>
                    <a:pt x="3" y="46"/>
                    <a:pt x="4" y="4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50" name="Freeform 114">
              <a:extLst>
                <a:ext uri="{FF2B5EF4-FFF2-40B4-BE49-F238E27FC236}">
                  <a16:creationId xmlns:a16="http://schemas.microsoft.com/office/drawing/2014/main" id="{B35D2BA3-7796-403D-AC58-C4B677F0A685}"/>
                </a:ext>
              </a:extLst>
            </p:cNvPr>
            <p:cNvSpPr>
              <a:spLocks/>
            </p:cNvSpPr>
            <p:nvPr/>
          </p:nvSpPr>
          <p:spPr bwMode="auto">
            <a:xfrm>
              <a:off x="6334127" y="2540004"/>
              <a:ext cx="169863" cy="169863"/>
            </a:xfrm>
            <a:custGeom>
              <a:avLst/>
              <a:gdLst>
                <a:gd name="T0" fmla="*/ 41 w 45"/>
                <a:gd name="T1" fmla="*/ 1 h 45"/>
                <a:gd name="T2" fmla="*/ 5 w 45"/>
                <a:gd name="T3" fmla="*/ 37 h 45"/>
                <a:gd name="T4" fmla="*/ 5 w 45"/>
                <a:gd name="T5" fmla="*/ 13 h 45"/>
                <a:gd name="T6" fmla="*/ 2 w 45"/>
                <a:gd name="T7" fmla="*/ 11 h 45"/>
                <a:gd name="T8" fmla="*/ 0 w 45"/>
                <a:gd name="T9" fmla="*/ 13 h 45"/>
                <a:gd name="T10" fmla="*/ 0 w 45"/>
                <a:gd name="T11" fmla="*/ 43 h 45"/>
                <a:gd name="T12" fmla="*/ 2 w 45"/>
                <a:gd name="T13" fmla="*/ 45 h 45"/>
                <a:gd name="T14" fmla="*/ 32 w 45"/>
                <a:gd name="T15" fmla="*/ 45 h 45"/>
                <a:gd name="T16" fmla="*/ 34 w 45"/>
                <a:gd name="T17" fmla="*/ 43 h 45"/>
                <a:gd name="T18" fmla="*/ 32 w 45"/>
                <a:gd name="T19" fmla="*/ 41 h 45"/>
                <a:gd name="T20" fmla="*/ 8 w 45"/>
                <a:gd name="T21" fmla="*/ 41 h 45"/>
                <a:gd name="T22" fmla="*/ 44 w 45"/>
                <a:gd name="T23" fmla="*/ 4 h 45"/>
                <a:gd name="T24" fmla="*/ 45 w 45"/>
                <a:gd name="T25" fmla="*/ 2 h 45"/>
                <a:gd name="T26" fmla="*/ 44 w 45"/>
                <a:gd name="T27" fmla="*/ 1 h 45"/>
                <a:gd name="T28" fmla="*/ 41 w 45"/>
                <a:gd name="T29" fmla="*/ 1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5">
                  <a:moveTo>
                    <a:pt x="41" y="1"/>
                  </a:moveTo>
                  <a:cubicBezTo>
                    <a:pt x="5" y="37"/>
                    <a:pt x="5" y="37"/>
                    <a:pt x="5" y="37"/>
                  </a:cubicBezTo>
                  <a:cubicBezTo>
                    <a:pt x="5" y="13"/>
                    <a:pt x="5" y="13"/>
                    <a:pt x="5" y="13"/>
                  </a:cubicBezTo>
                  <a:cubicBezTo>
                    <a:pt x="5" y="12"/>
                    <a:pt x="4" y="11"/>
                    <a:pt x="2" y="11"/>
                  </a:cubicBezTo>
                  <a:cubicBezTo>
                    <a:pt x="1" y="11"/>
                    <a:pt x="0" y="12"/>
                    <a:pt x="0" y="13"/>
                  </a:cubicBezTo>
                  <a:cubicBezTo>
                    <a:pt x="0" y="43"/>
                    <a:pt x="0" y="43"/>
                    <a:pt x="0" y="43"/>
                  </a:cubicBezTo>
                  <a:cubicBezTo>
                    <a:pt x="0" y="44"/>
                    <a:pt x="1" y="45"/>
                    <a:pt x="2" y="45"/>
                  </a:cubicBezTo>
                  <a:cubicBezTo>
                    <a:pt x="32" y="45"/>
                    <a:pt x="32" y="45"/>
                    <a:pt x="32" y="45"/>
                  </a:cubicBezTo>
                  <a:cubicBezTo>
                    <a:pt x="33" y="45"/>
                    <a:pt x="34" y="44"/>
                    <a:pt x="34" y="43"/>
                  </a:cubicBezTo>
                  <a:cubicBezTo>
                    <a:pt x="34" y="42"/>
                    <a:pt x="33" y="41"/>
                    <a:pt x="32" y="41"/>
                  </a:cubicBezTo>
                  <a:cubicBezTo>
                    <a:pt x="8" y="41"/>
                    <a:pt x="8" y="41"/>
                    <a:pt x="8" y="41"/>
                  </a:cubicBezTo>
                  <a:cubicBezTo>
                    <a:pt x="44" y="4"/>
                    <a:pt x="44" y="4"/>
                    <a:pt x="44" y="4"/>
                  </a:cubicBezTo>
                  <a:cubicBezTo>
                    <a:pt x="45" y="4"/>
                    <a:pt x="45" y="3"/>
                    <a:pt x="45" y="2"/>
                  </a:cubicBezTo>
                  <a:cubicBezTo>
                    <a:pt x="45" y="2"/>
                    <a:pt x="45" y="1"/>
                    <a:pt x="44" y="1"/>
                  </a:cubicBezTo>
                  <a:cubicBezTo>
                    <a:pt x="44" y="0"/>
                    <a:pt x="42" y="0"/>
                    <a:pt x="41"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51" name="Freeform 115">
              <a:extLst>
                <a:ext uri="{FF2B5EF4-FFF2-40B4-BE49-F238E27FC236}">
                  <a16:creationId xmlns:a16="http://schemas.microsoft.com/office/drawing/2014/main" id="{C1D28959-884E-4C7E-BD89-BD02AB9C37C1}"/>
                </a:ext>
              </a:extLst>
            </p:cNvPr>
            <p:cNvSpPr>
              <a:spLocks/>
            </p:cNvSpPr>
            <p:nvPr/>
          </p:nvSpPr>
          <p:spPr bwMode="auto">
            <a:xfrm>
              <a:off x="6645277" y="2540004"/>
              <a:ext cx="169863" cy="169863"/>
            </a:xfrm>
            <a:custGeom>
              <a:avLst/>
              <a:gdLst>
                <a:gd name="T0" fmla="*/ 43 w 45"/>
                <a:gd name="T1" fmla="*/ 11 h 45"/>
                <a:gd name="T2" fmla="*/ 40 w 45"/>
                <a:gd name="T3" fmla="*/ 13 h 45"/>
                <a:gd name="T4" fmla="*/ 40 w 45"/>
                <a:gd name="T5" fmla="*/ 37 h 45"/>
                <a:gd name="T6" fmla="*/ 4 w 45"/>
                <a:gd name="T7" fmla="*/ 1 h 45"/>
                <a:gd name="T8" fmla="*/ 1 w 45"/>
                <a:gd name="T9" fmla="*/ 1 h 45"/>
                <a:gd name="T10" fmla="*/ 0 w 45"/>
                <a:gd name="T11" fmla="*/ 2 h 45"/>
                <a:gd name="T12" fmla="*/ 1 w 45"/>
                <a:gd name="T13" fmla="*/ 4 h 45"/>
                <a:gd name="T14" fmla="*/ 37 w 45"/>
                <a:gd name="T15" fmla="*/ 41 h 45"/>
                <a:gd name="T16" fmla="*/ 13 w 45"/>
                <a:gd name="T17" fmla="*/ 41 h 45"/>
                <a:gd name="T18" fmla="*/ 11 w 45"/>
                <a:gd name="T19" fmla="*/ 43 h 45"/>
                <a:gd name="T20" fmla="*/ 13 w 45"/>
                <a:gd name="T21" fmla="*/ 45 h 45"/>
                <a:gd name="T22" fmla="*/ 43 w 45"/>
                <a:gd name="T23" fmla="*/ 45 h 45"/>
                <a:gd name="T24" fmla="*/ 45 w 45"/>
                <a:gd name="T25" fmla="*/ 43 h 45"/>
                <a:gd name="T26" fmla="*/ 45 w 45"/>
                <a:gd name="T27" fmla="*/ 13 h 45"/>
                <a:gd name="T28" fmla="*/ 43 w 45"/>
                <a:gd name="T29" fmla="*/ 11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5">
                  <a:moveTo>
                    <a:pt x="43" y="11"/>
                  </a:moveTo>
                  <a:cubicBezTo>
                    <a:pt x="41" y="11"/>
                    <a:pt x="40" y="12"/>
                    <a:pt x="40" y="13"/>
                  </a:cubicBezTo>
                  <a:cubicBezTo>
                    <a:pt x="40" y="37"/>
                    <a:pt x="40" y="37"/>
                    <a:pt x="40" y="37"/>
                  </a:cubicBezTo>
                  <a:cubicBezTo>
                    <a:pt x="4" y="1"/>
                    <a:pt x="4" y="1"/>
                    <a:pt x="4" y="1"/>
                  </a:cubicBezTo>
                  <a:cubicBezTo>
                    <a:pt x="3" y="0"/>
                    <a:pt x="1" y="0"/>
                    <a:pt x="1" y="1"/>
                  </a:cubicBezTo>
                  <a:cubicBezTo>
                    <a:pt x="0" y="1"/>
                    <a:pt x="0" y="2"/>
                    <a:pt x="0" y="2"/>
                  </a:cubicBezTo>
                  <a:cubicBezTo>
                    <a:pt x="0" y="3"/>
                    <a:pt x="0" y="4"/>
                    <a:pt x="1" y="4"/>
                  </a:cubicBezTo>
                  <a:cubicBezTo>
                    <a:pt x="37" y="41"/>
                    <a:pt x="37" y="41"/>
                    <a:pt x="37" y="41"/>
                  </a:cubicBezTo>
                  <a:cubicBezTo>
                    <a:pt x="13" y="41"/>
                    <a:pt x="13" y="41"/>
                    <a:pt x="13" y="41"/>
                  </a:cubicBezTo>
                  <a:cubicBezTo>
                    <a:pt x="12" y="41"/>
                    <a:pt x="11" y="42"/>
                    <a:pt x="11" y="43"/>
                  </a:cubicBezTo>
                  <a:cubicBezTo>
                    <a:pt x="11" y="44"/>
                    <a:pt x="12" y="45"/>
                    <a:pt x="13" y="45"/>
                  </a:cubicBezTo>
                  <a:cubicBezTo>
                    <a:pt x="43" y="45"/>
                    <a:pt x="43" y="45"/>
                    <a:pt x="43" y="45"/>
                  </a:cubicBezTo>
                  <a:cubicBezTo>
                    <a:pt x="44" y="45"/>
                    <a:pt x="45" y="44"/>
                    <a:pt x="45" y="43"/>
                  </a:cubicBezTo>
                  <a:cubicBezTo>
                    <a:pt x="45" y="13"/>
                    <a:pt x="45" y="13"/>
                    <a:pt x="45" y="13"/>
                  </a:cubicBezTo>
                  <a:cubicBezTo>
                    <a:pt x="45" y="12"/>
                    <a:pt x="44" y="11"/>
                    <a:pt x="43" y="1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sp>
          <p:nvSpPr>
            <p:cNvPr id="52" name="Freeform 116">
              <a:extLst>
                <a:ext uri="{FF2B5EF4-FFF2-40B4-BE49-F238E27FC236}">
                  <a16:creationId xmlns:a16="http://schemas.microsoft.com/office/drawing/2014/main" id="{D2FECB05-BDFF-4637-BCA6-042FB80DF2DB}"/>
                </a:ext>
              </a:extLst>
            </p:cNvPr>
            <p:cNvSpPr>
              <a:spLocks/>
            </p:cNvSpPr>
            <p:nvPr/>
          </p:nvSpPr>
          <p:spPr bwMode="auto">
            <a:xfrm>
              <a:off x="6334127" y="2228854"/>
              <a:ext cx="169863" cy="173038"/>
            </a:xfrm>
            <a:custGeom>
              <a:avLst/>
              <a:gdLst>
                <a:gd name="T0" fmla="*/ 8 w 45"/>
                <a:gd name="T1" fmla="*/ 5 h 46"/>
                <a:gd name="T2" fmla="*/ 32 w 45"/>
                <a:gd name="T3" fmla="*/ 5 h 46"/>
                <a:gd name="T4" fmla="*/ 34 w 45"/>
                <a:gd name="T5" fmla="*/ 2 h 46"/>
                <a:gd name="T6" fmla="*/ 32 w 45"/>
                <a:gd name="T7" fmla="*/ 0 h 46"/>
                <a:gd name="T8" fmla="*/ 2 w 45"/>
                <a:gd name="T9" fmla="*/ 0 h 46"/>
                <a:gd name="T10" fmla="*/ 0 w 45"/>
                <a:gd name="T11" fmla="*/ 2 h 46"/>
                <a:gd name="T12" fmla="*/ 0 w 45"/>
                <a:gd name="T13" fmla="*/ 32 h 46"/>
                <a:gd name="T14" fmla="*/ 2 w 45"/>
                <a:gd name="T15" fmla="*/ 34 h 46"/>
                <a:gd name="T16" fmla="*/ 5 w 45"/>
                <a:gd name="T17" fmla="*/ 32 h 46"/>
                <a:gd name="T18" fmla="*/ 5 w 45"/>
                <a:gd name="T19" fmla="*/ 8 h 46"/>
                <a:gd name="T20" fmla="*/ 41 w 45"/>
                <a:gd name="T21" fmla="*/ 45 h 46"/>
                <a:gd name="T22" fmla="*/ 44 w 45"/>
                <a:gd name="T23" fmla="*/ 45 h 46"/>
                <a:gd name="T24" fmla="*/ 45 w 45"/>
                <a:gd name="T25" fmla="*/ 43 h 46"/>
                <a:gd name="T26" fmla="*/ 44 w 45"/>
                <a:gd name="T27" fmla="*/ 41 h 46"/>
                <a:gd name="T28" fmla="*/ 8 w 45"/>
                <a:gd name="T29" fmla="*/ 5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5" h="46">
                  <a:moveTo>
                    <a:pt x="8" y="5"/>
                  </a:moveTo>
                  <a:cubicBezTo>
                    <a:pt x="32" y="5"/>
                    <a:pt x="32" y="5"/>
                    <a:pt x="32" y="5"/>
                  </a:cubicBezTo>
                  <a:cubicBezTo>
                    <a:pt x="33" y="5"/>
                    <a:pt x="34" y="4"/>
                    <a:pt x="34" y="2"/>
                  </a:cubicBezTo>
                  <a:cubicBezTo>
                    <a:pt x="34" y="1"/>
                    <a:pt x="33" y="0"/>
                    <a:pt x="32" y="0"/>
                  </a:cubicBezTo>
                  <a:cubicBezTo>
                    <a:pt x="2" y="0"/>
                    <a:pt x="2" y="0"/>
                    <a:pt x="2" y="0"/>
                  </a:cubicBezTo>
                  <a:cubicBezTo>
                    <a:pt x="1" y="0"/>
                    <a:pt x="0" y="1"/>
                    <a:pt x="0" y="2"/>
                  </a:cubicBezTo>
                  <a:cubicBezTo>
                    <a:pt x="0" y="32"/>
                    <a:pt x="0" y="32"/>
                    <a:pt x="0" y="32"/>
                  </a:cubicBezTo>
                  <a:cubicBezTo>
                    <a:pt x="0" y="33"/>
                    <a:pt x="1" y="34"/>
                    <a:pt x="2" y="34"/>
                  </a:cubicBezTo>
                  <a:cubicBezTo>
                    <a:pt x="4" y="34"/>
                    <a:pt x="5" y="33"/>
                    <a:pt x="5" y="32"/>
                  </a:cubicBezTo>
                  <a:cubicBezTo>
                    <a:pt x="5" y="8"/>
                    <a:pt x="5" y="8"/>
                    <a:pt x="5" y="8"/>
                  </a:cubicBezTo>
                  <a:cubicBezTo>
                    <a:pt x="41" y="45"/>
                    <a:pt x="41" y="45"/>
                    <a:pt x="41" y="45"/>
                  </a:cubicBezTo>
                  <a:cubicBezTo>
                    <a:pt x="42" y="46"/>
                    <a:pt x="44" y="46"/>
                    <a:pt x="44" y="45"/>
                  </a:cubicBezTo>
                  <a:cubicBezTo>
                    <a:pt x="45" y="44"/>
                    <a:pt x="45" y="44"/>
                    <a:pt x="45" y="43"/>
                  </a:cubicBezTo>
                  <a:cubicBezTo>
                    <a:pt x="45" y="42"/>
                    <a:pt x="45" y="42"/>
                    <a:pt x="44" y="41"/>
                  </a:cubicBezTo>
                  <a:lnTo>
                    <a:pt x="8" y="5"/>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000000"/>
                </a:solidFill>
                <a:effectLst/>
                <a:uLnTx/>
                <a:uFillTx/>
                <a:latin typeface="微软雅黑"/>
                <a:ea typeface="微软雅黑"/>
                <a:cs typeface="+mn-cs"/>
              </a:endParaRPr>
            </a:p>
          </p:txBody>
        </p:sp>
      </p:grpSp>
    </p:spTree>
    <p:extLst>
      <p:ext uri="{BB962C8B-B14F-4D97-AF65-F5344CB8AC3E}">
        <p14:creationId xmlns:p14="http://schemas.microsoft.com/office/powerpoint/2010/main" val="3453432155"/>
      </p:ext>
    </p:extLst>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观点对比</a:t>
            </a:r>
          </a:p>
        </p:txBody>
      </p:sp>
      <p:sp>
        <p:nvSpPr>
          <p:cNvPr id="32" name="矩形 31">
            <a:extLst>
              <a:ext uri="{FF2B5EF4-FFF2-40B4-BE49-F238E27FC236}">
                <a16:creationId xmlns:a16="http://schemas.microsoft.com/office/drawing/2014/main" id="{C26FDF4B-DF2A-42A0-AC9A-44EB3A58DC57}"/>
              </a:ext>
            </a:extLst>
          </p:cNvPr>
          <p:cNvSpPr/>
          <p:nvPr/>
        </p:nvSpPr>
        <p:spPr>
          <a:xfrm>
            <a:off x="4777429" y="2730279"/>
            <a:ext cx="720000" cy="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3" name="文本框 32">
            <a:extLst>
              <a:ext uri="{FF2B5EF4-FFF2-40B4-BE49-F238E27FC236}">
                <a16:creationId xmlns:a16="http://schemas.microsoft.com/office/drawing/2014/main" id="{BD6F4000-594E-40D3-940D-643B631BB399}"/>
              </a:ext>
            </a:extLst>
          </p:cNvPr>
          <p:cNvSpPr txBox="1"/>
          <p:nvPr/>
        </p:nvSpPr>
        <p:spPr>
          <a:xfrm>
            <a:off x="3007310" y="1997816"/>
            <a:ext cx="2631490" cy="584775"/>
          </a:xfrm>
          <a:prstGeom prst="rect">
            <a:avLst/>
          </a:prstGeom>
          <a:noFill/>
        </p:spPr>
        <p:txBody>
          <a:bodyPr wrap="none" l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32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34" name="文本框 33">
            <a:extLst>
              <a:ext uri="{FF2B5EF4-FFF2-40B4-BE49-F238E27FC236}">
                <a16:creationId xmlns:a16="http://schemas.microsoft.com/office/drawing/2014/main" id="{D3C07288-9E2C-41A0-9BD8-FC6941580CF1}"/>
              </a:ext>
            </a:extLst>
          </p:cNvPr>
          <p:cNvSpPr txBox="1"/>
          <p:nvPr/>
        </p:nvSpPr>
        <p:spPr>
          <a:xfrm>
            <a:off x="847724" y="2989828"/>
            <a:ext cx="4791075" cy="2405522"/>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年诞生于延安，是中国共产党创办的第一所理工科大学，是新中国成立以来国家历批次重点建设的高校，首批进入国家“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类行列。</a:t>
            </a:r>
          </a:p>
        </p:txBody>
      </p:sp>
      <p:sp>
        <p:nvSpPr>
          <p:cNvPr id="35" name="矩形 34">
            <a:extLst>
              <a:ext uri="{FF2B5EF4-FFF2-40B4-BE49-F238E27FC236}">
                <a16:creationId xmlns:a16="http://schemas.microsoft.com/office/drawing/2014/main" id="{678EE4BB-86C1-4632-85D4-AFD8DA732254}"/>
              </a:ext>
            </a:extLst>
          </p:cNvPr>
          <p:cNvSpPr/>
          <p:nvPr/>
        </p:nvSpPr>
        <p:spPr>
          <a:xfrm>
            <a:off x="6703872" y="2724552"/>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6" name="文本框 35">
            <a:extLst>
              <a:ext uri="{FF2B5EF4-FFF2-40B4-BE49-F238E27FC236}">
                <a16:creationId xmlns:a16="http://schemas.microsoft.com/office/drawing/2014/main" id="{7E57FC14-8070-4F3F-87EA-DA88182E25E6}"/>
              </a:ext>
            </a:extLst>
          </p:cNvPr>
          <p:cNvSpPr txBox="1"/>
          <p:nvPr/>
        </p:nvSpPr>
        <p:spPr>
          <a:xfrm>
            <a:off x="6703872" y="1997816"/>
            <a:ext cx="2631490" cy="584775"/>
          </a:xfrm>
          <a:prstGeom prst="rect">
            <a:avLst/>
          </a:prstGeom>
          <a:noFill/>
        </p:spPr>
        <p:txBody>
          <a:bodyPr wrap="none" l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3200" b="1" i="0" u="none" strike="noStrike" kern="1200" cap="none" spc="1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37" name="文本框 36">
            <a:extLst>
              <a:ext uri="{FF2B5EF4-FFF2-40B4-BE49-F238E27FC236}">
                <a16:creationId xmlns:a16="http://schemas.microsoft.com/office/drawing/2014/main" id="{9813BEEA-754F-47C9-8A5D-B53A56379029}"/>
              </a:ext>
            </a:extLst>
          </p:cNvPr>
          <p:cNvSpPr txBox="1"/>
          <p:nvPr/>
        </p:nvSpPr>
        <p:spPr>
          <a:xfrm>
            <a:off x="6686550" y="2989828"/>
            <a:ext cx="4826592" cy="2405522"/>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年诞生于延安，是中国共产党创办的第一所理工科大学，是新中国成立以来国家历批次重点建设的高校，首批进入国家“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类行列。</a:t>
            </a:r>
          </a:p>
        </p:txBody>
      </p:sp>
      <p:cxnSp>
        <p:nvCxnSpPr>
          <p:cNvPr id="38" name="直接连接符 37">
            <a:extLst>
              <a:ext uri="{FF2B5EF4-FFF2-40B4-BE49-F238E27FC236}">
                <a16:creationId xmlns:a16="http://schemas.microsoft.com/office/drawing/2014/main" id="{C14ACC5A-7664-41DD-9813-A2F68F0E03E2}"/>
              </a:ext>
            </a:extLst>
          </p:cNvPr>
          <p:cNvCxnSpPr>
            <a:cxnSpLocks/>
          </p:cNvCxnSpPr>
          <p:nvPr/>
        </p:nvCxnSpPr>
        <p:spPr>
          <a:xfrm>
            <a:off x="6091989" y="1997816"/>
            <a:ext cx="0" cy="3198298"/>
          </a:xfrm>
          <a:prstGeom prst="line">
            <a:avLst/>
          </a:prstGeom>
          <a:ln w="3175">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9822789"/>
      </p:ext>
    </p:extLst>
  </p:cSld>
  <p:clrMapOvr>
    <a:masterClrMapping/>
  </p:clrMapOvr>
  <p:transition spd="med">
    <p:pull/>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三个观点</a:t>
            </a:r>
          </a:p>
        </p:txBody>
      </p:sp>
      <p:grpSp>
        <p:nvGrpSpPr>
          <p:cNvPr id="11" name="组合 10">
            <a:extLst>
              <a:ext uri="{FF2B5EF4-FFF2-40B4-BE49-F238E27FC236}">
                <a16:creationId xmlns:a16="http://schemas.microsoft.com/office/drawing/2014/main" id="{FBBDEF9D-09E4-4787-8D18-54BA435A6872}"/>
              </a:ext>
            </a:extLst>
          </p:cNvPr>
          <p:cNvGrpSpPr/>
          <p:nvPr/>
        </p:nvGrpSpPr>
        <p:grpSpPr>
          <a:xfrm>
            <a:off x="640757" y="1607291"/>
            <a:ext cx="2160001" cy="3917208"/>
            <a:chOff x="678857" y="2188316"/>
            <a:chExt cx="2160001" cy="3917208"/>
          </a:xfrm>
        </p:grpSpPr>
        <p:sp>
          <p:nvSpPr>
            <p:cNvPr id="12" name="矩形 11">
              <a:extLst>
                <a:ext uri="{FF2B5EF4-FFF2-40B4-BE49-F238E27FC236}">
                  <a16:creationId xmlns:a16="http://schemas.microsoft.com/office/drawing/2014/main" id="{C26FDF4B-DF2A-42A0-AC9A-44EB3A58DC57}"/>
                </a:ext>
              </a:extLst>
            </p:cNvPr>
            <p:cNvSpPr/>
            <p:nvPr/>
          </p:nvSpPr>
          <p:spPr>
            <a:xfrm>
              <a:off x="678857" y="2819802"/>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20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3" name="文本框 12">
              <a:extLst>
                <a:ext uri="{FF2B5EF4-FFF2-40B4-BE49-F238E27FC236}">
                  <a16:creationId xmlns:a16="http://schemas.microsoft.com/office/drawing/2014/main" id="{BD6F4000-594E-40D3-940D-643B631BB399}"/>
                </a:ext>
              </a:extLst>
            </p:cNvPr>
            <p:cNvSpPr txBox="1"/>
            <p:nvPr/>
          </p:nvSpPr>
          <p:spPr>
            <a:xfrm>
              <a:off x="678857" y="2188316"/>
              <a:ext cx="2015936" cy="461665"/>
            </a:xfrm>
            <a:prstGeom prst="rect">
              <a:avLst/>
            </a:prstGeom>
            <a:noFill/>
          </p:spPr>
          <p:txBody>
            <a:bodyPr wrap="none" l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14" name="文本框 13">
              <a:extLst>
                <a:ext uri="{FF2B5EF4-FFF2-40B4-BE49-F238E27FC236}">
                  <a16:creationId xmlns:a16="http://schemas.microsoft.com/office/drawing/2014/main" id="{D3C07288-9E2C-41A0-9BD8-FC6941580CF1}"/>
                </a:ext>
              </a:extLst>
            </p:cNvPr>
            <p:cNvSpPr txBox="1"/>
            <p:nvPr/>
          </p:nvSpPr>
          <p:spPr>
            <a:xfrm>
              <a:off x="678858" y="3123177"/>
              <a:ext cx="2160000" cy="2982347"/>
            </a:xfrm>
            <a:prstGeom prst="rect">
              <a:avLst/>
            </a:prstGeom>
            <a:noFill/>
          </p:spPr>
          <p:txBody>
            <a:bodyPr wrap="square" lIns="0" rtlCol="0">
              <a:no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年诞生于延安，是中国共产党创办的第一所理工科大学，是新中国成立以来国家历批次重点建设的高校。</a:t>
              </a:r>
            </a:p>
          </p:txBody>
        </p:sp>
      </p:grpSp>
      <p:grpSp>
        <p:nvGrpSpPr>
          <p:cNvPr id="15" name="组合 14">
            <a:extLst>
              <a:ext uri="{FF2B5EF4-FFF2-40B4-BE49-F238E27FC236}">
                <a16:creationId xmlns:a16="http://schemas.microsoft.com/office/drawing/2014/main" id="{3AE1C27E-AAD5-4AEE-8661-FB2A1F7F7CEF}"/>
              </a:ext>
            </a:extLst>
          </p:cNvPr>
          <p:cNvGrpSpPr/>
          <p:nvPr/>
        </p:nvGrpSpPr>
        <p:grpSpPr>
          <a:xfrm>
            <a:off x="5025519" y="1607291"/>
            <a:ext cx="2160001" cy="3917208"/>
            <a:chOff x="5063619" y="2188316"/>
            <a:chExt cx="2160001" cy="3917208"/>
          </a:xfrm>
        </p:grpSpPr>
        <p:sp>
          <p:nvSpPr>
            <p:cNvPr id="16" name="矩形 15">
              <a:extLst>
                <a:ext uri="{FF2B5EF4-FFF2-40B4-BE49-F238E27FC236}">
                  <a16:creationId xmlns:a16="http://schemas.microsoft.com/office/drawing/2014/main" id="{678EE4BB-86C1-4632-85D4-AFD8DA732254}"/>
                </a:ext>
              </a:extLst>
            </p:cNvPr>
            <p:cNvSpPr/>
            <p:nvPr/>
          </p:nvSpPr>
          <p:spPr>
            <a:xfrm>
              <a:off x="5063619" y="2819802"/>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20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7" name="文本框 16">
              <a:extLst>
                <a:ext uri="{FF2B5EF4-FFF2-40B4-BE49-F238E27FC236}">
                  <a16:creationId xmlns:a16="http://schemas.microsoft.com/office/drawing/2014/main" id="{7E57FC14-8070-4F3F-87EA-DA88182E25E6}"/>
                </a:ext>
              </a:extLst>
            </p:cNvPr>
            <p:cNvSpPr txBox="1"/>
            <p:nvPr/>
          </p:nvSpPr>
          <p:spPr>
            <a:xfrm>
              <a:off x="5063619" y="2188316"/>
              <a:ext cx="2015936" cy="461665"/>
            </a:xfrm>
            <a:prstGeom prst="rect">
              <a:avLst/>
            </a:prstGeom>
            <a:noFill/>
          </p:spPr>
          <p:txBody>
            <a:bodyPr wrap="none" l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18" name="文本框 17">
              <a:extLst>
                <a:ext uri="{FF2B5EF4-FFF2-40B4-BE49-F238E27FC236}">
                  <a16:creationId xmlns:a16="http://schemas.microsoft.com/office/drawing/2014/main" id="{9813BEEA-754F-47C9-8A5D-B53A56379029}"/>
                </a:ext>
              </a:extLst>
            </p:cNvPr>
            <p:cNvSpPr txBox="1"/>
            <p:nvPr/>
          </p:nvSpPr>
          <p:spPr>
            <a:xfrm>
              <a:off x="5063620" y="3123178"/>
              <a:ext cx="2160000" cy="2982346"/>
            </a:xfrm>
            <a:prstGeom prst="rect">
              <a:avLst/>
            </a:prstGeom>
            <a:noFill/>
          </p:spPr>
          <p:txBody>
            <a:bodyPr wrap="square" lIns="0" rtlCol="0">
              <a:no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年诞生于延安，是中国共产党创办的第一所理工科大学，是新中国成立以来国家历批次重点建设的高校。</a:t>
              </a:r>
            </a:p>
          </p:txBody>
        </p:sp>
      </p:grpSp>
      <p:grpSp>
        <p:nvGrpSpPr>
          <p:cNvPr id="19" name="组合 18">
            <a:extLst>
              <a:ext uri="{FF2B5EF4-FFF2-40B4-BE49-F238E27FC236}">
                <a16:creationId xmlns:a16="http://schemas.microsoft.com/office/drawing/2014/main" id="{03F5CACD-F12D-428A-A85B-BA5C6607B6E8}"/>
              </a:ext>
            </a:extLst>
          </p:cNvPr>
          <p:cNvGrpSpPr/>
          <p:nvPr/>
        </p:nvGrpSpPr>
        <p:grpSpPr>
          <a:xfrm>
            <a:off x="9410280" y="1607291"/>
            <a:ext cx="2160001" cy="3917208"/>
            <a:chOff x="9448380" y="2188316"/>
            <a:chExt cx="2160001" cy="3917208"/>
          </a:xfrm>
        </p:grpSpPr>
        <p:sp>
          <p:nvSpPr>
            <p:cNvPr id="20" name="矩形 19">
              <a:extLst>
                <a:ext uri="{FF2B5EF4-FFF2-40B4-BE49-F238E27FC236}">
                  <a16:creationId xmlns:a16="http://schemas.microsoft.com/office/drawing/2014/main" id="{51C959A8-76C0-4A27-9E4F-5CFAEA1EFF4D}"/>
                </a:ext>
              </a:extLst>
            </p:cNvPr>
            <p:cNvSpPr/>
            <p:nvPr/>
          </p:nvSpPr>
          <p:spPr>
            <a:xfrm>
              <a:off x="9448380" y="2819802"/>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20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1" name="文本框 20">
              <a:extLst>
                <a:ext uri="{FF2B5EF4-FFF2-40B4-BE49-F238E27FC236}">
                  <a16:creationId xmlns:a16="http://schemas.microsoft.com/office/drawing/2014/main" id="{B9932CB4-01A3-450C-AFF8-986CBEAA454C}"/>
                </a:ext>
              </a:extLst>
            </p:cNvPr>
            <p:cNvSpPr txBox="1"/>
            <p:nvPr/>
          </p:nvSpPr>
          <p:spPr>
            <a:xfrm>
              <a:off x="9448380" y="2188316"/>
              <a:ext cx="2015936" cy="461665"/>
            </a:xfrm>
            <a:prstGeom prst="rect">
              <a:avLst/>
            </a:prstGeom>
            <a:noFill/>
          </p:spPr>
          <p:txBody>
            <a:bodyPr wrap="none" lIns="0"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22" name="文本框 21">
              <a:extLst>
                <a:ext uri="{FF2B5EF4-FFF2-40B4-BE49-F238E27FC236}">
                  <a16:creationId xmlns:a16="http://schemas.microsoft.com/office/drawing/2014/main" id="{49CC292C-EC56-4CA9-B3DF-337A59B88AC3}"/>
                </a:ext>
              </a:extLst>
            </p:cNvPr>
            <p:cNvSpPr txBox="1"/>
            <p:nvPr/>
          </p:nvSpPr>
          <p:spPr>
            <a:xfrm>
              <a:off x="9448381" y="3123178"/>
              <a:ext cx="2160000" cy="2982346"/>
            </a:xfrm>
            <a:prstGeom prst="rect">
              <a:avLst/>
            </a:prstGeom>
            <a:noFill/>
          </p:spPr>
          <p:txBody>
            <a:bodyPr wrap="square" lIns="0" rtlCol="0">
              <a:no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8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年诞生于延安，是中国共产党创办的第一所理工科大学，是新中国成立以来国家历批次重点建设的高校。</a:t>
              </a:r>
            </a:p>
          </p:txBody>
        </p:sp>
      </p:grpSp>
      <p:sp>
        <p:nvSpPr>
          <p:cNvPr id="23" name="right-arrow_339913">
            <a:extLst>
              <a:ext uri="{FF2B5EF4-FFF2-40B4-BE49-F238E27FC236}">
                <a16:creationId xmlns:a16="http://schemas.microsoft.com/office/drawing/2014/main" id="{358D34DA-96BD-462C-A5D9-F385FCFCCD26}"/>
              </a:ext>
            </a:extLst>
          </p:cNvPr>
          <p:cNvSpPr>
            <a:spLocks noChangeAspect="1"/>
          </p:cNvSpPr>
          <p:nvPr/>
        </p:nvSpPr>
        <p:spPr bwMode="auto">
          <a:xfrm>
            <a:off x="3520065" y="2950119"/>
            <a:ext cx="609685" cy="608513"/>
          </a:xfrm>
          <a:custGeom>
            <a:avLst/>
            <a:gdLst>
              <a:gd name="connsiteX0" fmla="*/ 312860 w 607729"/>
              <a:gd name="connsiteY0" fmla="*/ 3534 h 606561"/>
              <a:gd name="connsiteX1" fmla="*/ 603991 w 607729"/>
              <a:gd name="connsiteY1" fmla="*/ 294222 h 606561"/>
              <a:gd name="connsiteX2" fmla="*/ 603991 w 607729"/>
              <a:gd name="connsiteY2" fmla="*/ 312084 h 606561"/>
              <a:gd name="connsiteX3" fmla="*/ 312860 w 607729"/>
              <a:gd name="connsiteY3" fmla="*/ 602772 h 606561"/>
              <a:gd name="connsiteX4" fmla="*/ 312593 w 607729"/>
              <a:gd name="connsiteY4" fmla="*/ 602949 h 606561"/>
              <a:gd name="connsiteX5" fmla="*/ 294792 w 607729"/>
              <a:gd name="connsiteY5" fmla="*/ 602772 h 606561"/>
              <a:gd name="connsiteX6" fmla="*/ 295059 w 607729"/>
              <a:gd name="connsiteY6" fmla="*/ 584909 h 606561"/>
              <a:gd name="connsiteX7" fmla="*/ 577201 w 607729"/>
              <a:gd name="connsiteY7" fmla="*/ 303108 h 606561"/>
              <a:gd name="connsiteX8" fmla="*/ 295059 w 607729"/>
              <a:gd name="connsiteY8" fmla="*/ 21308 h 606561"/>
              <a:gd name="connsiteX9" fmla="*/ 295059 w 607729"/>
              <a:gd name="connsiteY9" fmla="*/ 3800 h 606561"/>
              <a:gd name="connsiteX10" fmla="*/ 312860 w 607729"/>
              <a:gd name="connsiteY10" fmla="*/ 3534 h 606561"/>
              <a:gd name="connsiteX11" fmla="*/ 21707 w 607729"/>
              <a:gd name="connsiteY11" fmla="*/ 3534 h 606561"/>
              <a:gd name="connsiteX12" fmla="*/ 312838 w 607729"/>
              <a:gd name="connsiteY12" fmla="*/ 294222 h 606561"/>
              <a:gd name="connsiteX13" fmla="*/ 312838 w 607729"/>
              <a:gd name="connsiteY13" fmla="*/ 312084 h 606561"/>
              <a:gd name="connsiteX14" fmla="*/ 21707 w 607729"/>
              <a:gd name="connsiteY14" fmla="*/ 602772 h 606561"/>
              <a:gd name="connsiteX15" fmla="*/ 21440 w 607729"/>
              <a:gd name="connsiteY15" fmla="*/ 602949 h 606561"/>
              <a:gd name="connsiteX16" fmla="*/ 3639 w 607729"/>
              <a:gd name="connsiteY16" fmla="*/ 602772 h 606561"/>
              <a:gd name="connsiteX17" fmla="*/ 3906 w 607729"/>
              <a:gd name="connsiteY17" fmla="*/ 584909 h 606561"/>
              <a:gd name="connsiteX18" fmla="*/ 286047 w 607729"/>
              <a:gd name="connsiteY18" fmla="*/ 303197 h 606561"/>
              <a:gd name="connsiteX19" fmla="*/ 3906 w 607729"/>
              <a:gd name="connsiteY19" fmla="*/ 21485 h 606561"/>
              <a:gd name="connsiteX20" fmla="*/ 3906 w 607729"/>
              <a:gd name="connsiteY20" fmla="*/ 3889 h 606561"/>
              <a:gd name="connsiteX21" fmla="*/ 21707 w 607729"/>
              <a:gd name="connsiteY21" fmla="*/ 3534 h 60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07729" h="606561">
                <a:moveTo>
                  <a:pt x="312860" y="3534"/>
                </a:moveTo>
                <a:lnTo>
                  <a:pt x="603991" y="294222"/>
                </a:lnTo>
                <a:cubicBezTo>
                  <a:pt x="608975" y="299109"/>
                  <a:pt x="608975" y="307107"/>
                  <a:pt x="603991" y="312084"/>
                </a:cubicBezTo>
                <a:lnTo>
                  <a:pt x="312860" y="602772"/>
                </a:lnTo>
                <a:lnTo>
                  <a:pt x="312593" y="602949"/>
                </a:lnTo>
                <a:cubicBezTo>
                  <a:pt x="307698" y="607926"/>
                  <a:pt x="299688" y="607659"/>
                  <a:pt x="294792" y="602772"/>
                </a:cubicBezTo>
                <a:cubicBezTo>
                  <a:pt x="289808" y="597795"/>
                  <a:pt x="289986" y="589708"/>
                  <a:pt x="295059" y="584909"/>
                </a:cubicBezTo>
                <a:lnTo>
                  <a:pt x="577201" y="303108"/>
                </a:lnTo>
                <a:lnTo>
                  <a:pt x="295059" y="21308"/>
                </a:lnTo>
                <a:cubicBezTo>
                  <a:pt x="290342" y="16420"/>
                  <a:pt x="290342" y="8688"/>
                  <a:pt x="295059" y="3800"/>
                </a:cubicBezTo>
                <a:cubicBezTo>
                  <a:pt x="299866" y="-1176"/>
                  <a:pt x="307787" y="-1265"/>
                  <a:pt x="312860" y="3534"/>
                </a:cubicBezTo>
                <a:close/>
                <a:moveTo>
                  <a:pt x="21707" y="3534"/>
                </a:moveTo>
                <a:lnTo>
                  <a:pt x="312838" y="294222"/>
                </a:lnTo>
                <a:cubicBezTo>
                  <a:pt x="317822" y="299109"/>
                  <a:pt x="317822" y="307107"/>
                  <a:pt x="312838" y="312084"/>
                </a:cubicBezTo>
                <a:lnTo>
                  <a:pt x="21707" y="602772"/>
                </a:lnTo>
                <a:lnTo>
                  <a:pt x="21440" y="602949"/>
                </a:lnTo>
                <a:cubicBezTo>
                  <a:pt x="16544" y="607926"/>
                  <a:pt x="8534" y="607659"/>
                  <a:pt x="3639" y="602772"/>
                </a:cubicBezTo>
                <a:cubicBezTo>
                  <a:pt x="-1345" y="597795"/>
                  <a:pt x="-1167" y="589708"/>
                  <a:pt x="3906" y="584909"/>
                </a:cubicBezTo>
                <a:lnTo>
                  <a:pt x="286047" y="303197"/>
                </a:lnTo>
                <a:lnTo>
                  <a:pt x="3906" y="21485"/>
                </a:lnTo>
                <a:cubicBezTo>
                  <a:pt x="-811" y="16509"/>
                  <a:pt x="-811" y="8866"/>
                  <a:pt x="3906" y="3889"/>
                </a:cubicBezTo>
                <a:cubicBezTo>
                  <a:pt x="8712" y="-1176"/>
                  <a:pt x="16811" y="-1265"/>
                  <a:pt x="21707" y="3534"/>
                </a:cubicBezTo>
                <a:close/>
              </a:path>
            </a:pathLst>
          </a:custGeom>
          <a:solidFill>
            <a:schemeClr val="accent4"/>
          </a:solidFill>
          <a:ln>
            <a:noFill/>
          </a:ln>
        </p:spPr>
      </p:sp>
      <p:sp>
        <p:nvSpPr>
          <p:cNvPr id="24" name="right-arrow_339913">
            <a:extLst>
              <a:ext uri="{FF2B5EF4-FFF2-40B4-BE49-F238E27FC236}">
                <a16:creationId xmlns:a16="http://schemas.microsoft.com/office/drawing/2014/main" id="{8E16FC23-C0A0-4D47-B980-B3CBABCC9486}"/>
              </a:ext>
            </a:extLst>
          </p:cNvPr>
          <p:cNvSpPr>
            <a:spLocks noChangeAspect="1"/>
          </p:cNvSpPr>
          <p:nvPr/>
        </p:nvSpPr>
        <p:spPr bwMode="auto">
          <a:xfrm>
            <a:off x="7993058" y="2950119"/>
            <a:ext cx="609685" cy="608513"/>
          </a:xfrm>
          <a:custGeom>
            <a:avLst/>
            <a:gdLst>
              <a:gd name="connsiteX0" fmla="*/ 312860 w 607729"/>
              <a:gd name="connsiteY0" fmla="*/ 3534 h 606561"/>
              <a:gd name="connsiteX1" fmla="*/ 603991 w 607729"/>
              <a:gd name="connsiteY1" fmla="*/ 294222 h 606561"/>
              <a:gd name="connsiteX2" fmla="*/ 603991 w 607729"/>
              <a:gd name="connsiteY2" fmla="*/ 312084 h 606561"/>
              <a:gd name="connsiteX3" fmla="*/ 312860 w 607729"/>
              <a:gd name="connsiteY3" fmla="*/ 602772 h 606561"/>
              <a:gd name="connsiteX4" fmla="*/ 312593 w 607729"/>
              <a:gd name="connsiteY4" fmla="*/ 602949 h 606561"/>
              <a:gd name="connsiteX5" fmla="*/ 294792 w 607729"/>
              <a:gd name="connsiteY5" fmla="*/ 602772 h 606561"/>
              <a:gd name="connsiteX6" fmla="*/ 295059 w 607729"/>
              <a:gd name="connsiteY6" fmla="*/ 584909 h 606561"/>
              <a:gd name="connsiteX7" fmla="*/ 577201 w 607729"/>
              <a:gd name="connsiteY7" fmla="*/ 303108 h 606561"/>
              <a:gd name="connsiteX8" fmla="*/ 295059 w 607729"/>
              <a:gd name="connsiteY8" fmla="*/ 21308 h 606561"/>
              <a:gd name="connsiteX9" fmla="*/ 295059 w 607729"/>
              <a:gd name="connsiteY9" fmla="*/ 3800 h 606561"/>
              <a:gd name="connsiteX10" fmla="*/ 312860 w 607729"/>
              <a:gd name="connsiteY10" fmla="*/ 3534 h 606561"/>
              <a:gd name="connsiteX11" fmla="*/ 21707 w 607729"/>
              <a:gd name="connsiteY11" fmla="*/ 3534 h 606561"/>
              <a:gd name="connsiteX12" fmla="*/ 312838 w 607729"/>
              <a:gd name="connsiteY12" fmla="*/ 294222 h 606561"/>
              <a:gd name="connsiteX13" fmla="*/ 312838 w 607729"/>
              <a:gd name="connsiteY13" fmla="*/ 312084 h 606561"/>
              <a:gd name="connsiteX14" fmla="*/ 21707 w 607729"/>
              <a:gd name="connsiteY14" fmla="*/ 602772 h 606561"/>
              <a:gd name="connsiteX15" fmla="*/ 21440 w 607729"/>
              <a:gd name="connsiteY15" fmla="*/ 602949 h 606561"/>
              <a:gd name="connsiteX16" fmla="*/ 3639 w 607729"/>
              <a:gd name="connsiteY16" fmla="*/ 602772 h 606561"/>
              <a:gd name="connsiteX17" fmla="*/ 3906 w 607729"/>
              <a:gd name="connsiteY17" fmla="*/ 584909 h 606561"/>
              <a:gd name="connsiteX18" fmla="*/ 286047 w 607729"/>
              <a:gd name="connsiteY18" fmla="*/ 303197 h 606561"/>
              <a:gd name="connsiteX19" fmla="*/ 3906 w 607729"/>
              <a:gd name="connsiteY19" fmla="*/ 21485 h 606561"/>
              <a:gd name="connsiteX20" fmla="*/ 3906 w 607729"/>
              <a:gd name="connsiteY20" fmla="*/ 3889 h 606561"/>
              <a:gd name="connsiteX21" fmla="*/ 21707 w 607729"/>
              <a:gd name="connsiteY21" fmla="*/ 3534 h 60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07729" h="606561">
                <a:moveTo>
                  <a:pt x="312860" y="3534"/>
                </a:moveTo>
                <a:lnTo>
                  <a:pt x="603991" y="294222"/>
                </a:lnTo>
                <a:cubicBezTo>
                  <a:pt x="608975" y="299109"/>
                  <a:pt x="608975" y="307107"/>
                  <a:pt x="603991" y="312084"/>
                </a:cubicBezTo>
                <a:lnTo>
                  <a:pt x="312860" y="602772"/>
                </a:lnTo>
                <a:lnTo>
                  <a:pt x="312593" y="602949"/>
                </a:lnTo>
                <a:cubicBezTo>
                  <a:pt x="307698" y="607926"/>
                  <a:pt x="299688" y="607659"/>
                  <a:pt x="294792" y="602772"/>
                </a:cubicBezTo>
                <a:cubicBezTo>
                  <a:pt x="289808" y="597795"/>
                  <a:pt x="289986" y="589708"/>
                  <a:pt x="295059" y="584909"/>
                </a:cubicBezTo>
                <a:lnTo>
                  <a:pt x="577201" y="303108"/>
                </a:lnTo>
                <a:lnTo>
                  <a:pt x="295059" y="21308"/>
                </a:lnTo>
                <a:cubicBezTo>
                  <a:pt x="290342" y="16420"/>
                  <a:pt x="290342" y="8688"/>
                  <a:pt x="295059" y="3800"/>
                </a:cubicBezTo>
                <a:cubicBezTo>
                  <a:pt x="299866" y="-1176"/>
                  <a:pt x="307787" y="-1265"/>
                  <a:pt x="312860" y="3534"/>
                </a:cubicBezTo>
                <a:close/>
                <a:moveTo>
                  <a:pt x="21707" y="3534"/>
                </a:moveTo>
                <a:lnTo>
                  <a:pt x="312838" y="294222"/>
                </a:lnTo>
                <a:cubicBezTo>
                  <a:pt x="317822" y="299109"/>
                  <a:pt x="317822" y="307107"/>
                  <a:pt x="312838" y="312084"/>
                </a:cubicBezTo>
                <a:lnTo>
                  <a:pt x="21707" y="602772"/>
                </a:lnTo>
                <a:lnTo>
                  <a:pt x="21440" y="602949"/>
                </a:lnTo>
                <a:cubicBezTo>
                  <a:pt x="16544" y="607926"/>
                  <a:pt x="8534" y="607659"/>
                  <a:pt x="3639" y="602772"/>
                </a:cubicBezTo>
                <a:cubicBezTo>
                  <a:pt x="-1345" y="597795"/>
                  <a:pt x="-1167" y="589708"/>
                  <a:pt x="3906" y="584909"/>
                </a:cubicBezTo>
                <a:lnTo>
                  <a:pt x="286047" y="303197"/>
                </a:lnTo>
                <a:lnTo>
                  <a:pt x="3906" y="21485"/>
                </a:lnTo>
                <a:cubicBezTo>
                  <a:pt x="-811" y="16509"/>
                  <a:pt x="-811" y="8866"/>
                  <a:pt x="3906" y="3889"/>
                </a:cubicBezTo>
                <a:cubicBezTo>
                  <a:pt x="8712" y="-1176"/>
                  <a:pt x="16811" y="-1265"/>
                  <a:pt x="21707" y="3534"/>
                </a:cubicBezTo>
                <a:close/>
              </a:path>
            </a:pathLst>
          </a:custGeom>
          <a:solidFill>
            <a:schemeClr val="accent4"/>
          </a:solidFill>
          <a:ln>
            <a:noFill/>
          </a:ln>
        </p:spPr>
      </p:sp>
    </p:spTree>
    <p:extLst>
      <p:ext uri="{BB962C8B-B14F-4D97-AF65-F5344CB8AC3E}">
        <p14:creationId xmlns:p14="http://schemas.microsoft.com/office/powerpoint/2010/main" val="362067450"/>
      </p:ext>
    </p:extLst>
  </p:cSld>
  <p:clrMapOvr>
    <a:masterClrMapping/>
  </p:clrMapOvr>
  <p:transition spd="med">
    <p:pull/>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四个观点</a:t>
            </a:r>
          </a:p>
        </p:txBody>
      </p:sp>
      <p:sp>
        <p:nvSpPr>
          <p:cNvPr id="32" name="矩形 31">
            <a:extLst>
              <a:ext uri="{FF2B5EF4-FFF2-40B4-BE49-F238E27FC236}">
                <a16:creationId xmlns:a16="http://schemas.microsoft.com/office/drawing/2014/main" id="{8A020E80-10D1-4402-8327-9B3F62D05115}"/>
              </a:ext>
            </a:extLst>
          </p:cNvPr>
          <p:cNvSpPr/>
          <p:nvPr/>
        </p:nvSpPr>
        <p:spPr>
          <a:xfrm>
            <a:off x="829851" y="1236220"/>
            <a:ext cx="5195669" cy="2232000"/>
          </a:xfrm>
          <a:prstGeom prst="rect">
            <a:avLst/>
          </a:prstGeom>
          <a:noFill/>
          <a:ln w="28575" cap="flat" cmpd="sng" algn="ctr">
            <a:solidFill>
              <a:schemeClr val="accent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3" name="矩形 32">
            <a:extLst>
              <a:ext uri="{FF2B5EF4-FFF2-40B4-BE49-F238E27FC236}">
                <a16:creationId xmlns:a16="http://schemas.microsoft.com/office/drawing/2014/main" id="{98CF06C0-692B-4D4E-BA33-107C2002214D}"/>
              </a:ext>
            </a:extLst>
          </p:cNvPr>
          <p:cNvSpPr/>
          <p:nvPr/>
        </p:nvSpPr>
        <p:spPr>
          <a:xfrm>
            <a:off x="829850" y="3598525"/>
            <a:ext cx="5195670" cy="2232000"/>
          </a:xfrm>
          <a:prstGeom prst="rect">
            <a:avLst/>
          </a:prstGeom>
          <a:noFill/>
          <a:ln w="28575" cap="flat" cmpd="sng" algn="ctr">
            <a:solidFill>
              <a:schemeClr val="accent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4" name="矩形 33">
            <a:extLst>
              <a:ext uri="{FF2B5EF4-FFF2-40B4-BE49-F238E27FC236}">
                <a16:creationId xmlns:a16="http://schemas.microsoft.com/office/drawing/2014/main" id="{8890A8C1-6CA3-4B08-A8DF-65A1B7D624CD}"/>
              </a:ext>
            </a:extLst>
          </p:cNvPr>
          <p:cNvSpPr/>
          <p:nvPr/>
        </p:nvSpPr>
        <p:spPr>
          <a:xfrm>
            <a:off x="6182079" y="1236220"/>
            <a:ext cx="5195669" cy="2232000"/>
          </a:xfrm>
          <a:prstGeom prst="rect">
            <a:avLst/>
          </a:prstGeom>
          <a:noFill/>
          <a:ln w="28575" cap="flat" cmpd="sng" algn="ctr">
            <a:solidFill>
              <a:schemeClr val="accent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5" name="矩形 34">
            <a:extLst>
              <a:ext uri="{FF2B5EF4-FFF2-40B4-BE49-F238E27FC236}">
                <a16:creationId xmlns:a16="http://schemas.microsoft.com/office/drawing/2014/main" id="{2A22D4A5-B20A-42E1-BFFA-A008154A7137}"/>
              </a:ext>
            </a:extLst>
          </p:cNvPr>
          <p:cNvSpPr/>
          <p:nvPr/>
        </p:nvSpPr>
        <p:spPr>
          <a:xfrm>
            <a:off x="6182079" y="3598525"/>
            <a:ext cx="5195668" cy="2232000"/>
          </a:xfrm>
          <a:prstGeom prst="rect">
            <a:avLst/>
          </a:prstGeom>
          <a:noFill/>
          <a:ln w="28575" cap="flat" cmpd="sng" algn="ctr">
            <a:solidFill>
              <a:schemeClr val="accent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6" name="文本框 35">
            <a:extLst>
              <a:ext uri="{FF2B5EF4-FFF2-40B4-BE49-F238E27FC236}">
                <a16:creationId xmlns:a16="http://schemas.microsoft.com/office/drawing/2014/main" id="{7E75133B-9FBA-4F15-8595-44A8ABA6E262}"/>
              </a:ext>
            </a:extLst>
          </p:cNvPr>
          <p:cNvSpPr txBox="1"/>
          <p:nvPr/>
        </p:nvSpPr>
        <p:spPr>
          <a:xfrm>
            <a:off x="1677675" y="1564093"/>
            <a:ext cx="3500020"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rPr>
              <a:t>标题</a:t>
            </a:r>
            <a:r>
              <a:rPr kumimoji="0" lang="en-US" altLang="zh-CN" sz="4000" b="1" i="0" u="none" strike="noStrike" kern="1200" cap="none" spc="300" normalizeH="0" baseline="0" noProof="0" dirty="0">
                <a:ln>
                  <a:noFill/>
                </a:ln>
                <a:solidFill>
                  <a:srgbClr val="A13F0B"/>
                </a:solidFill>
                <a:effectLst/>
                <a:uLnTx/>
                <a:uFillTx/>
                <a:latin typeface="微软雅黑"/>
                <a:ea typeface="微软雅黑"/>
                <a:cs typeface="+mn-cs"/>
              </a:rPr>
              <a:t>1</a:t>
            </a:r>
            <a:endPar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37" name="文本框 36">
            <a:extLst>
              <a:ext uri="{FF2B5EF4-FFF2-40B4-BE49-F238E27FC236}">
                <a16:creationId xmlns:a16="http://schemas.microsoft.com/office/drawing/2014/main" id="{0DADE84C-BF07-43CD-9B22-5D6C876DC566}"/>
              </a:ext>
            </a:extLst>
          </p:cNvPr>
          <p:cNvSpPr txBox="1"/>
          <p:nvPr/>
        </p:nvSpPr>
        <p:spPr>
          <a:xfrm>
            <a:off x="1677675" y="3943450"/>
            <a:ext cx="3499200"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rPr>
              <a:t>标题</a:t>
            </a:r>
            <a:r>
              <a:rPr kumimoji="0" lang="en-US" altLang="zh-CN" sz="4000" b="1" i="0" u="none" strike="noStrike" kern="1200" cap="none" spc="300" normalizeH="0" baseline="0" noProof="0" dirty="0">
                <a:ln>
                  <a:noFill/>
                </a:ln>
                <a:solidFill>
                  <a:srgbClr val="A13F0B"/>
                </a:solidFill>
                <a:effectLst/>
                <a:uLnTx/>
                <a:uFillTx/>
                <a:latin typeface="微软雅黑"/>
                <a:ea typeface="微软雅黑"/>
                <a:cs typeface="+mn-cs"/>
              </a:rPr>
              <a:t>3</a:t>
            </a:r>
            <a:endPar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38" name="文本框 37">
            <a:extLst>
              <a:ext uri="{FF2B5EF4-FFF2-40B4-BE49-F238E27FC236}">
                <a16:creationId xmlns:a16="http://schemas.microsoft.com/office/drawing/2014/main" id="{644C2A1E-7F72-4F95-85BD-F3197E768FF3}"/>
              </a:ext>
            </a:extLst>
          </p:cNvPr>
          <p:cNvSpPr txBox="1"/>
          <p:nvPr/>
        </p:nvSpPr>
        <p:spPr>
          <a:xfrm>
            <a:off x="7030313" y="1564093"/>
            <a:ext cx="3499200"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rPr>
              <a:t>标题</a:t>
            </a:r>
            <a:r>
              <a:rPr kumimoji="0" lang="en-US" altLang="zh-CN" sz="4000" b="1" i="0" u="none" strike="noStrike" kern="1200" cap="none" spc="300" normalizeH="0" baseline="0" noProof="0" dirty="0">
                <a:ln>
                  <a:noFill/>
                </a:ln>
                <a:solidFill>
                  <a:srgbClr val="A13F0B"/>
                </a:solidFill>
                <a:effectLst/>
                <a:uLnTx/>
                <a:uFillTx/>
                <a:latin typeface="微软雅黑"/>
                <a:ea typeface="微软雅黑"/>
                <a:cs typeface="+mn-cs"/>
              </a:rPr>
              <a:t>2</a:t>
            </a:r>
            <a:endPar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39" name="文本框 38">
            <a:extLst>
              <a:ext uri="{FF2B5EF4-FFF2-40B4-BE49-F238E27FC236}">
                <a16:creationId xmlns:a16="http://schemas.microsoft.com/office/drawing/2014/main" id="{9DECFE70-E865-4F0E-91E9-40E496A53FCB}"/>
              </a:ext>
            </a:extLst>
          </p:cNvPr>
          <p:cNvSpPr txBox="1"/>
          <p:nvPr/>
        </p:nvSpPr>
        <p:spPr>
          <a:xfrm>
            <a:off x="7030313" y="3937360"/>
            <a:ext cx="3499200"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rPr>
              <a:t>标题</a:t>
            </a:r>
            <a:r>
              <a:rPr kumimoji="0" lang="en-US" altLang="zh-CN" sz="4000" b="1" i="0" u="none" strike="noStrike" kern="1200" cap="none" spc="300" normalizeH="0" baseline="0" noProof="0" dirty="0">
                <a:ln>
                  <a:noFill/>
                </a:ln>
                <a:solidFill>
                  <a:srgbClr val="A13F0B"/>
                </a:solidFill>
                <a:effectLst/>
                <a:uLnTx/>
                <a:uFillTx/>
                <a:latin typeface="微软雅黑"/>
                <a:ea typeface="微软雅黑"/>
                <a:cs typeface="+mn-cs"/>
              </a:rPr>
              <a:t>4</a:t>
            </a:r>
            <a:endPar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40" name="文本框 39">
            <a:extLst>
              <a:ext uri="{FF2B5EF4-FFF2-40B4-BE49-F238E27FC236}">
                <a16:creationId xmlns:a16="http://schemas.microsoft.com/office/drawing/2014/main" id="{D0786EE7-A4A7-4B54-AE46-757033EAAFBD}"/>
              </a:ext>
            </a:extLst>
          </p:cNvPr>
          <p:cNvSpPr txBox="1"/>
          <p:nvPr/>
        </p:nvSpPr>
        <p:spPr>
          <a:xfrm>
            <a:off x="1199262" y="2409316"/>
            <a:ext cx="4480435" cy="720197"/>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这里可以输入一段话，充分解释这个论点。根据实际情况灵活调整。</a:t>
            </a:r>
          </a:p>
        </p:txBody>
      </p:sp>
      <p:sp>
        <p:nvSpPr>
          <p:cNvPr id="41" name="文本框 40">
            <a:extLst>
              <a:ext uri="{FF2B5EF4-FFF2-40B4-BE49-F238E27FC236}">
                <a16:creationId xmlns:a16="http://schemas.microsoft.com/office/drawing/2014/main" id="{1B704EE7-F10F-4DCE-A2A3-495FD7626CD8}"/>
              </a:ext>
            </a:extLst>
          </p:cNvPr>
          <p:cNvSpPr txBox="1"/>
          <p:nvPr/>
        </p:nvSpPr>
        <p:spPr>
          <a:xfrm>
            <a:off x="1199263" y="4775972"/>
            <a:ext cx="4480435"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这里可以输入一段话，充分解释这个论点。根据实际情况灵活调整。</a:t>
            </a:r>
          </a:p>
        </p:txBody>
      </p:sp>
      <p:sp>
        <p:nvSpPr>
          <p:cNvPr id="42" name="文本框 41">
            <a:extLst>
              <a:ext uri="{FF2B5EF4-FFF2-40B4-BE49-F238E27FC236}">
                <a16:creationId xmlns:a16="http://schemas.microsoft.com/office/drawing/2014/main" id="{D0786EE7-A4A7-4B54-AE46-757033EAAFBD}"/>
              </a:ext>
            </a:extLst>
          </p:cNvPr>
          <p:cNvSpPr txBox="1"/>
          <p:nvPr/>
        </p:nvSpPr>
        <p:spPr>
          <a:xfrm>
            <a:off x="6527521" y="2409316"/>
            <a:ext cx="4480435" cy="720197"/>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这里可以输入一段话，充分解释这个论点。根据实际情况灵活调整。</a:t>
            </a:r>
          </a:p>
        </p:txBody>
      </p:sp>
      <p:sp>
        <p:nvSpPr>
          <p:cNvPr id="43" name="文本框 42">
            <a:extLst>
              <a:ext uri="{FF2B5EF4-FFF2-40B4-BE49-F238E27FC236}">
                <a16:creationId xmlns:a16="http://schemas.microsoft.com/office/drawing/2014/main" id="{1B704EE7-F10F-4DCE-A2A3-495FD7626CD8}"/>
              </a:ext>
            </a:extLst>
          </p:cNvPr>
          <p:cNvSpPr txBox="1"/>
          <p:nvPr/>
        </p:nvSpPr>
        <p:spPr>
          <a:xfrm>
            <a:off x="6527522" y="4775972"/>
            <a:ext cx="4480435"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这里可以输入一段话，充分解释这个论点。根据实际情况灵活调整。</a:t>
            </a:r>
          </a:p>
        </p:txBody>
      </p:sp>
      <p:grpSp>
        <p:nvGrpSpPr>
          <p:cNvPr id="44" name="组合 43">
            <a:extLst>
              <a:ext uri="{FF2B5EF4-FFF2-40B4-BE49-F238E27FC236}">
                <a16:creationId xmlns:a16="http://schemas.microsoft.com/office/drawing/2014/main" id="{123E64B8-AD86-490F-8C36-FD3C37D8B598}"/>
              </a:ext>
            </a:extLst>
          </p:cNvPr>
          <p:cNvGrpSpPr/>
          <p:nvPr/>
        </p:nvGrpSpPr>
        <p:grpSpPr>
          <a:xfrm>
            <a:off x="10818521" y="3722761"/>
            <a:ext cx="468000" cy="468000"/>
            <a:chOff x="568325" y="5118109"/>
            <a:chExt cx="479425" cy="479426"/>
          </a:xfrm>
          <a:solidFill>
            <a:schemeClr val="accent4"/>
          </a:solidFill>
        </p:grpSpPr>
        <p:sp>
          <p:nvSpPr>
            <p:cNvPr id="53" name="Freeform 48">
              <a:extLst>
                <a:ext uri="{FF2B5EF4-FFF2-40B4-BE49-F238E27FC236}">
                  <a16:creationId xmlns:a16="http://schemas.microsoft.com/office/drawing/2014/main" id="{D3FD5FB4-EC44-4696-9222-D63F6566F3D4}"/>
                </a:ext>
              </a:extLst>
            </p:cNvPr>
            <p:cNvSpPr>
              <a:spLocks noEditPoints="1"/>
            </p:cNvSpPr>
            <p:nvPr/>
          </p:nvSpPr>
          <p:spPr bwMode="auto">
            <a:xfrm>
              <a:off x="568325" y="5118109"/>
              <a:ext cx="479425" cy="479426"/>
            </a:xfrm>
            <a:custGeom>
              <a:avLst/>
              <a:gdLst>
                <a:gd name="T0" fmla="*/ 116 w 128"/>
                <a:gd name="T1" fmla="*/ 77 h 128"/>
                <a:gd name="T2" fmla="*/ 128 w 128"/>
                <a:gd name="T3" fmla="*/ 50 h 128"/>
                <a:gd name="T4" fmla="*/ 116 w 128"/>
                <a:gd name="T5" fmla="*/ 49 h 128"/>
                <a:gd name="T6" fmla="*/ 111 w 128"/>
                <a:gd name="T7" fmla="*/ 36 h 128"/>
                <a:gd name="T8" fmla="*/ 100 w 128"/>
                <a:gd name="T9" fmla="*/ 9 h 128"/>
                <a:gd name="T10" fmla="*/ 91 w 128"/>
                <a:gd name="T11" fmla="*/ 16 h 128"/>
                <a:gd name="T12" fmla="*/ 77 w 128"/>
                <a:gd name="T13" fmla="*/ 11 h 128"/>
                <a:gd name="T14" fmla="*/ 51 w 128"/>
                <a:gd name="T15" fmla="*/ 0 h 128"/>
                <a:gd name="T16" fmla="*/ 50 w 128"/>
                <a:gd name="T17" fmla="*/ 11 h 128"/>
                <a:gd name="T18" fmla="*/ 36 w 128"/>
                <a:gd name="T19" fmla="*/ 17 h 128"/>
                <a:gd name="T20" fmla="*/ 9 w 128"/>
                <a:gd name="T21" fmla="*/ 28 h 128"/>
                <a:gd name="T22" fmla="*/ 17 w 128"/>
                <a:gd name="T23" fmla="*/ 37 h 128"/>
                <a:gd name="T24" fmla="*/ 11 w 128"/>
                <a:gd name="T25" fmla="*/ 50 h 128"/>
                <a:gd name="T26" fmla="*/ 0 w 128"/>
                <a:gd name="T27" fmla="*/ 77 h 128"/>
                <a:gd name="T28" fmla="*/ 12 w 128"/>
                <a:gd name="T29" fmla="*/ 78 h 128"/>
                <a:gd name="T30" fmla="*/ 17 w 128"/>
                <a:gd name="T31" fmla="*/ 91 h 128"/>
                <a:gd name="T32" fmla="*/ 28 w 128"/>
                <a:gd name="T33" fmla="*/ 118 h 128"/>
                <a:gd name="T34" fmla="*/ 37 w 128"/>
                <a:gd name="T35" fmla="*/ 111 h 128"/>
                <a:gd name="T36" fmla="*/ 51 w 128"/>
                <a:gd name="T37" fmla="*/ 116 h 128"/>
                <a:gd name="T38" fmla="*/ 77 w 128"/>
                <a:gd name="T39" fmla="*/ 128 h 128"/>
                <a:gd name="T40" fmla="*/ 78 w 128"/>
                <a:gd name="T41" fmla="*/ 116 h 128"/>
                <a:gd name="T42" fmla="*/ 92 w 128"/>
                <a:gd name="T43" fmla="*/ 110 h 128"/>
                <a:gd name="T44" fmla="*/ 119 w 128"/>
                <a:gd name="T45" fmla="*/ 99 h 128"/>
                <a:gd name="T46" fmla="*/ 111 w 128"/>
                <a:gd name="T47" fmla="*/ 90 h 128"/>
                <a:gd name="T48" fmla="*/ 112 w 128"/>
                <a:gd name="T49" fmla="*/ 99 h 128"/>
                <a:gd name="T50" fmla="*/ 92 w 128"/>
                <a:gd name="T51" fmla="*/ 105 h 128"/>
                <a:gd name="T52" fmla="*/ 77 w 128"/>
                <a:gd name="T53" fmla="*/ 111 h 128"/>
                <a:gd name="T54" fmla="*/ 73 w 128"/>
                <a:gd name="T55" fmla="*/ 123 h 128"/>
                <a:gd name="T56" fmla="*/ 55 w 128"/>
                <a:gd name="T57" fmla="*/ 113 h 128"/>
                <a:gd name="T58" fmla="*/ 40 w 128"/>
                <a:gd name="T59" fmla="*/ 107 h 128"/>
                <a:gd name="T60" fmla="*/ 28 w 128"/>
                <a:gd name="T61" fmla="*/ 112 h 128"/>
                <a:gd name="T62" fmla="*/ 23 w 128"/>
                <a:gd name="T63" fmla="*/ 92 h 128"/>
                <a:gd name="T64" fmla="*/ 16 w 128"/>
                <a:gd name="T65" fmla="*/ 77 h 128"/>
                <a:gd name="T66" fmla="*/ 5 w 128"/>
                <a:gd name="T67" fmla="*/ 72 h 128"/>
                <a:gd name="T68" fmla="*/ 15 w 128"/>
                <a:gd name="T69" fmla="*/ 55 h 128"/>
                <a:gd name="T70" fmla="*/ 21 w 128"/>
                <a:gd name="T71" fmla="*/ 39 h 128"/>
                <a:gd name="T72" fmla="*/ 16 w 128"/>
                <a:gd name="T73" fmla="*/ 28 h 128"/>
                <a:gd name="T74" fmla="*/ 36 w 128"/>
                <a:gd name="T75" fmla="*/ 23 h 128"/>
                <a:gd name="T76" fmla="*/ 51 w 128"/>
                <a:gd name="T77" fmla="*/ 16 h 128"/>
                <a:gd name="T78" fmla="*/ 55 w 128"/>
                <a:gd name="T79" fmla="*/ 4 h 128"/>
                <a:gd name="T80" fmla="*/ 73 w 128"/>
                <a:gd name="T81" fmla="*/ 15 h 128"/>
                <a:gd name="T82" fmla="*/ 88 w 128"/>
                <a:gd name="T83" fmla="*/ 20 h 128"/>
                <a:gd name="T84" fmla="*/ 100 w 128"/>
                <a:gd name="T85" fmla="*/ 15 h 128"/>
                <a:gd name="T86" fmla="*/ 105 w 128"/>
                <a:gd name="T87" fmla="*/ 35 h 128"/>
                <a:gd name="T88" fmla="*/ 112 w 128"/>
                <a:gd name="T89" fmla="*/ 50 h 128"/>
                <a:gd name="T90" fmla="*/ 123 w 128"/>
                <a:gd name="T91" fmla="*/ 55 h 128"/>
                <a:gd name="T92" fmla="*/ 113 w 128"/>
                <a:gd name="T93" fmla="*/ 72 h 128"/>
                <a:gd name="T94" fmla="*/ 107 w 128"/>
                <a:gd name="T95" fmla="*/ 88 h 128"/>
                <a:gd name="T96" fmla="*/ 112 w 128"/>
                <a:gd name="T97" fmla="*/ 99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8" h="128">
                  <a:moveTo>
                    <a:pt x="116" y="78"/>
                  </a:moveTo>
                  <a:cubicBezTo>
                    <a:pt x="116" y="77"/>
                    <a:pt x="116" y="77"/>
                    <a:pt x="116" y="77"/>
                  </a:cubicBezTo>
                  <a:cubicBezTo>
                    <a:pt x="128" y="77"/>
                    <a:pt x="128" y="77"/>
                    <a:pt x="128" y="77"/>
                  </a:cubicBezTo>
                  <a:cubicBezTo>
                    <a:pt x="128" y="50"/>
                    <a:pt x="128" y="50"/>
                    <a:pt x="128" y="50"/>
                  </a:cubicBezTo>
                  <a:cubicBezTo>
                    <a:pt x="116" y="50"/>
                    <a:pt x="116" y="50"/>
                    <a:pt x="116" y="50"/>
                  </a:cubicBezTo>
                  <a:cubicBezTo>
                    <a:pt x="116" y="49"/>
                    <a:pt x="116" y="49"/>
                    <a:pt x="116" y="49"/>
                  </a:cubicBezTo>
                  <a:cubicBezTo>
                    <a:pt x="115" y="45"/>
                    <a:pt x="113" y="41"/>
                    <a:pt x="111" y="37"/>
                  </a:cubicBezTo>
                  <a:cubicBezTo>
                    <a:pt x="111" y="36"/>
                    <a:pt x="111" y="36"/>
                    <a:pt x="111" y="36"/>
                  </a:cubicBezTo>
                  <a:cubicBezTo>
                    <a:pt x="119" y="28"/>
                    <a:pt x="119" y="28"/>
                    <a:pt x="119" y="28"/>
                  </a:cubicBezTo>
                  <a:cubicBezTo>
                    <a:pt x="100" y="9"/>
                    <a:pt x="100" y="9"/>
                    <a:pt x="100" y="9"/>
                  </a:cubicBezTo>
                  <a:cubicBezTo>
                    <a:pt x="92" y="17"/>
                    <a:pt x="92" y="17"/>
                    <a:pt x="92" y="17"/>
                  </a:cubicBezTo>
                  <a:cubicBezTo>
                    <a:pt x="91" y="16"/>
                    <a:pt x="91" y="16"/>
                    <a:pt x="91" y="16"/>
                  </a:cubicBezTo>
                  <a:cubicBezTo>
                    <a:pt x="87" y="14"/>
                    <a:pt x="83" y="13"/>
                    <a:pt x="78" y="11"/>
                  </a:cubicBezTo>
                  <a:cubicBezTo>
                    <a:pt x="77" y="11"/>
                    <a:pt x="77" y="11"/>
                    <a:pt x="77" y="11"/>
                  </a:cubicBezTo>
                  <a:cubicBezTo>
                    <a:pt x="77" y="0"/>
                    <a:pt x="77" y="0"/>
                    <a:pt x="77" y="0"/>
                  </a:cubicBezTo>
                  <a:cubicBezTo>
                    <a:pt x="51" y="0"/>
                    <a:pt x="51" y="0"/>
                    <a:pt x="51" y="0"/>
                  </a:cubicBezTo>
                  <a:cubicBezTo>
                    <a:pt x="51" y="11"/>
                    <a:pt x="51" y="11"/>
                    <a:pt x="51" y="11"/>
                  </a:cubicBezTo>
                  <a:cubicBezTo>
                    <a:pt x="50" y="11"/>
                    <a:pt x="50" y="11"/>
                    <a:pt x="50" y="11"/>
                  </a:cubicBezTo>
                  <a:cubicBezTo>
                    <a:pt x="45" y="13"/>
                    <a:pt x="41" y="14"/>
                    <a:pt x="37" y="16"/>
                  </a:cubicBezTo>
                  <a:cubicBezTo>
                    <a:pt x="36" y="17"/>
                    <a:pt x="36" y="17"/>
                    <a:pt x="36" y="17"/>
                  </a:cubicBezTo>
                  <a:cubicBezTo>
                    <a:pt x="28" y="9"/>
                    <a:pt x="28" y="9"/>
                    <a:pt x="28" y="9"/>
                  </a:cubicBezTo>
                  <a:cubicBezTo>
                    <a:pt x="9" y="28"/>
                    <a:pt x="9" y="28"/>
                    <a:pt x="9" y="28"/>
                  </a:cubicBezTo>
                  <a:cubicBezTo>
                    <a:pt x="17" y="36"/>
                    <a:pt x="17" y="36"/>
                    <a:pt x="17" y="36"/>
                  </a:cubicBezTo>
                  <a:cubicBezTo>
                    <a:pt x="17" y="37"/>
                    <a:pt x="17" y="37"/>
                    <a:pt x="17" y="37"/>
                  </a:cubicBezTo>
                  <a:cubicBezTo>
                    <a:pt x="15" y="41"/>
                    <a:pt x="13" y="45"/>
                    <a:pt x="12" y="49"/>
                  </a:cubicBezTo>
                  <a:cubicBezTo>
                    <a:pt x="11" y="50"/>
                    <a:pt x="11" y="50"/>
                    <a:pt x="11" y="50"/>
                  </a:cubicBezTo>
                  <a:cubicBezTo>
                    <a:pt x="0" y="50"/>
                    <a:pt x="0" y="50"/>
                    <a:pt x="0" y="50"/>
                  </a:cubicBezTo>
                  <a:cubicBezTo>
                    <a:pt x="0" y="77"/>
                    <a:pt x="0" y="77"/>
                    <a:pt x="0" y="77"/>
                  </a:cubicBezTo>
                  <a:cubicBezTo>
                    <a:pt x="11" y="77"/>
                    <a:pt x="11" y="77"/>
                    <a:pt x="11" y="77"/>
                  </a:cubicBezTo>
                  <a:cubicBezTo>
                    <a:pt x="12" y="78"/>
                    <a:pt x="12" y="78"/>
                    <a:pt x="12" y="78"/>
                  </a:cubicBezTo>
                  <a:cubicBezTo>
                    <a:pt x="13" y="82"/>
                    <a:pt x="15" y="86"/>
                    <a:pt x="17" y="90"/>
                  </a:cubicBezTo>
                  <a:cubicBezTo>
                    <a:pt x="17" y="91"/>
                    <a:pt x="17" y="91"/>
                    <a:pt x="17" y="91"/>
                  </a:cubicBezTo>
                  <a:cubicBezTo>
                    <a:pt x="9" y="99"/>
                    <a:pt x="9" y="99"/>
                    <a:pt x="9" y="99"/>
                  </a:cubicBezTo>
                  <a:cubicBezTo>
                    <a:pt x="28" y="118"/>
                    <a:pt x="28" y="118"/>
                    <a:pt x="28" y="118"/>
                  </a:cubicBezTo>
                  <a:cubicBezTo>
                    <a:pt x="36" y="110"/>
                    <a:pt x="36" y="110"/>
                    <a:pt x="36" y="110"/>
                  </a:cubicBezTo>
                  <a:cubicBezTo>
                    <a:pt x="37" y="111"/>
                    <a:pt x="37" y="111"/>
                    <a:pt x="37" y="111"/>
                  </a:cubicBezTo>
                  <a:cubicBezTo>
                    <a:pt x="41" y="113"/>
                    <a:pt x="45" y="115"/>
                    <a:pt x="50" y="116"/>
                  </a:cubicBezTo>
                  <a:cubicBezTo>
                    <a:pt x="51" y="116"/>
                    <a:pt x="51" y="116"/>
                    <a:pt x="51" y="116"/>
                  </a:cubicBezTo>
                  <a:cubicBezTo>
                    <a:pt x="51" y="128"/>
                    <a:pt x="51" y="128"/>
                    <a:pt x="51" y="128"/>
                  </a:cubicBezTo>
                  <a:cubicBezTo>
                    <a:pt x="77" y="128"/>
                    <a:pt x="77" y="128"/>
                    <a:pt x="77" y="128"/>
                  </a:cubicBezTo>
                  <a:cubicBezTo>
                    <a:pt x="77" y="116"/>
                    <a:pt x="77" y="116"/>
                    <a:pt x="77" y="116"/>
                  </a:cubicBezTo>
                  <a:cubicBezTo>
                    <a:pt x="78" y="116"/>
                    <a:pt x="78" y="116"/>
                    <a:pt x="78" y="116"/>
                  </a:cubicBezTo>
                  <a:cubicBezTo>
                    <a:pt x="83" y="115"/>
                    <a:pt x="87" y="113"/>
                    <a:pt x="91" y="111"/>
                  </a:cubicBezTo>
                  <a:cubicBezTo>
                    <a:pt x="92" y="110"/>
                    <a:pt x="92" y="110"/>
                    <a:pt x="92" y="110"/>
                  </a:cubicBezTo>
                  <a:cubicBezTo>
                    <a:pt x="100" y="118"/>
                    <a:pt x="100" y="118"/>
                    <a:pt x="100" y="118"/>
                  </a:cubicBezTo>
                  <a:cubicBezTo>
                    <a:pt x="119" y="99"/>
                    <a:pt x="119" y="99"/>
                    <a:pt x="119" y="99"/>
                  </a:cubicBezTo>
                  <a:cubicBezTo>
                    <a:pt x="111" y="91"/>
                    <a:pt x="111" y="91"/>
                    <a:pt x="111" y="91"/>
                  </a:cubicBezTo>
                  <a:cubicBezTo>
                    <a:pt x="111" y="90"/>
                    <a:pt x="111" y="90"/>
                    <a:pt x="111" y="90"/>
                  </a:cubicBezTo>
                  <a:cubicBezTo>
                    <a:pt x="113" y="86"/>
                    <a:pt x="115" y="82"/>
                    <a:pt x="116" y="78"/>
                  </a:cubicBezTo>
                  <a:close/>
                  <a:moveTo>
                    <a:pt x="112" y="99"/>
                  </a:moveTo>
                  <a:cubicBezTo>
                    <a:pt x="100" y="112"/>
                    <a:pt x="100" y="112"/>
                    <a:pt x="100" y="112"/>
                  </a:cubicBezTo>
                  <a:cubicBezTo>
                    <a:pt x="92" y="105"/>
                    <a:pt x="92" y="105"/>
                    <a:pt x="92" y="105"/>
                  </a:cubicBezTo>
                  <a:cubicBezTo>
                    <a:pt x="88" y="107"/>
                    <a:pt x="88" y="107"/>
                    <a:pt x="88" y="107"/>
                  </a:cubicBezTo>
                  <a:cubicBezTo>
                    <a:pt x="85" y="109"/>
                    <a:pt x="81" y="110"/>
                    <a:pt x="77" y="111"/>
                  </a:cubicBezTo>
                  <a:cubicBezTo>
                    <a:pt x="73" y="113"/>
                    <a:pt x="73" y="113"/>
                    <a:pt x="73" y="113"/>
                  </a:cubicBezTo>
                  <a:cubicBezTo>
                    <a:pt x="73" y="123"/>
                    <a:pt x="73" y="123"/>
                    <a:pt x="73" y="123"/>
                  </a:cubicBezTo>
                  <a:cubicBezTo>
                    <a:pt x="55" y="123"/>
                    <a:pt x="55" y="123"/>
                    <a:pt x="55" y="123"/>
                  </a:cubicBezTo>
                  <a:cubicBezTo>
                    <a:pt x="55" y="113"/>
                    <a:pt x="55" y="113"/>
                    <a:pt x="55" y="113"/>
                  </a:cubicBezTo>
                  <a:cubicBezTo>
                    <a:pt x="51" y="111"/>
                    <a:pt x="51" y="111"/>
                    <a:pt x="51" y="111"/>
                  </a:cubicBezTo>
                  <a:cubicBezTo>
                    <a:pt x="47" y="110"/>
                    <a:pt x="43" y="109"/>
                    <a:pt x="40" y="107"/>
                  </a:cubicBezTo>
                  <a:cubicBezTo>
                    <a:pt x="36" y="105"/>
                    <a:pt x="36" y="105"/>
                    <a:pt x="36" y="105"/>
                  </a:cubicBezTo>
                  <a:cubicBezTo>
                    <a:pt x="28" y="112"/>
                    <a:pt x="28" y="112"/>
                    <a:pt x="28" y="112"/>
                  </a:cubicBezTo>
                  <a:cubicBezTo>
                    <a:pt x="16" y="99"/>
                    <a:pt x="16" y="99"/>
                    <a:pt x="16" y="99"/>
                  </a:cubicBezTo>
                  <a:cubicBezTo>
                    <a:pt x="23" y="92"/>
                    <a:pt x="23" y="92"/>
                    <a:pt x="23" y="92"/>
                  </a:cubicBezTo>
                  <a:cubicBezTo>
                    <a:pt x="21" y="88"/>
                    <a:pt x="21" y="88"/>
                    <a:pt x="21" y="88"/>
                  </a:cubicBezTo>
                  <a:cubicBezTo>
                    <a:pt x="19" y="85"/>
                    <a:pt x="17" y="81"/>
                    <a:pt x="16" y="77"/>
                  </a:cubicBezTo>
                  <a:cubicBezTo>
                    <a:pt x="15" y="72"/>
                    <a:pt x="15" y="72"/>
                    <a:pt x="15" y="72"/>
                  </a:cubicBezTo>
                  <a:cubicBezTo>
                    <a:pt x="5" y="72"/>
                    <a:pt x="5" y="72"/>
                    <a:pt x="5" y="72"/>
                  </a:cubicBezTo>
                  <a:cubicBezTo>
                    <a:pt x="5" y="55"/>
                    <a:pt x="5" y="55"/>
                    <a:pt x="5" y="55"/>
                  </a:cubicBezTo>
                  <a:cubicBezTo>
                    <a:pt x="15" y="55"/>
                    <a:pt x="15" y="55"/>
                    <a:pt x="15" y="55"/>
                  </a:cubicBezTo>
                  <a:cubicBezTo>
                    <a:pt x="16" y="50"/>
                    <a:pt x="16" y="50"/>
                    <a:pt x="16" y="50"/>
                  </a:cubicBezTo>
                  <a:cubicBezTo>
                    <a:pt x="17" y="46"/>
                    <a:pt x="19" y="43"/>
                    <a:pt x="21" y="39"/>
                  </a:cubicBezTo>
                  <a:cubicBezTo>
                    <a:pt x="23" y="35"/>
                    <a:pt x="23" y="35"/>
                    <a:pt x="23" y="35"/>
                  </a:cubicBezTo>
                  <a:cubicBezTo>
                    <a:pt x="16" y="28"/>
                    <a:pt x="16" y="28"/>
                    <a:pt x="16" y="28"/>
                  </a:cubicBezTo>
                  <a:cubicBezTo>
                    <a:pt x="28" y="15"/>
                    <a:pt x="28" y="15"/>
                    <a:pt x="28" y="15"/>
                  </a:cubicBezTo>
                  <a:cubicBezTo>
                    <a:pt x="36" y="23"/>
                    <a:pt x="36" y="23"/>
                    <a:pt x="36" y="23"/>
                  </a:cubicBezTo>
                  <a:cubicBezTo>
                    <a:pt x="40" y="20"/>
                    <a:pt x="40" y="20"/>
                    <a:pt x="40" y="20"/>
                  </a:cubicBezTo>
                  <a:cubicBezTo>
                    <a:pt x="43" y="18"/>
                    <a:pt x="47" y="17"/>
                    <a:pt x="51" y="16"/>
                  </a:cubicBezTo>
                  <a:cubicBezTo>
                    <a:pt x="55" y="15"/>
                    <a:pt x="55" y="15"/>
                    <a:pt x="55" y="15"/>
                  </a:cubicBezTo>
                  <a:cubicBezTo>
                    <a:pt x="55" y="4"/>
                    <a:pt x="55" y="4"/>
                    <a:pt x="55" y="4"/>
                  </a:cubicBezTo>
                  <a:cubicBezTo>
                    <a:pt x="73" y="4"/>
                    <a:pt x="73" y="4"/>
                    <a:pt x="73" y="4"/>
                  </a:cubicBezTo>
                  <a:cubicBezTo>
                    <a:pt x="73" y="15"/>
                    <a:pt x="73" y="15"/>
                    <a:pt x="73" y="15"/>
                  </a:cubicBezTo>
                  <a:cubicBezTo>
                    <a:pt x="77" y="16"/>
                    <a:pt x="77" y="16"/>
                    <a:pt x="77" y="16"/>
                  </a:cubicBezTo>
                  <a:cubicBezTo>
                    <a:pt x="81" y="17"/>
                    <a:pt x="85" y="18"/>
                    <a:pt x="88" y="20"/>
                  </a:cubicBezTo>
                  <a:cubicBezTo>
                    <a:pt x="92" y="23"/>
                    <a:pt x="92" y="23"/>
                    <a:pt x="92" y="23"/>
                  </a:cubicBezTo>
                  <a:cubicBezTo>
                    <a:pt x="100" y="15"/>
                    <a:pt x="100" y="15"/>
                    <a:pt x="100" y="15"/>
                  </a:cubicBezTo>
                  <a:cubicBezTo>
                    <a:pt x="112" y="28"/>
                    <a:pt x="112" y="28"/>
                    <a:pt x="112" y="28"/>
                  </a:cubicBezTo>
                  <a:cubicBezTo>
                    <a:pt x="105" y="35"/>
                    <a:pt x="105" y="35"/>
                    <a:pt x="105" y="35"/>
                  </a:cubicBezTo>
                  <a:cubicBezTo>
                    <a:pt x="107" y="39"/>
                    <a:pt x="107" y="39"/>
                    <a:pt x="107" y="39"/>
                  </a:cubicBezTo>
                  <a:cubicBezTo>
                    <a:pt x="109" y="43"/>
                    <a:pt x="111" y="46"/>
                    <a:pt x="112" y="50"/>
                  </a:cubicBezTo>
                  <a:cubicBezTo>
                    <a:pt x="113" y="55"/>
                    <a:pt x="113" y="55"/>
                    <a:pt x="113" y="55"/>
                  </a:cubicBezTo>
                  <a:cubicBezTo>
                    <a:pt x="123" y="55"/>
                    <a:pt x="123" y="55"/>
                    <a:pt x="123" y="55"/>
                  </a:cubicBezTo>
                  <a:cubicBezTo>
                    <a:pt x="123" y="72"/>
                    <a:pt x="123" y="72"/>
                    <a:pt x="123" y="72"/>
                  </a:cubicBezTo>
                  <a:cubicBezTo>
                    <a:pt x="113" y="72"/>
                    <a:pt x="113" y="72"/>
                    <a:pt x="113" y="72"/>
                  </a:cubicBezTo>
                  <a:cubicBezTo>
                    <a:pt x="112" y="77"/>
                    <a:pt x="112" y="77"/>
                    <a:pt x="112" y="77"/>
                  </a:cubicBezTo>
                  <a:cubicBezTo>
                    <a:pt x="111" y="81"/>
                    <a:pt x="109" y="85"/>
                    <a:pt x="107" y="88"/>
                  </a:cubicBezTo>
                  <a:cubicBezTo>
                    <a:pt x="105" y="92"/>
                    <a:pt x="105" y="92"/>
                    <a:pt x="105" y="92"/>
                  </a:cubicBezTo>
                  <a:lnTo>
                    <a:pt x="112" y="99"/>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54" name="Freeform 49">
              <a:extLst>
                <a:ext uri="{FF2B5EF4-FFF2-40B4-BE49-F238E27FC236}">
                  <a16:creationId xmlns:a16="http://schemas.microsoft.com/office/drawing/2014/main" id="{73A1420C-2E8A-4C7E-BACD-CF38B3EE028A}"/>
                </a:ext>
              </a:extLst>
            </p:cNvPr>
            <p:cNvSpPr>
              <a:spLocks noEditPoints="1"/>
            </p:cNvSpPr>
            <p:nvPr/>
          </p:nvSpPr>
          <p:spPr bwMode="auto">
            <a:xfrm>
              <a:off x="714375" y="5264160"/>
              <a:ext cx="184150" cy="184150"/>
            </a:xfrm>
            <a:custGeom>
              <a:avLst/>
              <a:gdLst>
                <a:gd name="T0" fmla="*/ 25 w 49"/>
                <a:gd name="T1" fmla="*/ 0 h 49"/>
                <a:gd name="T2" fmla="*/ 0 w 49"/>
                <a:gd name="T3" fmla="*/ 25 h 49"/>
                <a:gd name="T4" fmla="*/ 25 w 49"/>
                <a:gd name="T5" fmla="*/ 49 h 49"/>
                <a:gd name="T6" fmla="*/ 49 w 49"/>
                <a:gd name="T7" fmla="*/ 25 h 49"/>
                <a:gd name="T8" fmla="*/ 25 w 49"/>
                <a:gd name="T9" fmla="*/ 0 h 49"/>
                <a:gd name="T10" fmla="*/ 39 w 49"/>
                <a:gd name="T11" fmla="*/ 39 h 49"/>
                <a:gd name="T12" fmla="*/ 25 w 49"/>
                <a:gd name="T13" fmla="*/ 45 h 49"/>
                <a:gd name="T14" fmla="*/ 11 w 49"/>
                <a:gd name="T15" fmla="*/ 39 h 49"/>
                <a:gd name="T16" fmla="*/ 5 w 49"/>
                <a:gd name="T17" fmla="*/ 25 h 49"/>
                <a:gd name="T18" fmla="*/ 11 w 49"/>
                <a:gd name="T19" fmla="*/ 10 h 49"/>
                <a:gd name="T20" fmla="*/ 25 w 49"/>
                <a:gd name="T21" fmla="*/ 5 h 49"/>
                <a:gd name="T22" fmla="*/ 39 w 49"/>
                <a:gd name="T23" fmla="*/ 10 h 49"/>
                <a:gd name="T24" fmla="*/ 45 w 49"/>
                <a:gd name="T25" fmla="*/ 25 h 49"/>
                <a:gd name="T26" fmla="*/ 39 w 49"/>
                <a:gd name="T27" fmla="*/ 39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9" h="49">
                  <a:moveTo>
                    <a:pt x="25" y="0"/>
                  </a:moveTo>
                  <a:cubicBezTo>
                    <a:pt x="11" y="0"/>
                    <a:pt x="0" y="11"/>
                    <a:pt x="0" y="25"/>
                  </a:cubicBezTo>
                  <a:cubicBezTo>
                    <a:pt x="0" y="38"/>
                    <a:pt x="11" y="49"/>
                    <a:pt x="25" y="49"/>
                  </a:cubicBezTo>
                  <a:cubicBezTo>
                    <a:pt x="38" y="49"/>
                    <a:pt x="49" y="38"/>
                    <a:pt x="49" y="25"/>
                  </a:cubicBezTo>
                  <a:cubicBezTo>
                    <a:pt x="49" y="11"/>
                    <a:pt x="38" y="0"/>
                    <a:pt x="25" y="0"/>
                  </a:cubicBezTo>
                  <a:close/>
                  <a:moveTo>
                    <a:pt x="39" y="39"/>
                  </a:moveTo>
                  <a:cubicBezTo>
                    <a:pt x="35" y="43"/>
                    <a:pt x="30" y="45"/>
                    <a:pt x="25" y="45"/>
                  </a:cubicBezTo>
                  <a:cubicBezTo>
                    <a:pt x="20" y="45"/>
                    <a:pt x="15" y="43"/>
                    <a:pt x="11" y="39"/>
                  </a:cubicBezTo>
                  <a:cubicBezTo>
                    <a:pt x="7" y="35"/>
                    <a:pt x="5" y="30"/>
                    <a:pt x="5" y="25"/>
                  </a:cubicBezTo>
                  <a:cubicBezTo>
                    <a:pt x="5" y="19"/>
                    <a:pt x="7" y="14"/>
                    <a:pt x="11" y="10"/>
                  </a:cubicBezTo>
                  <a:cubicBezTo>
                    <a:pt x="15" y="7"/>
                    <a:pt x="20" y="5"/>
                    <a:pt x="25" y="5"/>
                  </a:cubicBezTo>
                  <a:cubicBezTo>
                    <a:pt x="30" y="5"/>
                    <a:pt x="35" y="7"/>
                    <a:pt x="39" y="10"/>
                  </a:cubicBezTo>
                  <a:cubicBezTo>
                    <a:pt x="43" y="14"/>
                    <a:pt x="45" y="19"/>
                    <a:pt x="45" y="25"/>
                  </a:cubicBezTo>
                  <a:cubicBezTo>
                    <a:pt x="45" y="30"/>
                    <a:pt x="43" y="35"/>
                    <a:pt x="39" y="3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55" name="组合 54">
            <a:extLst>
              <a:ext uri="{FF2B5EF4-FFF2-40B4-BE49-F238E27FC236}">
                <a16:creationId xmlns:a16="http://schemas.microsoft.com/office/drawing/2014/main" id="{8D4B2B73-99CD-49D7-8EC8-6EA2246559E3}"/>
              </a:ext>
            </a:extLst>
          </p:cNvPr>
          <p:cNvGrpSpPr/>
          <p:nvPr/>
        </p:nvGrpSpPr>
        <p:grpSpPr>
          <a:xfrm>
            <a:off x="5465260" y="1363240"/>
            <a:ext cx="468000" cy="468000"/>
            <a:chOff x="1528763" y="1266827"/>
            <a:chExt cx="481013" cy="481013"/>
          </a:xfrm>
          <a:solidFill>
            <a:schemeClr val="accent4"/>
          </a:solidFill>
        </p:grpSpPr>
        <p:sp>
          <p:nvSpPr>
            <p:cNvPr id="56" name="Freeform 146">
              <a:extLst>
                <a:ext uri="{FF2B5EF4-FFF2-40B4-BE49-F238E27FC236}">
                  <a16:creationId xmlns:a16="http://schemas.microsoft.com/office/drawing/2014/main" id="{E2547C51-D26C-420C-9DAF-8EF84EA51A25}"/>
                </a:ext>
              </a:extLst>
            </p:cNvPr>
            <p:cNvSpPr>
              <a:spLocks/>
            </p:cNvSpPr>
            <p:nvPr/>
          </p:nvSpPr>
          <p:spPr bwMode="auto">
            <a:xfrm>
              <a:off x="1762125" y="1620840"/>
              <a:ext cx="14288" cy="127000"/>
            </a:xfrm>
            <a:custGeom>
              <a:avLst/>
              <a:gdLst>
                <a:gd name="T0" fmla="*/ 2 w 4"/>
                <a:gd name="T1" fmla="*/ 0 h 34"/>
                <a:gd name="T2" fmla="*/ 0 w 4"/>
                <a:gd name="T3" fmla="*/ 2 h 34"/>
                <a:gd name="T4" fmla="*/ 0 w 4"/>
                <a:gd name="T5" fmla="*/ 32 h 34"/>
                <a:gd name="T6" fmla="*/ 2 w 4"/>
                <a:gd name="T7" fmla="*/ 34 h 34"/>
                <a:gd name="T8" fmla="*/ 4 w 4"/>
                <a:gd name="T9" fmla="*/ 32 h 34"/>
                <a:gd name="T10" fmla="*/ 4 w 4"/>
                <a:gd name="T11" fmla="*/ 2 h 34"/>
                <a:gd name="T12" fmla="*/ 2 w 4"/>
                <a:gd name="T13" fmla="*/ 0 h 34"/>
              </a:gdLst>
              <a:ahLst/>
              <a:cxnLst>
                <a:cxn ang="0">
                  <a:pos x="T0" y="T1"/>
                </a:cxn>
                <a:cxn ang="0">
                  <a:pos x="T2" y="T3"/>
                </a:cxn>
                <a:cxn ang="0">
                  <a:pos x="T4" y="T5"/>
                </a:cxn>
                <a:cxn ang="0">
                  <a:pos x="T6" y="T7"/>
                </a:cxn>
                <a:cxn ang="0">
                  <a:pos x="T8" y="T9"/>
                </a:cxn>
                <a:cxn ang="0">
                  <a:pos x="T10" y="T11"/>
                </a:cxn>
                <a:cxn ang="0">
                  <a:pos x="T12" y="T13"/>
                </a:cxn>
              </a:cxnLst>
              <a:rect l="0" t="0" r="r" b="b"/>
              <a:pathLst>
                <a:path w="4" h="34">
                  <a:moveTo>
                    <a:pt x="2" y="0"/>
                  </a:moveTo>
                  <a:cubicBezTo>
                    <a:pt x="1" y="0"/>
                    <a:pt x="0" y="1"/>
                    <a:pt x="0" y="2"/>
                  </a:cubicBezTo>
                  <a:cubicBezTo>
                    <a:pt x="0" y="32"/>
                    <a:pt x="0" y="32"/>
                    <a:pt x="0" y="32"/>
                  </a:cubicBezTo>
                  <a:cubicBezTo>
                    <a:pt x="0" y="33"/>
                    <a:pt x="1" y="34"/>
                    <a:pt x="2" y="34"/>
                  </a:cubicBezTo>
                  <a:cubicBezTo>
                    <a:pt x="3" y="34"/>
                    <a:pt x="4" y="33"/>
                    <a:pt x="4" y="32"/>
                  </a:cubicBezTo>
                  <a:cubicBezTo>
                    <a:pt x="4" y="2"/>
                    <a:pt x="4" y="2"/>
                    <a:pt x="4" y="2"/>
                  </a:cubicBezTo>
                  <a:cubicBezTo>
                    <a:pt x="4" y="1"/>
                    <a:pt x="3"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57" name="Freeform 147">
              <a:extLst>
                <a:ext uri="{FF2B5EF4-FFF2-40B4-BE49-F238E27FC236}">
                  <a16:creationId xmlns:a16="http://schemas.microsoft.com/office/drawing/2014/main" id="{0294D24E-3396-410D-840D-73DE7D31FFC4}"/>
                </a:ext>
              </a:extLst>
            </p:cNvPr>
            <p:cNvSpPr>
              <a:spLocks/>
            </p:cNvSpPr>
            <p:nvPr/>
          </p:nvSpPr>
          <p:spPr bwMode="auto">
            <a:xfrm>
              <a:off x="1762125" y="1266827"/>
              <a:ext cx="14288" cy="128588"/>
            </a:xfrm>
            <a:custGeom>
              <a:avLst/>
              <a:gdLst>
                <a:gd name="T0" fmla="*/ 2 w 4"/>
                <a:gd name="T1" fmla="*/ 0 h 34"/>
                <a:gd name="T2" fmla="*/ 0 w 4"/>
                <a:gd name="T3" fmla="*/ 2 h 34"/>
                <a:gd name="T4" fmla="*/ 0 w 4"/>
                <a:gd name="T5" fmla="*/ 32 h 34"/>
                <a:gd name="T6" fmla="*/ 2 w 4"/>
                <a:gd name="T7" fmla="*/ 34 h 34"/>
                <a:gd name="T8" fmla="*/ 4 w 4"/>
                <a:gd name="T9" fmla="*/ 32 h 34"/>
                <a:gd name="T10" fmla="*/ 4 w 4"/>
                <a:gd name="T11" fmla="*/ 2 h 34"/>
                <a:gd name="T12" fmla="*/ 2 w 4"/>
                <a:gd name="T13" fmla="*/ 0 h 34"/>
              </a:gdLst>
              <a:ahLst/>
              <a:cxnLst>
                <a:cxn ang="0">
                  <a:pos x="T0" y="T1"/>
                </a:cxn>
                <a:cxn ang="0">
                  <a:pos x="T2" y="T3"/>
                </a:cxn>
                <a:cxn ang="0">
                  <a:pos x="T4" y="T5"/>
                </a:cxn>
                <a:cxn ang="0">
                  <a:pos x="T6" y="T7"/>
                </a:cxn>
                <a:cxn ang="0">
                  <a:pos x="T8" y="T9"/>
                </a:cxn>
                <a:cxn ang="0">
                  <a:pos x="T10" y="T11"/>
                </a:cxn>
                <a:cxn ang="0">
                  <a:pos x="T12" y="T13"/>
                </a:cxn>
              </a:cxnLst>
              <a:rect l="0" t="0" r="r" b="b"/>
              <a:pathLst>
                <a:path w="4" h="34">
                  <a:moveTo>
                    <a:pt x="2" y="0"/>
                  </a:moveTo>
                  <a:cubicBezTo>
                    <a:pt x="1" y="0"/>
                    <a:pt x="0" y="1"/>
                    <a:pt x="0" y="2"/>
                  </a:cubicBezTo>
                  <a:cubicBezTo>
                    <a:pt x="0" y="32"/>
                    <a:pt x="0" y="32"/>
                    <a:pt x="0" y="32"/>
                  </a:cubicBezTo>
                  <a:cubicBezTo>
                    <a:pt x="0" y="33"/>
                    <a:pt x="1" y="34"/>
                    <a:pt x="2" y="34"/>
                  </a:cubicBezTo>
                  <a:cubicBezTo>
                    <a:pt x="3" y="34"/>
                    <a:pt x="4" y="33"/>
                    <a:pt x="4" y="32"/>
                  </a:cubicBezTo>
                  <a:cubicBezTo>
                    <a:pt x="4" y="2"/>
                    <a:pt x="4" y="2"/>
                    <a:pt x="4" y="2"/>
                  </a:cubicBezTo>
                  <a:cubicBezTo>
                    <a:pt x="4" y="1"/>
                    <a:pt x="3" y="0"/>
                    <a:pt x="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58" name="Freeform 148">
              <a:extLst>
                <a:ext uri="{FF2B5EF4-FFF2-40B4-BE49-F238E27FC236}">
                  <a16:creationId xmlns:a16="http://schemas.microsoft.com/office/drawing/2014/main" id="{59A9065F-A9F7-448E-AA73-7D6C795A83E2}"/>
                </a:ext>
              </a:extLst>
            </p:cNvPr>
            <p:cNvSpPr>
              <a:spLocks/>
            </p:cNvSpPr>
            <p:nvPr/>
          </p:nvSpPr>
          <p:spPr bwMode="auto">
            <a:xfrm>
              <a:off x="1528763" y="1500190"/>
              <a:ext cx="127000" cy="14288"/>
            </a:xfrm>
            <a:custGeom>
              <a:avLst/>
              <a:gdLst>
                <a:gd name="T0" fmla="*/ 34 w 34"/>
                <a:gd name="T1" fmla="*/ 2 h 4"/>
                <a:gd name="T2" fmla="*/ 32 w 34"/>
                <a:gd name="T3" fmla="*/ 0 h 4"/>
                <a:gd name="T4" fmla="*/ 2 w 34"/>
                <a:gd name="T5" fmla="*/ 0 h 4"/>
                <a:gd name="T6" fmla="*/ 0 w 34"/>
                <a:gd name="T7" fmla="*/ 2 h 4"/>
                <a:gd name="T8" fmla="*/ 2 w 34"/>
                <a:gd name="T9" fmla="*/ 4 h 4"/>
                <a:gd name="T10" fmla="*/ 32 w 34"/>
                <a:gd name="T11" fmla="*/ 4 h 4"/>
                <a:gd name="T12" fmla="*/ 34 w 34"/>
                <a:gd name="T13" fmla="*/ 2 h 4"/>
              </a:gdLst>
              <a:ahLst/>
              <a:cxnLst>
                <a:cxn ang="0">
                  <a:pos x="T0" y="T1"/>
                </a:cxn>
                <a:cxn ang="0">
                  <a:pos x="T2" y="T3"/>
                </a:cxn>
                <a:cxn ang="0">
                  <a:pos x="T4" y="T5"/>
                </a:cxn>
                <a:cxn ang="0">
                  <a:pos x="T6" y="T7"/>
                </a:cxn>
                <a:cxn ang="0">
                  <a:pos x="T8" y="T9"/>
                </a:cxn>
                <a:cxn ang="0">
                  <a:pos x="T10" y="T11"/>
                </a:cxn>
                <a:cxn ang="0">
                  <a:pos x="T12" y="T13"/>
                </a:cxn>
              </a:cxnLst>
              <a:rect l="0" t="0" r="r" b="b"/>
              <a:pathLst>
                <a:path w="34" h="4">
                  <a:moveTo>
                    <a:pt x="34" y="2"/>
                  </a:moveTo>
                  <a:cubicBezTo>
                    <a:pt x="34" y="1"/>
                    <a:pt x="33" y="0"/>
                    <a:pt x="32" y="0"/>
                  </a:cubicBezTo>
                  <a:cubicBezTo>
                    <a:pt x="2" y="0"/>
                    <a:pt x="2" y="0"/>
                    <a:pt x="2" y="0"/>
                  </a:cubicBezTo>
                  <a:cubicBezTo>
                    <a:pt x="1" y="0"/>
                    <a:pt x="0" y="1"/>
                    <a:pt x="0" y="2"/>
                  </a:cubicBezTo>
                  <a:cubicBezTo>
                    <a:pt x="0" y="3"/>
                    <a:pt x="1" y="4"/>
                    <a:pt x="2" y="4"/>
                  </a:cubicBezTo>
                  <a:cubicBezTo>
                    <a:pt x="32" y="4"/>
                    <a:pt x="32" y="4"/>
                    <a:pt x="32" y="4"/>
                  </a:cubicBezTo>
                  <a:cubicBezTo>
                    <a:pt x="33" y="4"/>
                    <a:pt x="34" y="3"/>
                    <a:pt x="34" y="2"/>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59" name="Freeform 149">
              <a:extLst>
                <a:ext uri="{FF2B5EF4-FFF2-40B4-BE49-F238E27FC236}">
                  <a16:creationId xmlns:a16="http://schemas.microsoft.com/office/drawing/2014/main" id="{43FC9395-FD03-4ABB-A32E-F887A21B8F5A}"/>
                </a:ext>
              </a:extLst>
            </p:cNvPr>
            <p:cNvSpPr>
              <a:spLocks/>
            </p:cNvSpPr>
            <p:nvPr/>
          </p:nvSpPr>
          <p:spPr bwMode="auto">
            <a:xfrm>
              <a:off x="1881188" y="1500190"/>
              <a:ext cx="128588" cy="14288"/>
            </a:xfrm>
            <a:custGeom>
              <a:avLst/>
              <a:gdLst>
                <a:gd name="T0" fmla="*/ 32 w 34"/>
                <a:gd name="T1" fmla="*/ 0 h 4"/>
                <a:gd name="T2" fmla="*/ 2 w 34"/>
                <a:gd name="T3" fmla="*/ 0 h 4"/>
                <a:gd name="T4" fmla="*/ 0 w 34"/>
                <a:gd name="T5" fmla="*/ 2 h 4"/>
                <a:gd name="T6" fmla="*/ 2 w 34"/>
                <a:gd name="T7" fmla="*/ 4 h 4"/>
                <a:gd name="T8" fmla="*/ 32 w 34"/>
                <a:gd name="T9" fmla="*/ 4 h 4"/>
                <a:gd name="T10" fmla="*/ 34 w 34"/>
                <a:gd name="T11" fmla="*/ 2 h 4"/>
                <a:gd name="T12" fmla="*/ 32 w 3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4" h="4">
                  <a:moveTo>
                    <a:pt x="32" y="0"/>
                  </a:moveTo>
                  <a:cubicBezTo>
                    <a:pt x="2" y="0"/>
                    <a:pt x="2" y="0"/>
                    <a:pt x="2" y="0"/>
                  </a:cubicBezTo>
                  <a:cubicBezTo>
                    <a:pt x="1" y="0"/>
                    <a:pt x="0" y="1"/>
                    <a:pt x="0" y="2"/>
                  </a:cubicBezTo>
                  <a:cubicBezTo>
                    <a:pt x="0" y="3"/>
                    <a:pt x="1" y="4"/>
                    <a:pt x="2" y="4"/>
                  </a:cubicBezTo>
                  <a:cubicBezTo>
                    <a:pt x="32" y="4"/>
                    <a:pt x="32" y="4"/>
                    <a:pt x="32" y="4"/>
                  </a:cubicBezTo>
                  <a:cubicBezTo>
                    <a:pt x="33" y="4"/>
                    <a:pt x="34" y="3"/>
                    <a:pt x="34" y="2"/>
                  </a:cubicBezTo>
                  <a:cubicBezTo>
                    <a:pt x="34" y="1"/>
                    <a:pt x="33" y="0"/>
                    <a:pt x="32"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0" name="Freeform 150">
              <a:extLst>
                <a:ext uri="{FF2B5EF4-FFF2-40B4-BE49-F238E27FC236}">
                  <a16:creationId xmlns:a16="http://schemas.microsoft.com/office/drawing/2014/main" id="{CF5CB994-6A0E-494F-957D-1D85B873F74F}"/>
                </a:ext>
              </a:extLst>
            </p:cNvPr>
            <p:cNvSpPr>
              <a:spLocks/>
            </p:cNvSpPr>
            <p:nvPr/>
          </p:nvSpPr>
          <p:spPr bwMode="auto">
            <a:xfrm>
              <a:off x="1820863" y="1604965"/>
              <a:ext cx="71438" cy="112713"/>
            </a:xfrm>
            <a:custGeom>
              <a:avLst/>
              <a:gdLst>
                <a:gd name="T0" fmla="*/ 4 w 19"/>
                <a:gd name="T1" fmla="*/ 1 h 30"/>
                <a:gd name="T2" fmla="*/ 2 w 19"/>
                <a:gd name="T3" fmla="*/ 0 h 30"/>
                <a:gd name="T4" fmla="*/ 1 w 19"/>
                <a:gd name="T5" fmla="*/ 0 h 30"/>
                <a:gd name="T6" fmla="*/ 0 w 19"/>
                <a:gd name="T7" fmla="*/ 1 h 30"/>
                <a:gd name="T8" fmla="*/ 0 w 19"/>
                <a:gd name="T9" fmla="*/ 3 h 30"/>
                <a:gd name="T10" fmla="*/ 15 w 19"/>
                <a:gd name="T11" fmla="*/ 29 h 30"/>
                <a:gd name="T12" fmla="*/ 18 w 19"/>
                <a:gd name="T13" fmla="*/ 30 h 30"/>
                <a:gd name="T14" fmla="*/ 19 w 19"/>
                <a:gd name="T15" fmla="*/ 26 h 30"/>
                <a:gd name="T16" fmla="*/ 4 w 19"/>
                <a:gd name="T17" fmla="*/ 1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30">
                  <a:moveTo>
                    <a:pt x="4" y="1"/>
                  </a:moveTo>
                  <a:cubicBezTo>
                    <a:pt x="4" y="0"/>
                    <a:pt x="3" y="0"/>
                    <a:pt x="2" y="0"/>
                  </a:cubicBezTo>
                  <a:cubicBezTo>
                    <a:pt x="2" y="0"/>
                    <a:pt x="1" y="0"/>
                    <a:pt x="1" y="0"/>
                  </a:cubicBezTo>
                  <a:cubicBezTo>
                    <a:pt x="0" y="0"/>
                    <a:pt x="0" y="1"/>
                    <a:pt x="0" y="1"/>
                  </a:cubicBezTo>
                  <a:cubicBezTo>
                    <a:pt x="0" y="2"/>
                    <a:pt x="0" y="2"/>
                    <a:pt x="0" y="3"/>
                  </a:cubicBezTo>
                  <a:cubicBezTo>
                    <a:pt x="15" y="29"/>
                    <a:pt x="15" y="29"/>
                    <a:pt x="15" y="29"/>
                  </a:cubicBezTo>
                  <a:cubicBezTo>
                    <a:pt x="15" y="30"/>
                    <a:pt x="17" y="30"/>
                    <a:pt x="18" y="30"/>
                  </a:cubicBezTo>
                  <a:cubicBezTo>
                    <a:pt x="19" y="29"/>
                    <a:pt x="19" y="27"/>
                    <a:pt x="19" y="26"/>
                  </a:cubicBezTo>
                  <a:lnTo>
                    <a:pt x="4" y="1"/>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1" name="Freeform 151">
              <a:extLst>
                <a:ext uri="{FF2B5EF4-FFF2-40B4-BE49-F238E27FC236}">
                  <a16:creationId xmlns:a16="http://schemas.microsoft.com/office/drawing/2014/main" id="{2EBA7636-7ED6-46FA-AD0D-6934C3991C04}"/>
                </a:ext>
              </a:extLst>
            </p:cNvPr>
            <p:cNvSpPr>
              <a:spLocks/>
            </p:cNvSpPr>
            <p:nvPr/>
          </p:nvSpPr>
          <p:spPr bwMode="auto">
            <a:xfrm>
              <a:off x="1644650" y="1296989"/>
              <a:ext cx="76200" cy="115888"/>
            </a:xfrm>
            <a:custGeom>
              <a:avLst/>
              <a:gdLst>
                <a:gd name="T0" fmla="*/ 4 w 20"/>
                <a:gd name="T1" fmla="*/ 2 h 31"/>
                <a:gd name="T2" fmla="*/ 2 w 20"/>
                <a:gd name="T3" fmla="*/ 0 h 31"/>
                <a:gd name="T4" fmla="*/ 1 w 20"/>
                <a:gd name="T5" fmla="*/ 1 h 31"/>
                <a:gd name="T6" fmla="*/ 0 w 20"/>
                <a:gd name="T7" fmla="*/ 4 h 31"/>
                <a:gd name="T8" fmla="*/ 15 w 20"/>
                <a:gd name="T9" fmla="*/ 29 h 31"/>
                <a:gd name="T10" fmla="*/ 17 w 20"/>
                <a:gd name="T11" fmla="*/ 31 h 31"/>
                <a:gd name="T12" fmla="*/ 18 w 20"/>
                <a:gd name="T13" fmla="*/ 30 h 31"/>
                <a:gd name="T14" fmla="*/ 19 w 20"/>
                <a:gd name="T15" fmla="*/ 27 h 31"/>
                <a:gd name="T16" fmla="*/ 4 w 20"/>
                <a:gd name="T17" fmla="*/ 2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 h="31">
                  <a:moveTo>
                    <a:pt x="4" y="2"/>
                  </a:moveTo>
                  <a:cubicBezTo>
                    <a:pt x="4" y="1"/>
                    <a:pt x="3" y="0"/>
                    <a:pt x="2" y="0"/>
                  </a:cubicBezTo>
                  <a:cubicBezTo>
                    <a:pt x="2" y="0"/>
                    <a:pt x="1" y="0"/>
                    <a:pt x="1" y="1"/>
                  </a:cubicBezTo>
                  <a:cubicBezTo>
                    <a:pt x="0" y="1"/>
                    <a:pt x="0" y="3"/>
                    <a:pt x="0" y="4"/>
                  </a:cubicBezTo>
                  <a:cubicBezTo>
                    <a:pt x="15" y="29"/>
                    <a:pt x="15" y="29"/>
                    <a:pt x="15" y="29"/>
                  </a:cubicBezTo>
                  <a:cubicBezTo>
                    <a:pt x="15" y="30"/>
                    <a:pt x="16" y="31"/>
                    <a:pt x="17" y="31"/>
                  </a:cubicBezTo>
                  <a:cubicBezTo>
                    <a:pt x="17" y="31"/>
                    <a:pt x="18" y="31"/>
                    <a:pt x="18" y="30"/>
                  </a:cubicBezTo>
                  <a:cubicBezTo>
                    <a:pt x="19" y="30"/>
                    <a:pt x="20" y="28"/>
                    <a:pt x="19" y="27"/>
                  </a:cubicBezTo>
                  <a:lnTo>
                    <a:pt x="4" y="2"/>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2" name="Freeform 152">
              <a:extLst>
                <a:ext uri="{FF2B5EF4-FFF2-40B4-BE49-F238E27FC236}">
                  <a16:creationId xmlns:a16="http://schemas.microsoft.com/office/drawing/2014/main" id="{DDC891E5-36BE-48CF-9919-FA843C01EA35}"/>
                </a:ext>
              </a:extLst>
            </p:cNvPr>
            <p:cNvSpPr>
              <a:spLocks/>
            </p:cNvSpPr>
            <p:nvPr/>
          </p:nvSpPr>
          <p:spPr bwMode="auto">
            <a:xfrm>
              <a:off x="1558925" y="1560515"/>
              <a:ext cx="115888" cy="74613"/>
            </a:xfrm>
            <a:custGeom>
              <a:avLst/>
              <a:gdLst>
                <a:gd name="T0" fmla="*/ 30 w 31"/>
                <a:gd name="T1" fmla="*/ 1 h 20"/>
                <a:gd name="T2" fmla="*/ 28 w 31"/>
                <a:gd name="T3" fmla="*/ 0 h 20"/>
                <a:gd name="T4" fmla="*/ 27 w 31"/>
                <a:gd name="T5" fmla="*/ 0 h 20"/>
                <a:gd name="T6" fmla="*/ 1 w 31"/>
                <a:gd name="T7" fmla="*/ 15 h 20"/>
                <a:gd name="T8" fmla="*/ 0 w 31"/>
                <a:gd name="T9" fmla="*/ 16 h 20"/>
                <a:gd name="T10" fmla="*/ 1 w 31"/>
                <a:gd name="T11" fmla="*/ 18 h 20"/>
                <a:gd name="T12" fmla="*/ 4 w 31"/>
                <a:gd name="T13" fmla="*/ 19 h 20"/>
                <a:gd name="T14" fmla="*/ 29 w 31"/>
                <a:gd name="T15" fmla="*/ 4 h 20"/>
                <a:gd name="T16" fmla="*/ 30 w 31"/>
                <a:gd name="T17" fmla="*/ 1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1" h="20">
                  <a:moveTo>
                    <a:pt x="30" y="1"/>
                  </a:moveTo>
                  <a:cubicBezTo>
                    <a:pt x="30" y="0"/>
                    <a:pt x="29" y="0"/>
                    <a:pt x="28" y="0"/>
                  </a:cubicBezTo>
                  <a:cubicBezTo>
                    <a:pt x="28" y="0"/>
                    <a:pt x="27" y="0"/>
                    <a:pt x="27" y="0"/>
                  </a:cubicBezTo>
                  <a:cubicBezTo>
                    <a:pt x="1" y="15"/>
                    <a:pt x="1" y="15"/>
                    <a:pt x="1" y="15"/>
                  </a:cubicBezTo>
                  <a:cubicBezTo>
                    <a:pt x="1" y="15"/>
                    <a:pt x="1" y="16"/>
                    <a:pt x="0" y="16"/>
                  </a:cubicBezTo>
                  <a:cubicBezTo>
                    <a:pt x="0" y="17"/>
                    <a:pt x="0" y="18"/>
                    <a:pt x="1" y="18"/>
                  </a:cubicBezTo>
                  <a:cubicBezTo>
                    <a:pt x="1" y="19"/>
                    <a:pt x="3" y="20"/>
                    <a:pt x="4" y="19"/>
                  </a:cubicBezTo>
                  <a:cubicBezTo>
                    <a:pt x="29" y="4"/>
                    <a:pt x="29" y="4"/>
                    <a:pt x="29" y="4"/>
                  </a:cubicBezTo>
                  <a:cubicBezTo>
                    <a:pt x="30" y="3"/>
                    <a:pt x="31" y="2"/>
                    <a:pt x="30" y="1"/>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3" name="Freeform 153">
              <a:extLst>
                <a:ext uri="{FF2B5EF4-FFF2-40B4-BE49-F238E27FC236}">
                  <a16:creationId xmlns:a16="http://schemas.microsoft.com/office/drawing/2014/main" id="{AD2EB2A7-1BDC-4E01-BAFF-7FB7F1F27211}"/>
                </a:ext>
              </a:extLst>
            </p:cNvPr>
            <p:cNvSpPr>
              <a:spLocks/>
            </p:cNvSpPr>
            <p:nvPr/>
          </p:nvSpPr>
          <p:spPr bwMode="auto">
            <a:xfrm>
              <a:off x="1862138" y="1382715"/>
              <a:ext cx="117475" cy="76200"/>
            </a:xfrm>
            <a:custGeom>
              <a:avLst/>
              <a:gdLst>
                <a:gd name="T0" fmla="*/ 1 w 31"/>
                <a:gd name="T1" fmla="*/ 16 h 20"/>
                <a:gd name="T2" fmla="*/ 1 w 31"/>
                <a:gd name="T3" fmla="*/ 18 h 20"/>
                <a:gd name="T4" fmla="*/ 4 w 31"/>
                <a:gd name="T5" fmla="*/ 19 h 20"/>
                <a:gd name="T6" fmla="*/ 30 w 31"/>
                <a:gd name="T7" fmla="*/ 4 h 20"/>
                <a:gd name="T8" fmla="*/ 31 w 31"/>
                <a:gd name="T9" fmla="*/ 3 h 20"/>
                <a:gd name="T10" fmla="*/ 30 w 31"/>
                <a:gd name="T11" fmla="*/ 1 h 20"/>
                <a:gd name="T12" fmla="*/ 28 w 31"/>
                <a:gd name="T13" fmla="*/ 0 h 20"/>
                <a:gd name="T14" fmla="*/ 27 w 31"/>
                <a:gd name="T15" fmla="*/ 0 h 20"/>
                <a:gd name="T16" fmla="*/ 2 w 31"/>
                <a:gd name="T17" fmla="*/ 15 h 20"/>
                <a:gd name="T18" fmla="*/ 1 w 31"/>
                <a:gd name="T19" fmla="*/ 16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1" h="20">
                  <a:moveTo>
                    <a:pt x="1" y="16"/>
                  </a:moveTo>
                  <a:cubicBezTo>
                    <a:pt x="0" y="17"/>
                    <a:pt x="0" y="18"/>
                    <a:pt x="1" y="18"/>
                  </a:cubicBezTo>
                  <a:cubicBezTo>
                    <a:pt x="1" y="19"/>
                    <a:pt x="3" y="20"/>
                    <a:pt x="4" y="19"/>
                  </a:cubicBezTo>
                  <a:cubicBezTo>
                    <a:pt x="30" y="4"/>
                    <a:pt x="30" y="4"/>
                    <a:pt x="30" y="4"/>
                  </a:cubicBezTo>
                  <a:cubicBezTo>
                    <a:pt x="30" y="4"/>
                    <a:pt x="30" y="3"/>
                    <a:pt x="31" y="3"/>
                  </a:cubicBezTo>
                  <a:cubicBezTo>
                    <a:pt x="31" y="2"/>
                    <a:pt x="31" y="2"/>
                    <a:pt x="30" y="1"/>
                  </a:cubicBezTo>
                  <a:cubicBezTo>
                    <a:pt x="30" y="0"/>
                    <a:pt x="29" y="0"/>
                    <a:pt x="28" y="0"/>
                  </a:cubicBezTo>
                  <a:cubicBezTo>
                    <a:pt x="28" y="0"/>
                    <a:pt x="28" y="0"/>
                    <a:pt x="27" y="0"/>
                  </a:cubicBezTo>
                  <a:cubicBezTo>
                    <a:pt x="2" y="15"/>
                    <a:pt x="2" y="15"/>
                    <a:pt x="2" y="15"/>
                  </a:cubicBezTo>
                  <a:cubicBezTo>
                    <a:pt x="1" y="15"/>
                    <a:pt x="1" y="16"/>
                    <a:pt x="1" y="1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4" name="Freeform 154">
              <a:extLst>
                <a:ext uri="{FF2B5EF4-FFF2-40B4-BE49-F238E27FC236}">
                  <a16:creationId xmlns:a16="http://schemas.microsoft.com/office/drawing/2014/main" id="{418F7DA2-5469-4CFB-83C4-F4E0B8906127}"/>
                </a:ext>
              </a:extLst>
            </p:cNvPr>
            <p:cNvSpPr>
              <a:spLocks/>
            </p:cNvSpPr>
            <p:nvPr/>
          </p:nvSpPr>
          <p:spPr bwMode="auto">
            <a:xfrm>
              <a:off x="1862138" y="1560515"/>
              <a:ext cx="117475" cy="74613"/>
            </a:xfrm>
            <a:custGeom>
              <a:avLst/>
              <a:gdLst>
                <a:gd name="T0" fmla="*/ 30 w 31"/>
                <a:gd name="T1" fmla="*/ 15 h 20"/>
                <a:gd name="T2" fmla="*/ 4 w 31"/>
                <a:gd name="T3" fmla="*/ 0 h 20"/>
                <a:gd name="T4" fmla="*/ 3 w 31"/>
                <a:gd name="T5" fmla="*/ 0 h 20"/>
                <a:gd name="T6" fmla="*/ 1 w 31"/>
                <a:gd name="T7" fmla="*/ 1 h 20"/>
                <a:gd name="T8" fmla="*/ 2 w 31"/>
                <a:gd name="T9" fmla="*/ 4 h 20"/>
                <a:gd name="T10" fmla="*/ 27 w 31"/>
                <a:gd name="T11" fmla="*/ 19 h 20"/>
                <a:gd name="T12" fmla="*/ 30 w 31"/>
                <a:gd name="T13" fmla="*/ 18 h 20"/>
                <a:gd name="T14" fmla="*/ 30 w 31"/>
                <a:gd name="T15" fmla="*/ 15 h 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0">
                  <a:moveTo>
                    <a:pt x="30" y="15"/>
                  </a:moveTo>
                  <a:cubicBezTo>
                    <a:pt x="4" y="0"/>
                    <a:pt x="4" y="0"/>
                    <a:pt x="4" y="0"/>
                  </a:cubicBezTo>
                  <a:cubicBezTo>
                    <a:pt x="4" y="0"/>
                    <a:pt x="3" y="0"/>
                    <a:pt x="3" y="0"/>
                  </a:cubicBezTo>
                  <a:cubicBezTo>
                    <a:pt x="2" y="0"/>
                    <a:pt x="1" y="0"/>
                    <a:pt x="1" y="1"/>
                  </a:cubicBezTo>
                  <a:cubicBezTo>
                    <a:pt x="0" y="2"/>
                    <a:pt x="1" y="3"/>
                    <a:pt x="2" y="4"/>
                  </a:cubicBezTo>
                  <a:cubicBezTo>
                    <a:pt x="27" y="19"/>
                    <a:pt x="27" y="19"/>
                    <a:pt x="27" y="19"/>
                  </a:cubicBezTo>
                  <a:cubicBezTo>
                    <a:pt x="28" y="20"/>
                    <a:pt x="30" y="19"/>
                    <a:pt x="30" y="18"/>
                  </a:cubicBezTo>
                  <a:cubicBezTo>
                    <a:pt x="31" y="17"/>
                    <a:pt x="31" y="16"/>
                    <a:pt x="30" y="1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5" name="Freeform 155">
              <a:extLst>
                <a:ext uri="{FF2B5EF4-FFF2-40B4-BE49-F238E27FC236}">
                  <a16:creationId xmlns:a16="http://schemas.microsoft.com/office/drawing/2014/main" id="{08CC98BD-E6DE-4CE2-B6DD-AEF72F72AA4C}"/>
                </a:ext>
              </a:extLst>
            </p:cNvPr>
            <p:cNvSpPr>
              <a:spLocks/>
            </p:cNvSpPr>
            <p:nvPr/>
          </p:nvSpPr>
          <p:spPr bwMode="auto">
            <a:xfrm>
              <a:off x="1558925" y="1382715"/>
              <a:ext cx="115888" cy="76200"/>
            </a:xfrm>
            <a:custGeom>
              <a:avLst/>
              <a:gdLst>
                <a:gd name="T0" fmla="*/ 1 w 31"/>
                <a:gd name="T1" fmla="*/ 4 h 20"/>
                <a:gd name="T2" fmla="*/ 27 w 31"/>
                <a:gd name="T3" fmla="*/ 19 h 20"/>
                <a:gd name="T4" fmla="*/ 30 w 31"/>
                <a:gd name="T5" fmla="*/ 18 h 20"/>
                <a:gd name="T6" fmla="*/ 30 w 31"/>
                <a:gd name="T7" fmla="*/ 16 h 20"/>
                <a:gd name="T8" fmla="*/ 29 w 31"/>
                <a:gd name="T9" fmla="*/ 15 h 20"/>
                <a:gd name="T10" fmla="*/ 4 w 31"/>
                <a:gd name="T11" fmla="*/ 0 h 20"/>
                <a:gd name="T12" fmla="*/ 3 w 31"/>
                <a:gd name="T13" fmla="*/ 0 h 20"/>
                <a:gd name="T14" fmla="*/ 1 w 31"/>
                <a:gd name="T15" fmla="*/ 1 h 20"/>
                <a:gd name="T16" fmla="*/ 0 w 31"/>
                <a:gd name="T17" fmla="*/ 3 h 20"/>
                <a:gd name="T18" fmla="*/ 1 w 31"/>
                <a:gd name="T19" fmla="*/ 4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1" h="20">
                  <a:moveTo>
                    <a:pt x="1" y="4"/>
                  </a:moveTo>
                  <a:cubicBezTo>
                    <a:pt x="27" y="19"/>
                    <a:pt x="27" y="19"/>
                    <a:pt x="27" y="19"/>
                  </a:cubicBezTo>
                  <a:cubicBezTo>
                    <a:pt x="28" y="20"/>
                    <a:pt x="30" y="19"/>
                    <a:pt x="30" y="18"/>
                  </a:cubicBezTo>
                  <a:cubicBezTo>
                    <a:pt x="31" y="18"/>
                    <a:pt x="31" y="17"/>
                    <a:pt x="30" y="16"/>
                  </a:cubicBezTo>
                  <a:cubicBezTo>
                    <a:pt x="30" y="16"/>
                    <a:pt x="30" y="15"/>
                    <a:pt x="29" y="15"/>
                  </a:cubicBezTo>
                  <a:cubicBezTo>
                    <a:pt x="4" y="0"/>
                    <a:pt x="4" y="0"/>
                    <a:pt x="4" y="0"/>
                  </a:cubicBezTo>
                  <a:cubicBezTo>
                    <a:pt x="3" y="0"/>
                    <a:pt x="3" y="0"/>
                    <a:pt x="3" y="0"/>
                  </a:cubicBezTo>
                  <a:cubicBezTo>
                    <a:pt x="2" y="0"/>
                    <a:pt x="1" y="0"/>
                    <a:pt x="1" y="1"/>
                  </a:cubicBezTo>
                  <a:cubicBezTo>
                    <a:pt x="0" y="2"/>
                    <a:pt x="0" y="2"/>
                    <a:pt x="0" y="3"/>
                  </a:cubicBezTo>
                  <a:cubicBezTo>
                    <a:pt x="1" y="3"/>
                    <a:pt x="1" y="4"/>
                    <a:pt x="1" y="4"/>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6" name="Freeform 156">
              <a:extLst>
                <a:ext uri="{FF2B5EF4-FFF2-40B4-BE49-F238E27FC236}">
                  <a16:creationId xmlns:a16="http://schemas.microsoft.com/office/drawing/2014/main" id="{2065E618-4411-47DA-BF67-F1A47222B87F}"/>
                </a:ext>
              </a:extLst>
            </p:cNvPr>
            <p:cNvSpPr>
              <a:spLocks/>
            </p:cNvSpPr>
            <p:nvPr/>
          </p:nvSpPr>
          <p:spPr bwMode="auto">
            <a:xfrm>
              <a:off x="1644650" y="1604965"/>
              <a:ext cx="71438" cy="112713"/>
            </a:xfrm>
            <a:custGeom>
              <a:avLst/>
              <a:gdLst>
                <a:gd name="T0" fmla="*/ 18 w 19"/>
                <a:gd name="T1" fmla="*/ 0 h 30"/>
                <a:gd name="T2" fmla="*/ 17 w 19"/>
                <a:gd name="T3" fmla="*/ 0 h 30"/>
                <a:gd name="T4" fmla="*/ 15 w 19"/>
                <a:gd name="T5" fmla="*/ 1 h 30"/>
                <a:gd name="T6" fmla="*/ 0 w 19"/>
                <a:gd name="T7" fmla="*/ 26 h 30"/>
                <a:gd name="T8" fmla="*/ 1 w 19"/>
                <a:gd name="T9" fmla="*/ 30 h 30"/>
                <a:gd name="T10" fmla="*/ 4 w 19"/>
                <a:gd name="T11" fmla="*/ 29 h 30"/>
                <a:gd name="T12" fmla="*/ 19 w 19"/>
                <a:gd name="T13" fmla="*/ 3 h 30"/>
                <a:gd name="T14" fmla="*/ 19 w 19"/>
                <a:gd name="T15" fmla="*/ 1 h 30"/>
                <a:gd name="T16" fmla="*/ 18 w 19"/>
                <a:gd name="T17" fmla="*/ 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30">
                  <a:moveTo>
                    <a:pt x="18" y="0"/>
                  </a:moveTo>
                  <a:cubicBezTo>
                    <a:pt x="18" y="0"/>
                    <a:pt x="17" y="0"/>
                    <a:pt x="17" y="0"/>
                  </a:cubicBezTo>
                  <a:cubicBezTo>
                    <a:pt x="16" y="0"/>
                    <a:pt x="15" y="0"/>
                    <a:pt x="15" y="1"/>
                  </a:cubicBezTo>
                  <a:cubicBezTo>
                    <a:pt x="0" y="26"/>
                    <a:pt x="0" y="26"/>
                    <a:pt x="0" y="26"/>
                  </a:cubicBezTo>
                  <a:cubicBezTo>
                    <a:pt x="0" y="27"/>
                    <a:pt x="0" y="29"/>
                    <a:pt x="1" y="30"/>
                  </a:cubicBezTo>
                  <a:cubicBezTo>
                    <a:pt x="2" y="30"/>
                    <a:pt x="4" y="30"/>
                    <a:pt x="4" y="29"/>
                  </a:cubicBezTo>
                  <a:cubicBezTo>
                    <a:pt x="19" y="3"/>
                    <a:pt x="19" y="3"/>
                    <a:pt x="19" y="3"/>
                  </a:cubicBezTo>
                  <a:cubicBezTo>
                    <a:pt x="19" y="2"/>
                    <a:pt x="19" y="2"/>
                    <a:pt x="19" y="1"/>
                  </a:cubicBezTo>
                  <a:cubicBezTo>
                    <a:pt x="19" y="1"/>
                    <a:pt x="19" y="0"/>
                    <a:pt x="18" y="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67" name="Freeform 157">
              <a:extLst>
                <a:ext uri="{FF2B5EF4-FFF2-40B4-BE49-F238E27FC236}">
                  <a16:creationId xmlns:a16="http://schemas.microsoft.com/office/drawing/2014/main" id="{4DCDBC88-51BE-45DC-8362-A19DB0956E5B}"/>
                </a:ext>
              </a:extLst>
            </p:cNvPr>
            <p:cNvSpPr>
              <a:spLocks/>
            </p:cNvSpPr>
            <p:nvPr/>
          </p:nvSpPr>
          <p:spPr bwMode="auto">
            <a:xfrm>
              <a:off x="1817688" y="1296989"/>
              <a:ext cx="74613" cy="115888"/>
            </a:xfrm>
            <a:custGeom>
              <a:avLst/>
              <a:gdLst>
                <a:gd name="T0" fmla="*/ 2 w 20"/>
                <a:gd name="T1" fmla="*/ 30 h 31"/>
                <a:gd name="T2" fmla="*/ 5 w 20"/>
                <a:gd name="T3" fmla="*/ 29 h 31"/>
                <a:gd name="T4" fmla="*/ 20 w 20"/>
                <a:gd name="T5" fmla="*/ 4 h 31"/>
                <a:gd name="T6" fmla="*/ 19 w 20"/>
                <a:gd name="T7" fmla="*/ 1 h 31"/>
                <a:gd name="T8" fmla="*/ 18 w 20"/>
                <a:gd name="T9" fmla="*/ 0 h 31"/>
                <a:gd name="T10" fmla="*/ 16 w 20"/>
                <a:gd name="T11" fmla="*/ 2 h 31"/>
                <a:gd name="T12" fmla="*/ 1 w 20"/>
                <a:gd name="T13" fmla="*/ 27 h 31"/>
                <a:gd name="T14" fmla="*/ 2 w 2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 h="31">
                  <a:moveTo>
                    <a:pt x="2" y="30"/>
                  </a:moveTo>
                  <a:cubicBezTo>
                    <a:pt x="3" y="31"/>
                    <a:pt x="4" y="31"/>
                    <a:pt x="5" y="29"/>
                  </a:cubicBezTo>
                  <a:cubicBezTo>
                    <a:pt x="20" y="4"/>
                    <a:pt x="20" y="4"/>
                    <a:pt x="20" y="4"/>
                  </a:cubicBezTo>
                  <a:cubicBezTo>
                    <a:pt x="20" y="3"/>
                    <a:pt x="20" y="1"/>
                    <a:pt x="19" y="1"/>
                  </a:cubicBezTo>
                  <a:cubicBezTo>
                    <a:pt x="19" y="0"/>
                    <a:pt x="18" y="0"/>
                    <a:pt x="18" y="0"/>
                  </a:cubicBezTo>
                  <a:cubicBezTo>
                    <a:pt x="17" y="0"/>
                    <a:pt x="16" y="1"/>
                    <a:pt x="16" y="2"/>
                  </a:cubicBezTo>
                  <a:cubicBezTo>
                    <a:pt x="1" y="27"/>
                    <a:pt x="1" y="27"/>
                    <a:pt x="1" y="27"/>
                  </a:cubicBezTo>
                  <a:cubicBezTo>
                    <a:pt x="0" y="28"/>
                    <a:pt x="1" y="30"/>
                    <a:pt x="2" y="30"/>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sp>
        <p:nvSpPr>
          <p:cNvPr id="68" name="Freeform 111">
            <a:extLst>
              <a:ext uri="{FF2B5EF4-FFF2-40B4-BE49-F238E27FC236}">
                <a16:creationId xmlns:a16="http://schemas.microsoft.com/office/drawing/2014/main" id="{0DF72E7F-70D6-4A5D-98C3-4F9EC858A78D}"/>
              </a:ext>
            </a:extLst>
          </p:cNvPr>
          <p:cNvSpPr>
            <a:spLocks noEditPoints="1"/>
          </p:cNvSpPr>
          <p:nvPr/>
        </p:nvSpPr>
        <p:spPr bwMode="auto">
          <a:xfrm>
            <a:off x="10823284" y="1366708"/>
            <a:ext cx="468000" cy="437996"/>
          </a:xfrm>
          <a:custGeom>
            <a:avLst/>
            <a:gdLst>
              <a:gd name="T0" fmla="*/ 98 w 132"/>
              <a:gd name="T1" fmla="*/ 9 h 128"/>
              <a:gd name="T2" fmla="*/ 11 w 132"/>
              <a:gd name="T3" fmla="*/ 32 h 128"/>
              <a:gd name="T4" fmla="*/ 34 w 132"/>
              <a:gd name="T5" fmla="*/ 119 h 128"/>
              <a:gd name="T6" fmla="*/ 121 w 132"/>
              <a:gd name="T7" fmla="*/ 96 h 128"/>
              <a:gd name="T8" fmla="*/ 125 w 132"/>
              <a:gd name="T9" fmla="*/ 55 h 128"/>
              <a:gd name="T10" fmla="*/ 125 w 132"/>
              <a:gd name="T11" fmla="*/ 65 h 128"/>
              <a:gd name="T12" fmla="*/ 97 w 132"/>
              <a:gd name="T13" fmla="*/ 79 h 128"/>
              <a:gd name="T14" fmla="*/ 125 w 132"/>
              <a:gd name="T15" fmla="*/ 55 h 128"/>
              <a:gd name="T16" fmla="*/ 123 w 132"/>
              <a:gd name="T17" fmla="*/ 46 h 128"/>
              <a:gd name="T18" fmla="*/ 93 w 132"/>
              <a:gd name="T19" fmla="*/ 77 h 128"/>
              <a:gd name="T20" fmla="*/ 119 w 132"/>
              <a:gd name="T21" fmla="*/ 36 h 128"/>
              <a:gd name="T22" fmla="*/ 111 w 132"/>
              <a:gd name="T23" fmla="*/ 25 h 128"/>
              <a:gd name="T24" fmla="*/ 116 w 132"/>
              <a:gd name="T25" fmla="*/ 31 h 128"/>
              <a:gd name="T26" fmla="*/ 79 w 132"/>
              <a:gd name="T27" fmla="*/ 69 h 128"/>
              <a:gd name="T28" fmla="*/ 110 w 132"/>
              <a:gd name="T29" fmla="*/ 24 h 128"/>
              <a:gd name="T30" fmla="*/ 68 w 132"/>
              <a:gd name="T31" fmla="*/ 5 h 128"/>
              <a:gd name="T32" fmla="*/ 77 w 132"/>
              <a:gd name="T33" fmla="*/ 6 h 128"/>
              <a:gd name="T34" fmla="*/ 68 w 132"/>
              <a:gd name="T35" fmla="*/ 17 h 128"/>
              <a:gd name="T36" fmla="*/ 68 w 132"/>
              <a:gd name="T37" fmla="*/ 24 h 128"/>
              <a:gd name="T38" fmla="*/ 85 w 132"/>
              <a:gd name="T39" fmla="*/ 8 h 128"/>
              <a:gd name="T40" fmla="*/ 95 w 132"/>
              <a:gd name="T41" fmla="*/ 12 h 128"/>
              <a:gd name="T42" fmla="*/ 68 w 132"/>
              <a:gd name="T43" fmla="*/ 24 h 128"/>
              <a:gd name="T44" fmla="*/ 99 w 132"/>
              <a:gd name="T45" fmla="*/ 14 h 128"/>
              <a:gd name="T46" fmla="*/ 106 w 132"/>
              <a:gd name="T47" fmla="*/ 20 h 128"/>
              <a:gd name="T48" fmla="*/ 68 w 132"/>
              <a:gd name="T49" fmla="*/ 59 h 128"/>
              <a:gd name="T50" fmla="*/ 115 w 132"/>
              <a:gd name="T51" fmla="*/ 97 h 128"/>
              <a:gd name="T52" fmla="*/ 95 w 132"/>
              <a:gd name="T53" fmla="*/ 116 h 128"/>
              <a:gd name="T54" fmla="*/ 51 w 132"/>
              <a:gd name="T55" fmla="*/ 121 h 128"/>
              <a:gd name="T56" fmla="*/ 19 w 132"/>
              <a:gd name="T57" fmla="*/ 100 h 128"/>
              <a:gd name="T58" fmla="*/ 7 w 132"/>
              <a:gd name="T59" fmla="*/ 57 h 128"/>
              <a:gd name="T60" fmla="*/ 24 w 132"/>
              <a:gd name="T61" fmla="*/ 22 h 128"/>
              <a:gd name="T62" fmla="*/ 62 w 132"/>
              <a:gd name="T63" fmla="*/ 5 h 128"/>
              <a:gd name="T64" fmla="*/ 64 w 132"/>
              <a:gd name="T65" fmla="*/ 64 h 128"/>
              <a:gd name="T66" fmla="*/ 116 w 132"/>
              <a:gd name="T67" fmla="*/ 96 h 128"/>
              <a:gd name="T68" fmla="*/ 119 w 132"/>
              <a:gd name="T69" fmla="*/ 92 h 128"/>
              <a:gd name="T70" fmla="*/ 125 w 132"/>
              <a:gd name="T71" fmla="*/ 72 h 128"/>
              <a:gd name="T72" fmla="*/ 119 w 132"/>
              <a:gd name="T73" fmla="*/ 9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32" h="128">
                <a:moveTo>
                  <a:pt x="128" y="47"/>
                </a:moveTo>
                <a:cubicBezTo>
                  <a:pt x="123" y="31"/>
                  <a:pt x="113" y="17"/>
                  <a:pt x="98" y="9"/>
                </a:cubicBezTo>
                <a:cubicBezTo>
                  <a:pt x="88" y="3"/>
                  <a:pt x="77" y="0"/>
                  <a:pt x="66" y="0"/>
                </a:cubicBezTo>
                <a:cubicBezTo>
                  <a:pt x="43" y="0"/>
                  <a:pt x="22" y="12"/>
                  <a:pt x="11" y="32"/>
                </a:cubicBezTo>
                <a:cubicBezTo>
                  <a:pt x="2" y="47"/>
                  <a:pt x="0" y="64"/>
                  <a:pt x="4" y="81"/>
                </a:cubicBezTo>
                <a:cubicBezTo>
                  <a:pt x="9" y="97"/>
                  <a:pt x="19" y="111"/>
                  <a:pt x="34" y="119"/>
                </a:cubicBezTo>
                <a:cubicBezTo>
                  <a:pt x="44" y="125"/>
                  <a:pt x="55" y="128"/>
                  <a:pt x="66" y="128"/>
                </a:cubicBezTo>
                <a:cubicBezTo>
                  <a:pt x="89" y="128"/>
                  <a:pt x="110" y="116"/>
                  <a:pt x="121" y="96"/>
                </a:cubicBezTo>
                <a:cubicBezTo>
                  <a:pt x="130" y="81"/>
                  <a:pt x="132" y="64"/>
                  <a:pt x="128" y="47"/>
                </a:cubicBezTo>
                <a:close/>
                <a:moveTo>
                  <a:pt x="125" y="55"/>
                </a:moveTo>
                <a:cubicBezTo>
                  <a:pt x="125" y="58"/>
                  <a:pt x="125" y="61"/>
                  <a:pt x="125" y="65"/>
                </a:cubicBezTo>
                <a:cubicBezTo>
                  <a:pt x="125" y="65"/>
                  <a:pt x="125" y="65"/>
                  <a:pt x="125" y="65"/>
                </a:cubicBezTo>
                <a:cubicBezTo>
                  <a:pt x="106" y="84"/>
                  <a:pt x="106" y="84"/>
                  <a:pt x="106" y="84"/>
                </a:cubicBezTo>
                <a:cubicBezTo>
                  <a:pt x="97" y="79"/>
                  <a:pt x="97" y="79"/>
                  <a:pt x="97" y="79"/>
                </a:cubicBezTo>
                <a:cubicBezTo>
                  <a:pt x="124" y="52"/>
                  <a:pt x="124" y="52"/>
                  <a:pt x="124" y="52"/>
                </a:cubicBezTo>
                <a:lnTo>
                  <a:pt x="125" y="55"/>
                </a:lnTo>
                <a:close/>
                <a:moveTo>
                  <a:pt x="120" y="38"/>
                </a:moveTo>
                <a:cubicBezTo>
                  <a:pt x="121" y="41"/>
                  <a:pt x="122" y="43"/>
                  <a:pt x="123" y="46"/>
                </a:cubicBezTo>
                <a:cubicBezTo>
                  <a:pt x="123" y="47"/>
                  <a:pt x="123" y="47"/>
                  <a:pt x="123" y="47"/>
                </a:cubicBezTo>
                <a:cubicBezTo>
                  <a:pt x="93" y="77"/>
                  <a:pt x="93" y="77"/>
                  <a:pt x="93" y="77"/>
                </a:cubicBezTo>
                <a:cubicBezTo>
                  <a:pt x="84" y="71"/>
                  <a:pt x="84" y="71"/>
                  <a:pt x="84" y="71"/>
                </a:cubicBezTo>
                <a:cubicBezTo>
                  <a:pt x="119" y="36"/>
                  <a:pt x="119" y="36"/>
                  <a:pt x="119" y="36"/>
                </a:cubicBezTo>
                <a:lnTo>
                  <a:pt x="120" y="38"/>
                </a:lnTo>
                <a:close/>
                <a:moveTo>
                  <a:pt x="111" y="25"/>
                </a:moveTo>
                <a:cubicBezTo>
                  <a:pt x="112" y="26"/>
                  <a:pt x="113" y="27"/>
                  <a:pt x="113" y="28"/>
                </a:cubicBezTo>
                <a:cubicBezTo>
                  <a:pt x="114" y="29"/>
                  <a:pt x="115" y="30"/>
                  <a:pt x="116" y="31"/>
                </a:cubicBezTo>
                <a:cubicBezTo>
                  <a:pt x="116" y="32"/>
                  <a:pt x="116" y="32"/>
                  <a:pt x="116" y="32"/>
                </a:cubicBezTo>
                <a:cubicBezTo>
                  <a:pt x="79" y="69"/>
                  <a:pt x="79" y="69"/>
                  <a:pt x="79" y="69"/>
                </a:cubicBezTo>
                <a:cubicBezTo>
                  <a:pt x="70" y="64"/>
                  <a:pt x="70" y="64"/>
                  <a:pt x="70" y="64"/>
                </a:cubicBezTo>
                <a:cubicBezTo>
                  <a:pt x="110" y="24"/>
                  <a:pt x="110" y="24"/>
                  <a:pt x="110" y="24"/>
                </a:cubicBezTo>
                <a:lnTo>
                  <a:pt x="111" y="25"/>
                </a:lnTo>
                <a:close/>
                <a:moveTo>
                  <a:pt x="68" y="5"/>
                </a:moveTo>
                <a:cubicBezTo>
                  <a:pt x="70" y="5"/>
                  <a:pt x="70" y="5"/>
                  <a:pt x="70" y="5"/>
                </a:cubicBezTo>
                <a:cubicBezTo>
                  <a:pt x="72" y="5"/>
                  <a:pt x="75" y="5"/>
                  <a:pt x="77" y="6"/>
                </a:cubicBezTo>
                <a:cubicBezTo>
                  <a:pt x="80" y="6"/>
                  <a:pt x="80" y="6"/>
                  <a:pt x="80" y="6"/>
                </a:cubicBezTo>
                <a:cubicBezTo>
                  <a:pt x="68" y="17"/>
                  <a:pt x="68" y="17"/>
                  <a:pt x="68" y="17"/>
                </a:cubicBezTo>
                <a:lnTo>
                  <a:pt x="68" y="5"/>
                </a:lnTo>
                <a:close/>
                <a:moveTo>
                  <a:pt x="68" y="24"/>
                </a:moveTo>
                <a:cubicBezTo>
                  <a:pt x="85" y="8"/>
                  <a:pt x="85" y="8"/>
                  <a:pt x="85" y="8"/>
                </a:cubicBezTo>
                <a:cubicBezTo>
                  <a:pt x="85" y="8"/>
                  <a:pt x="85" y="8"/>
                  <a:pt x="85" y="8"/>
                </a:cubicBezTo>
                <a:cubicBezTo>
                  <a:pt x="88" y="9"/>
                  <a:pt x="91" y="10"/>
                  <a:pt x="93" y="11"/>
                </a:cubicBezTo>
                <a:cubicBezTo>
                  <a:pt x="95" y="12"/>
                  <a:pt x="95" y="12"/>
                  <a:pt x="95" y="12"/>
                </a:cubicBezTo>
                <a:cubicBezTo>
                  <a:pt x="68" y="38"/>
                  <a:pt x="68" y="38"/>
                  <a:pt x="68" y="38"/>
                </a:cubicBezTo>
                <a:lnTo>
                  <a:pt x="68" y="24"/>
                </a:lnTo>
                <a:close/>
                <a:moveTo>
                  <a:pt x="68" y="45"/>
                </a:moveTo>
                <a:cubicBezTo>
                  <a:pt x="99" y="14"/>
                  <a:pt x="99" y="14"/>
                  <a:pt x="99" y="14"/>
                </a:cubicBezTo>
                <a:cubicBezTo>
                  <a:pt x="100" y="15"/>
                  <a:pt x="100" y="15"/>
                  <a:pt x="100" y="15"/>
                </a:cubicBezTo>
                <a:cubicBezTo>
                  <a:pt x="102" y="17"/>
                  <a:pt x="104" y="18"/>
                  <a:pt x="106" y="20"/>
                </a:cubicBezTo>
                <a:cubicBezTo>
                  <a:pt x="107" y="21"/>
                  <a:pt x="107" y="21"/>
                  <a:pt x="107" y="21"/>
                </a:cubicBezTo>
                <a:cubicBezTo>
                  <a:pt x="68" y="59"/>
                  <a:pt x="68" y="59"/>
                  <a:pt x="68" y="59"/>
                </a:cubicBezTo>
                <a:lnTo>
                  <a:pt x="68" y="45"/>
                </a:lnTo>
                <a:close/>
                <a:moveTo>
                  <a:pt x="115" y="97"/>
                </a:moveTo>
                <a:cubicBezTo>
                  <a:pt x="113" y="100"/>
                  <a:pt x="111" y="104"/>
                  <a:pt x="108" y="106"/>
                </a:cubicBezTo>
                <a:cubicBezTo>
                  <a:pt x="104" y="110"/>
                  <a:pt x="100" y="113"/>
                  <a:pt x="95" y="116"/>
                </a:cubicBezTo>
                <a:cubicBezTo>
                  <a:pt x="86" y="121"/>
                  <a:pt x="76" y="123"/>
                  <a:pt x="66" y="123"/>
                </a:cubicBezTo>
                <a:cubicBezTo>
                  <a:pt x="61" y="123"/>
                  <a:pt x="56" y="123"/>
                  <a:pt x="51" y="121"/>
                </a:cubicBezTo>
                <a:cubicBezTo>
                  <a:pt x="46" y="120"/>
                  <a:pt x="41" y="118"/>
                  <a:pt x="36" y="115"/>
                </a:cubicBezTo>
                <a:cubicBezTo>
                  <a:pt x="29" y="111"/>
                  <a:pt x="23" y="106"/>
                  <a:pt x="19" y="100"/>
                </a:cubicBezTo>
                <a:cubicBezTo>
                  <a:pt x="14" y="94"/>
                  <a:pt x="11" y="87"/>
                  <a:pt x="9" y="79"/>
                </a:cubicBezTo>
                <a:cubicBezTo>
                  <a:pt x="7" y="72"/>
                  <a:pt x="6" y="64"/>
                  <a:pt x="7" y="57"/>
                </a:cubicBezTo>
                <a:cubicBezTo>
                  <a:pt x="8" y="49"/>
                  <a:pt x="11" y="41"/>
                  <a:pt x="15" y="34"/>
                </a:cubicBezTo>
                <a:cubicBezTo>
                  <a:pt x="17" y="30"/>
                  <a:pt x="21" y="25"/>
                  <a:pt x="24" y="22"/>
                </a:cubicBezTo>
                <a:cubicBezTo>
                  <a:pt x="28" y="18"/>
                  <a:pt x="32" y="15"/>
                  <a:pt x="37" y="12"/>
                </a:cubicBezTo>
                <a:cubicBezTo>
                  <a:pt x="44" y="8"/>
                  <a:pt x="53" y="5"/>
                  <a:pt x="62" y="5"/>
                </a:cubicBezTo>
                <a:cubicBezTo>
                  <a:pt x="64" y="5"/>
                  <a:pt x="64" y="5"/>
                  <a:pt x="64" y="5"/>
                </a:cubicBezTo>
                <a:cubicBezTo>
                  <a:pt x="64" y="64"/>
                  <a:pt x="64" y="64"/>
                  <a:pt x="64" y="64"/>
                </a:cubicBezTo>
                <a:cubicBezTo>
                  <a:pt x="64" y="65"/>
                  <a:pt x="64" y="66"/>
                  <a:pt x="65" y="66"/>
                </a:cubicBezTo>
                <a:cubicBezTo>
                  <a:pt x="116" y="96"/>
                  <a:pt x="116" y="96"/>
                  <a:pt x="116" y="96"/>
                </a:cubicBezTo>
                <a:lnTo>
                  <a:pt x="115" y="97"/>
                </a:lnTo>
                <a:close/>
                <a:moveTo>
                  <a:pt x="119" y="92"/>
                </a:moveTo>
                <a:cubicBezTo>
                  <a:pt x="110" y="87"/>
                  <a:pt x="110" y="87"/>
                  <a:pt x="110" y="87"/>
                </a:cubicBezTo>
                <a:cubicBezTo>
                  <a:pt x="125" y="72"/>
                  <a:pt x="125" y="72"/>
                  <a:pt x="125" y="72"/>
                </a:cubicBezTo>
                <a:cubicBezTo>
                  <a:pt x="124" y="77"/>
                  <a:pt x="124" y="77"/>
                  <a:pt x="124" y="77"/>
                </a:cubicBezTo>
                <a:cubicBezTo>
                  <a:pt x="123" y="81"/>
                  <a:pt x="121" y="86"/>
                  <a:pt x="119" y="90"/>
                </a:cubicBezTo>
                <a:lnTo>
                  <a:pt x="119" y="92"/>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nvGrpSpPr>
          <p:cNvPr id="69" name="组合 68">
            <a:extLst>
              <a:ext uri="{FF2B5EF4-FFF2-40B4-BE49-F238E27FC236}">
                <a16:creationId xmlns:a16="http://schemas.microsoft.com/office/drawing/2014/main" id="{1A191349-7909-4978-8A5C-D3E81388E6A6}"/>
              </a:ext>
            </a:extLst>
          </p:cNvPr>
          <p:cNvGrpSpPr/>
          <p:nvPr/>
        </p:nvGrpSpPr>
        <p:grpSpPr>
          <a:xfrm>
            <a:off x="5476661" y="3710172"/>
            <a:ext cx="468000" cy="468000"/>
            <a:chOff x="4411663" y="304800"/>
            <a:chExt cx="481013" cy="481013"/>
          </a:xfrm>
          <a:solidFill>
            <a:schemeClr val="accent4"/>
          </a:solidFill>
        </p:grpSpPr>
        <p:sp>
          <p:nvSpPr>
            <p:cNvPr id="70" name="Freeform 228">
              <a:extLst>
                <a:ext uri="{FF2B5EF4-FFF2-40B4-BE49-F238E27FC236}">
                  <a16:creationId xmlns:a16="http://schemas.microsoft.com/office/drawing/2014/main" id="{8C7B4F8A-967B-4372-B83D-65139D319DAE}"/>
                </a:ext>
              </a:extLst>
            </p:cNvPr>
            <p:cNvSpPr>
              <a:spLocks noEditPoints="1"/>
            </p:cNvSpPr>
            <p:nvPr/>
          </p:nvSpPr>
          <p:spPr bwMode="auto">
            <a:xfrm>
              <a:off x="4411663" y="304800"/>
              <a:ext cx="481013" cy="481013"/>
            </a:xfrm>
            <a:custGeom>
              <a:avLst/>
              <a:gdLst>
                <a:gd name="T0" fmla="*/ 64 w 128"/>
                <a:gd name="T1" fmla="*/ 0 h 128"/>
                <a:gd name="T2" fmla="*/ 0 w 128"/>
                <a:gd name="T3" fmla="*/ 64 h 128"/>
                <a:gd name="T4" fmla="*/ 64 w 128"/>
                <a:gd name="T5" fmla="*/ 128 h 128"/>
                <a:gd name="T6" fmla="*/ 128 w 128"/>
                <a:gd name="T7" fmla="*/ 64 h 128"/>
                <a:gd name="T8" fmla="*/ 64 w 128"/>
                <a:gd name="T9" fmla="*/ 0 h 128"/>
                <a:gd name="T10" fmla="*/ 106 w 128"/>
                <a:gd name="T11" fmla="*/ 106 h 128"/>
                <a:gd name="T12" fmla="*/ 87 w 128"/>
                <a:gd name="T13" fmla="*/ 119 h 128"/>
                <a:gd name="T14" fmla="*/ 64 w 128"/>
                <a:gd name="T15" fmla="*/ 123 h 128"/>
                <a:gd name="T16" fmla="*/ 41 w 128"/>
                <a:gd name="T17" fmla="*/ 119 h 128"/>
                <a:gd name="T18" fmla="*/ 22 w 128"/>
                <a:gd name="T19" fmla="*/ 106 h 128"/>
                <a:gd name="T20" fmla="*/ 9 w 128"/>
                <a:gd name="T21" fmla="*/ 87 h 128"/>
                <a:gd name="T22" fmla="*/ 5 w 128"/>
                <a:gd name="T23" fmla="*/ 64 h 128"/>
                <a:gd name="T24" fmla="*/ 9 w 128"/>
                <a:gd name="T25" fmla="*/ 41 h 128"/>
                <a:gd name="T26" fmla="*/ 22 w 128"/>
                <a:gd name="T27" fmla="*/ 22 h 128"/>
                <a:gd name="T28" fmla="*/ 41 w 128"/>
                <a:gd name="T29" fmla="*/ 9 h 128"/>
                <a:gd name="T30" fmla="*/ 87 w 128"/>
                <a:gd name="T31" fmla="*/ 9 h 128"/>
                <a:gd name="T32" fmla="*/ 106 w 128"/>
                <a:gd name="T33" fmla="*/ 22 h 128"/>
                <a:gd name="T34" fmla="*/ 119 w 128"/>
                <a:gd name="T35" fmla="*/ 41 h 128"/>
                <a:gd name="T36" fmla="*/ 123 w 128"/>
                <a:gd name="T37" fmla="*/ 64 h 128"/>
                <a:gd name="T38" fmla="*/ 119 w 128"/>
                <a:gd name="T39" fmla="*/ 87 h 128"/>
                <a:gd name="T40" fmla="*/ 106 w 128"/>
                <a:gd name="T41" fmla="*/ 10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8" h="128">
                  <a:moveTo>
                    <a:pt x="64" y="0"/>
                  </a:moveTo>
                  <a:cubicBezTo>
                    <a:pt x="29" y="0"/>
                    <a:pt x="0" y="29"/>
                    <a:pt x="0" y="64"/>
                  </a:cubicBezTo>
                  <a:cubicBezTo>
                    <a:pt x="0" y="99"/>
                    <a:pt x="29" y="128"/>
                    <a:pt x="64" y="128"/>
                  </a:cubicBezTo>
                  <a:cubicBezTo>
                    <a:pt x="99" y="128"/>
                    <a:pt x="128" y="99"/>
                    <a:pt x="128" y="64"/>
                  </a:cubicBezTo>
                  <a:cubicBezTo>
                    <a:pt x="128" y="29"/>
                    <a:pt x="99" y="0"/>
                    <a:pt x="64" y="0"/>
                  </a:cubicBezTo>
                  <a:close/>
                  <a:moveTo>
                    <a:pt x="106" y="106"/>
                  </a:moveTo>
                  <a:cubicBezTo>
                    <a:pt x="101" y="111"/>
                    <a:pt x="94" y="116"/>
                    <a:pt x="87" y="119"/>
                  </a:cubicBezTo>
                  <a:cubicBezTo>
                    <a:pt x="80" y="122"/>
                    <a:pt x="72" y="123"/>
                    <a:pt x="64" y="123"/>
                  </a:cubicBezTo>
                  <a:cubicBezTo>
                    <a:pt x="56" y="123"/>
                    <a:pt x="48" y="122"/>
                    <a:pt x="41" y="119"/>
                  </a:cubicBezTo>
                  <a:cubicBezTo>
                    <a:pt x="34" y="116"/>
                    <a:pt x="27" y="111"/>
                    <a:pt x="22" y="106"/>
                  </a:cubicBezTo>
                  <a:cubicBezTo>
                    <a:pt x="17" y="101"/>
                    <a:pt x="12" y="94"/>
                    <a:pt x="9" y="87"/>
                  </a:cubicBezTo>
                  <a:cubicBezTo>
                    <a:pt x="6" y="80"/>
                    <a:pt x="5" y="72"/>
                    <a:pt x="5" y="64"/>
                  </a:cubicBezTo>
                  <a:cubicBezTo>
                    <a:pt x="5" y="56"/>
                    <a:pt x="6" y="48"/>
                    <a:pt x="9" y="41"/>
                  </a:cubicBezTo>
                  <a:cubicBezTo>
                    <a:pt x="12" y="34"/>
                    <a:pt x="17" y="27"/>
                    <a:pt x="22" y="22"/>
                  </a:cubicBezTo>
                  <a:cubicBezTo>
                    <a:pt x="27" y="17"/>
                    <a:pt x="34" y="12"/>
                    <a:pt x="41" y="9"/>
                  </a:cubicBezTo>
                  <a:cubicBezTo>
                    <a:pt x="56" y="3"/>
                    <a:pt x="72" y="3"/>
                    <a:pt x="87" y="9"/>
                  </a:cubicBezTo>
                  <a:cubicBezTo>
                    <a:pt x="94" y="12"/>
                    <a:pt x="101" y="17"/>
                    <a:pt x="106" y="22"/>
                  </a:cubicBezTo>
                  <a:cubicBezTo>
                    <a:pt x="111" y="27"/>
                    <a:pt x="116" y="34"/>
                    <a:pt x="119" y="41"/>
                  </a:cubicBezTo>
                  <a:cubicBezTo>
                    <a:pt x="122" y="48"/>
                    <a:pt x="123" y="56"/>
                    <a:pt x="123" y="64"/>
                  </a:cubicBezTo>
                  <a:cubicBezTo>
                    <a:pt x="123" y="72"/>
                    <a:pt x="122" y="80"/>
                    <a:pt x="119" y="87"/>
                  </a:cubicBezTo>
                  <a:cubicBezTo>
                    <a:pt x="116" y="94"/>
                    <a:pt x="112" y="101"/>
                    <a:pt x="106" y="106"/>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71" name="Oval 229">
              <a:extLst>
                <a:ext uri="{FF2B5EF4-FFF2-40B4-BE49-F238E27FC236}">
                  <a16:creationId xmlns:a16="http://schemas.microsoft.com/office/drawing/2014/main" id="{0FC983F2-054C-456F-9FC7-6D861316DC09}"/>
                </a:ext>
              </a:extLst>
            </p:cNvPr>
            <p:cNvSpPr>
              <a:spLocks noChangeArrowheads="1"/>
            </p:cNvSpPr>
            <p:nvPr/>
          </p:nvSpPr>
          <p:spPr bwMode="auto">
            <a:xfrm>
              <a:off x="4637088" y="530225"/>
              <a:ext cx="30163" cy="30163"/>
            </a:xfrm>
            <a:prstGeom prst="ellipse">
              <a:avLst/>
            </a:pr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72" name="Freeform 230">
              <a:extLst>
                <a:ext uri="{FF2B5EF4-FFF2-40B4-BE49-F238E27FC236}">
                  <a16:creationId xmlns:a16="http://schemas.microsoft.com/office/drawing/2014/main" id="{DF4C1738-D1CA-4F58-9164-5D75F9BE6A89}"/>
                </a:ext>
              </a:extLst>
            </p:cNvPr>
            <p:cNvSpPr>
              <a:spLocks noEditPoints="1"/>
            </p:cNvSpPr>
            <p:nvPr/>
          </p:nvSpPr>
          <p:spPr bwMode="auto">
            <a:xfrm>
              <a:off x="4576763" y="381000"/>
              <a:ext cx="150813" cy="330200"/>
            </a:xfrm>
            <a:custGeom>
              <a:avLst/>
              <a:gdLst>
                <a:gd name="T0" fmla="*/ 40 w 40"/>
                <a:gd name="T1" fmla="*/ 43 h 88"/>
                <a:gd name="T2" fmla="*/ 40 w 40"/>
                <a:gd name="T3" fmla="*/ 43 h 88"/>
                <a:gd name="T4" fmla="*/ 22 w 40"/>
                <a:gd name="T5" fmla="*/ 2 h 88"/>
                <a:gd name="T6" fmla="*/ 18 w 40"/>
                <a:gd name="T7" fmla="*/ 2 h 88"/>
                <a:gd name="T8" fmla="*/ 0 w 40"/>
                <a:gd name="T9" fmla="*/ 43 h 88"/>
                <a:gd name="T10" fmla="*/ 0 w 40"/>
                <a:gd name="T11" fmla="*/ 44 h 88"/>
                <a:gd name="T12" fmla="*/ 0 w 40"/>
                <a:gd name="T13" fmla="*/ 45 h 88"/>
                <a:gd name="T14" fmla="*/ 0 w 40"/>
                <a:gd name="T15" fmla="*/ 45 h 88"/>
                <a:gd name="T16" fmla="*/ 18 w 40"/>
                <a:gd name="T17" fmla="*/ 86 h 88"/>
                <a:gd name="T18" fmla="*/ 22 w 40"/>
                <a:gd name="T19" fmla="*/ 86 h 88"/>
                <a:gd name="T20" fmla="*/ 40 w 40"/>
                <a:gd name="T21" fmla="*/ 45 h 88"/>
                <a:gd name="T22" fmla="*/ 40 w 40"/>
                <a:gd name="T23" fmla="*/ 44 h 88"/>
                <a:gd name="T24" fmla="*/ 40 w 40"/>
                <a:gd name="T25" fmla="*/ 44 h 88"/>
                <a:gd name="T26" fmla="*/ 40 w 40"/>
                <a:gd name="T27" fmla="*/ 44 h 88"/>
                <a:gd name="T28" fmla="*/ 40 w 40"/>
                <a:gd name="T29" fmla="*/ 43 h 88"/>
                <a:gd name="T30" fmla="*/ 20 w 40"/>
                <a:gd name="T31" fmla="*/ 80 h 88"/>
                <a:gd name="T32" fmla="*/ 4 w 40"/>
                <a:gd name="T33" fmla="*/ 44 h 88"/>
                <a:gd name="T34" fmla="*/ 20 w 40"/>
                <a:gd name="T35" fmla="*/ 9 h 88"/>
                <a:gd name="T36" fmla="*/ 36 w 40"/>
                <a:gd name="T37" fmla="*/ 44 h 88"/>
                <a:gd name="T38" fmla="*/ 20 w 40"/>
                <a:gd name="T39" fmla="*/ 8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0" h="88">
                  <a:moveTo>
                    <a:pt x="40" y="43"/>
                  </a:moveTo>
                  <a:cubicBezTo>
                    <a:pt x="40" y="43"/>
                    <a:pt x="40" y="43"/>
                    <a:pt x="40" y="43"/>
                  </a:cubicBezTo>
                  <a:cubicBezTo>
                    <a:pt x="22" y="2"/>
                    <a:pt x="22" y="2"/>
                    <a:pt x="22" y="2"/>
                  </a:cubicBezTo>
                  <a:cubicBezTo>
                    <a:pt x="21" y="0"/>
                    <a:pt x="19" y="0"/>
                    <a:pt x="18" y="2"/>
                  </a:cubicBezTo>
                  <a:cubicBezTo>
                    <a:pt x="0" y="43"/>
                    <a:pt x="0" y="43"/>
                    <a:pt x="0" y="43"/>
                  </a:cubicBezTo>
                  <a:cubicBezTo>
                    <a:pt x="0" y="43"/>
                    <a:pt x="0" y="44"/>
                    <a:pt x="0" y="44"/>
                  </a:cubicBezTo>
                  <a:cubicBezTo>
                    <a:pt x="0" y="44"/>
                    <a:pt x="0" y="45"/>
                    <a:pt x="0" y="45"/>
                  </a:cubicBezTo>
                  <a:cubicBezTo>
                    <a:pt x="0" y="45"/>
                    <a:pt x="0" y="45"/>
                    <a:pt x="0" y="45"/>
                  </a:cubicBezTo>
                  <a:cubicBezTo>
                    <a:pt x="18" y="86"/>
                    <a:pt x="18" y="86"/>
                    <a:pt x="18" y="86"/>
                  </a:cubicBezTo>
                  <a:cubicBezTo>
                    <a:pt x="19" y="88"/>
                    <a:pt x="21" y="88"/>
                    <a:pt x="22" y="86"/>
                  </a:cubicBezTo>
                  <a:cubicBezTo>
                    <a:pt x="40" y="45"/>
                    <a:pt x="40" y="45"/>
                    <a:pt x="40" y="45"/>
                  </a:cubicBezTo>
                  <a:cubicBezTo>
                    <a:pt x="40" y="45"/>
                    <a:pt x="40" y="44"/>
                    <a:pt x="40" y="44"/>
                  </a:cubicBezTo>
                  <a:cubicBezTo>
                    <a:pt x="40" y="44"/>
                    <a:pt x="40" y="44"/>
                    <a:pt x="40" y="44"/>
                  </a:cubicBezTo>
                  <a:cubicBezTo>
                    <a:pt x="40" y="44"/>
                    <a:pt x="40" y="44"/>
                    <a:pt x="40" y="44"/>
                  </a:cubicBezTo>
                  <a:cubicBezTo>
                    <a:pt x="40" y="44"/>
                    <a:pt x="40" y="43"/>
                    <a:pt x="40" y="43"/>
                  </a:cubicBezTo>
                  <a:close/>
                  <a:moveTo>
                    <a:pt x="20" y="80"/>
                  </a:moveTo>
                  <a:cubicBezTo>
                    <a:pt x="4" y="44"/>
                    <a:pt x="4" y="44"/>
                    <a:pt x="4" y="44"/>
                  </a:cubicBezTo>
                  <a:cubicBezTo>
                    <a:pt x="20" y="9"/>
                    <a:pt x="20" y="9"/>
                    <a:pt x="20" y="9"/>
                  </a:cubicBezTo>
                  <a:cubicBezTo>
                    <a:pt x="36" y="44"/>
                    <a:pt x="36" y="44"/>
                    <a:pt x="36" y="44"/>
                  </a:cubicBezTo>
                  <a:lnTo>
                    <a:pt x="20" y="8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spTree>
    <p:extLst>
      <p:ext uri="{BB962C8B-B14F-4D97-AF65-F5344CB8AC3E}">
        <p14:creationId xmlns:p14="http://schemas.microsoft.com/office/powerpoint/2010/main" val="3952468771"/>
      </p:ext>
    </p:extLst>
  </p:cSld>
  <p:clrMapOvr>
    <a:masterClrMapping/>
  </p:clrMapOvr>
  <p:transition spd="med">
    <p:pull/>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四个观点</a:t>
            </a:r>
          </a:p>
        </p:txBody>
      </p:sp>
      <p:sp>
        <p:nvSpPr>
          <p:cNvPr id="100" name="ïşlïďè">
            <a:extLst>
              <a:ext uri="{FF2B5EF4-FFF2-40B4-BE49-F238E27FC236}">
                <a16:creationId xmlns:a16="http://schemas.microsoft.com/office/drawing/2014/main" id="{D4CE82DB-01B4-4E65-90A3-A0FC3BBFA3BC}"/>
              </a:ext>
            </a:extLst>
          </p:cNvPr>
          <p:cNvSpPr/>
          <p:nvPr/>
        </p:nvSpPr>
        <p:spPr>
          <a:xfrm>
            <a:off x="1639910" y="1672492"/>
            <a:ext cx="3819677" cy="1781907"/>
          </a:xfrm>
          <a:prstGeom prst="rect">
            <a:avLst/>
          </a:prstGeom>
          <a:noFill/>
          <a:ln w="15875" cap="flat" cmpd="sng" algn="ctr">
            <a:solidFill>
              <a:srgbClr val="F0F0F0">
                <a:lumMod val="75000"/>
              </a:srgbClr>
            </a:solid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1" name="ïṡlîḍé">
            <a:extLst>
              <a:ext uri="{FF2B5EF4-FFF2-40B4-BE49-F238E27FC236}">
                <a16:creationId xmlns:a16="http://schemas.microsoft.com/office/drawing/2014/main" id="{36990427-365D-4D13-99A0-7869922DDB86}"/>
              </a:ext>
            </a:extLst>
          </p:cNvPr>
          <p:cNvSpPr/>
          <p:nvPr/>
        </p:nvSpPr>
        <p:spPr>
          <a:xfrm>
            <a:off x="1639910" y="4115953"/>
            <a:ext cx="3819677" cy="1781907"/>
          </a:xfrm>
          <a:prstGeom prst="rect">
            <a:avLst/>
          </a:prstGeom>
          <a:noFill/>
          <a:ln w="15875" cap="flat" cmpd="sng" algn="ctr">
            <a:solidFill>
              <a:srgbClr val="F0F0F0">
                <a:lumMod val="75000"/>
              </a:srgbClr>
            </a:solid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2" name="ïŝlíḍè">
            <a:extLst>
              <a:ext uri="{FF2B5EF4-FFF2-40B4-BE49-F238E27FC236}">
                <a16:creationId xmlns:a16="http://schemas.microsoft.com/office/drawing/2014/main" id="{F0C3D358-B4C6-450C-AEEA-F88C5CDA257E}"/>
              </a:ext>
            </a:extLst>
          </p:cNvPr>
          <p:cNvSpPr/>
          <p:nvPr/>
        </p:nvSpPr>
        <p:spPr>
          <a:xfrm rot="2700000">
            <a:off x="3171895" y="3738100"/>
            <a:ext cx="755703" cy="755703"/>
          </a:xfrm>
          <a:prstGeom prst="roundRect">
            <a:avLst/>
          </a:prstGeom>
          <a:solidFill>
            <a:schemeClr val="accent1"/>
          </a:solidFill>
          <a:ln w="12700" cap="flat" cmpd="sng" algn="ctr">
            <a:no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3" name="iṣļiḋe">
            <a:extLst>
              <a:ext uri="{FF2B5EF4-FFF2-40B4-BE49-F238E27FC236}">
                <a16:creationId xmlns:a16="http://schemas.microsoft.com/office/drawing/2014/main" id="{3E1CF65F-CC51-46C0-B649-DD84D077C1F3}"/>
              </a:ext>
            </a:extLst>
          </p:cNvPr>
          <p:cNvSpPr/>
          <p:nvPr/>
        </p:nvSpPr>
        <p:spPr>
          <a:xfrm>
            <a:off x="6732413" y="4115953"/>
            <a:ext cx="3819677" cy="1781907"/>
          </a:xfrm>
          <a:prstGeom prst="rect">
            <a:avLst/>
          </a:prstGeom>
          <a:noFill/>
          <a:ln w="15875" cap="flat" cmpd="sng" algn="ctr">
            <a:solidFill>
              <a:srgbClr val="F0F0F0">
                <a:lumMod val="75000"/>
              </a:srgbClr>
            </a:solid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4" name="iṥḷíďe">
            <a:extLst>
              <a:ext uri="{FF2B5EF4-FFF2-40B4-BE49-F238E27FC236}">
                <a16:creationId xmlns:a16="http://schemas.microsoft.com/office/drawing/2014/main" id="{E4D5C80A-4E39-4D14-81E6-96A37BCF2B90}"/>
              </a:ext>
            </a:extLst>
          </p:cNvPr>
          <p:cNvSpPr/>
          <p:nvPr/>
        </p:nvSpPr>
        <p:spPr>
          <a:xfrm rot="2700000">
            <a:off x="8264399" y="3738100"/>
            <a:ext cx="755703" cy="755703"/>
          </a:xfrm>
          <a:prstGeom prst="roundRect">
            <a:avLst/>
          </a:prstGeom>
          <a:solidFill>
            <a:schemeClr val="accent1"/>
          </a:solidFill>
          <a:ln w="12700" cap="flat" cmpd="sng" algn="ctr">
            <a:no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5" name="iS1íḍé">
            <a:extLst>
              <a:ext uri="{FF2B5EF4-FFF2-40B4-BE49-F238E27FC236}">
                <a16:creationId xmlns:a16="http://schemas.microsoft.com/office/drawing/2014/main" id="{CA5C60B9-CEDB-4A25-99E9-5F1AD7C66CB5}"/>
              </a:ext>
            </a:extLst>
          </p:cNvPr>
          <p:cNvSpPr/>
          <p:nvPr/>
        </p:nvSpPr>
        <p:spPr>
          <a:xfrm>
            <a:off x="6732413" y="1672492"/>
            <a:ext cx="3819677" cy="1781907"/>
          </a:xfrm>
          <a:prstGeom prst="rect">
            <a:avLst/>
          </a:prstGeom>
          <a:solidFill>
            <a:schemeClr val="accent4"/>
          </a:solidFill>
          <a:ln w="25400" cap="flat" cmpd="sng" algn="ctr">
            <a:no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06" name="ïṡ1íḓê">
            <a:extLst>
              <a:ext uri="{FF2B5EF4-FFF2-40B4-BE49-F238E27FC236}">
                <a16:creationId xmlns:a16="http://schemas.microsoft.com/office/drawing/2014/main" id="{2F75C4CE-063F-4C2B-B081-47404C27AD99}"/>
              </a:ext>
            </a:extLst>
          </p:cNvPr>
          <p:cNvSpPr/>
          <p:nvPr/>
        </p:nvSpPr>
        <p:spPr>
          <a:xfrm rot="2700000">
            <a:off x="8264399" y="1294641"/>
            <a:ext cx="755703" cy="755703"/>
          </a:xfrm>
          <a:prstGeom prst="roundRect">
            <a:avLst/>
          </a:prstGeom>
          <a:solidFill>
            <a:srgbClr val="FFFFFF"/>
          </a:solidFill>
          <a:ln w="25400" cap="flat" cmpd="sng" algn="ctr">
            <a:solidFill>
              <a:schemeClr val="accent4"/>
            </a:solid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cxnSp>
        <p:nvCxnSpPr>
          <p:cNvPr id="107" name="直接连接符 106">
            <a:extLst>
              <a:ext uri="{FF2B5EF4-FFF2-40B4-BE49-F238E27FC236}">
                <a16:creationId xmlns:a16="http://schemas.microsoft.com/office/drawing/2014/main" id="{7D6DDD37-F722-4F8A-A414-72BD4868DF08}"/>
              </a:ext>
            </a:extLst>
          </p:cNvPr>
          <p:cNvCxnSpPr/>
          <p:nvPr/>
        </p:nvCxnSpPr>
        <p:spPr>
          <a:xfrm>
            <a:off x="6096000" y="2119848"/>
            <a:ext cx="0" cy="3198532"/>
          </a:xfrm>
          <a:prstGeom prst="line">
            <a:avLst/>
          </a:prstGeom>
          <a:noFill/>
          <a:ln w="9525" cap="flat" cmpd="sng" algn="ctr">
            <a:solidFill>
              <a:srgbClr val="F0F0F0">
                <a:lumMod val="75000"/>
              </a:srgbClr>
            </a:solidFill>
            <a:prstDash val="sysDot"/>
            <a:miter lim="800000"/>
            <a:headEnd type="arrow"/>
            <a:tailEnd type="arrow"/>
          </a:ln>
          <a:effectLst/>
        </p:spPr>
      </p:cxnSp>
      <p:cxnSp>
        <p:nvCxnSpPr>
          <p:cNvPr id="108" name="直接连接符 107">
            <a:extLst>
              <a:ext uri="{FF2B5EF4-FFF2-40B4-BE49-F238E27FC236}">
                <a16:creationId xmlns:a16="http://schemas.microsoft.com/office/drawing/2014/main" id="{ECD184A7-CE4C-4819-92A2-EC946E44A7A0}"/>
              </a:ext>
            </a:extLst>
          </p:cNvPr>
          <p:cNvCxnSpPr/>
          <p:nvPr/>
        </p:nvCxnSpPr>
        <p:spPr>
          <a:xfrm>
            <a:off x="4738467" y="3798949"/>
            <a:ext cx="2715065" cy="0"/>
          </a:xfrm>
          <a:prstGeom prst="line">
            <a:avLst/>
          </a:prstGeom>
          <a:noFill/>
          <a:ln w="9525" cap="flat" cmpd="sng" algn="ctr">
            <a:solidFill>
              <a:srgbClr val="F0F0F0">
                <a:lumMod val="75000"/>
              </a:srgbClr>
            </a:solidFill>
            <a:prstDash val="sysDot"/>
            <a:miter lim="800000"/>
            <a:headEnd type="arrow"/>
            <a:tailEnd type="arrow"/>
          </a:ln>
          <a:effectLst/>
        </p:spPr>
      </p:cxnSp>
      <p:sp>
        <p:nvSpPr>
          <p:cNvPr id="109" name="iS1ídê">
            <a:extLst>
              <a:ext uri="{FF2B5EF4-FFF2-40B4-BE49-F238E27FC236}">
                <a16:creationId xmlns:a16="http://schemas.microsoft.com/office/drawing/2014/main" id="{3AE8634D-736E-42F8-AEF0-E0860B55A3AE}"/>
              </a:ext>
            </a:extLst>
          </p:cNvPr>
          <p:cNvSpPr/>
          <p:nvPr/>
        </p:nvSpPr>
        <p:spPr>
          <a:xfrm rot="2700000">
            <a:off x="3171896" y="1294641"/>
            <a:ext cx="755703" cy="755703"/>
          </a:xfrm>
          <a:prstGeom prst="roundRect">
            <a:avLst/>
          </a:prstGeom>
          <a:solidFill>
            <a:schemeClr val="accent1"/>
          </a:solidFill>
          <a:ln w="12700" cap="flat" cmpd="sng" algn="ctr">
            <a:noFill/>
            <a:prstDash val="solid"/>
            <a:miter lim="800000"/>
          </a:ln>
          <a:effectLst/>
        </p:spPr>
        <p:txBody>
          <a:bodyPr wrap="square" lIns="91440" tIns="45720" rIns="91440" bIns="4572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110" name="文本框 109">
            <a:extLst>
              <a:ext uri="{FF2B5EF4-FFF2-40B4-BE49-F238E27FC236}">
                <a16:creationId xmlns:a16="http://schemas.microsoft.com/office/drawing/2014/main" id="{18C859D8-C21F-4559-8C19-F04B7C27F8F4}"/>
              </a:ext>
            </a:extLst>
          </p:cNvPr>
          <p:cNvSpPr txBox="1"/>
          <p:nvPr/>
        </p:nvSpPr>
        <p:spPr>
          <a:xfrm>
            <a:off x="1756374" y="2202589"/>
            <a:ext cx="3586748" cy="1200329"/>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输入标题</a:t>
            </a:r>
            <a:endParaRPr kumimoji="0" lang="en-US" altLang="zh-CN" sz="2800" b="1" i="0" u="none" strike="noStrike" kern="1200" cap="none" spc="300" normalizeH="0" baseline="0" noProof="0" dirty="0">
              <a:ln>
                <a:noFill/>
              </a:ln>
              <a:solidFill>
                <a:srgbClr val="006C39"/>
              </a:solidFill>
              <a:effectLst/>
              <a:uLnTx/>
              <a:uFillTx/>
              <a:latin typeface="微软雅黑"/>
              <a:ea typeface="微软雅黑"/>
              <a:cs typeface="+mn-cs"/>
            </a:endParaRPr>
          </a:p>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prstClr val="black"/>
                </a:solidFill>
                <a:effectLst/>
                <a:uLnTx/>
                <a:uFillTx/>
                <a:latin typeface="微软雅黑"/>
                <a:ea typeface="微软雅黑"/>
                <a:cs typeface="+mn-cs"/>
              </a:rPr>
              <a:t>在此解释你的观点，要有理有据不能瞎说啊，要有理有据</a:t>
            </a:r>
          </a:p>
        </p:txBody>
      </p:sp>
      <p:sp>
        <p:nvSpPr>
          <p:cNvPr id="111" name="文本框 110">
            <a:extLst>
              <a:ext uri="{FF2B5EF4-FFF2-40B4-BE49-F238E27FC236}">
                <a16:creationId xmlns:a16="http://schemas.microsoft.com/office/drawing/2014/main" id="{326CEF82-64ED-41E5-9424-F62A55C472BD}"/>
              </a:ext>
            </a:extLst>
          </p:cNvPr>
          <p:cNvSpPr txBox="1"/>
          <p:nvPr/>
        </p:nvSpPr>
        <p:spPr>
          <a:xfrm>
            <a:off x="6848875" y="2202589"/>
            <a:ext cx="3586748" cy="1200329"/>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FFFFFF"/>
                </a:solidFill>
                <a:effectLst/>
                <a:uLnTx/>
                <a:uFillTx/>
                <a:latin typeface="微软雅黑"/>
                <a:ea typeface="微软雅黑"/>
                <a:cs typeface="+mn-cs"/>
              </a:rPr>
              <a:t>输入标题</a:t>
            </a:r>
            <a:endParaRPr kumimoji="0" lang="en-US" altLang="zh-CN" sz="2800" b="1" i="0" u="none" strike="noStrike" kern="1200" cap="none" spc="300" normalizeH="0" baseline="0" noProof="0" dirty="0">
              <a:ln>
                <a:noFill/>
              </a:ln>
              <a:solidFill>
                <a:srgbClr val="FFFFFF"/>
              </a:solidFill>
              <a:effectLst/>
              <a:uLnTx/>
              <a:uFillTx/>
              <a:latin typeface="微软雅黑"/>
              <a:ea typeface="微软雅黑"/>
              <a:cs typeface="+mn-cs"/>
            </a:endParaRPr>
          </a:p>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FFFFFF"/>
                </a:solidFill>
                <a:effectLst/>
                <a:uLnTx/>
                <a:uFillTx/>
                <a:latin typeface="微软雅黑"/>
                <a:ea typeface="微软雅黑"/>
                <a:cs typeface="+mn-cs"/>
              </a:rPr>
              <a:t>在此解释你的观点，要有理有据不能瞎说啊，要有理有据</a:t>
            </a:r>
          </a:p>
        </p:txBody>
      </p:sp>
      <p:sp>
        <p:nvSpPr>
          <p:cNvPr id="112" name="文本框 111">
            <a:extLst>
              <a:ext uri="{FF2B5EF4-FFF2-40B4-BE49-F238E27FC236}">
                <a16:creationId xmlns:a16="http://schemas.microsoft.com/office/drawing/2014/main" id="{A0CEFE97-DE39-4639-89EE-73AA6B16F251}"/>
              </a:ext>
            </a:extLst>
          </p:cNvPr>
          <p:cNvSpPr txBox="1"/>
          <p:nvPr/>
        </p:nvSpPr>
        <p:spPr>
          <a:xfrm>
            <a:off x="1756374" y="4644098"/>
            <a:ext cx="3586748" cy="1200329"/>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输入标题</a:t>
            </a:r>
            <a:endParaRPr kumimoji="0" lang="en-US" altLang="zh-CN" sz="2800" b="1" i="0" u="none" strike="noStrike" kern="1200" cap="none" spc="300" normalizeH="0" baseline="0" noProof="0" dirty="0">
              <a:ln>
                <a:noFill/>
              </a:ln>
              <a:solidFill>
                <a:srgbClr val="006C39"/>
              </a:solidFill>
              <a:effectLst/>
              <a:uLnTx/>
              <a:uFillTx/>
              <a:latin typeface="微软雅黑"/>
              <a:ea typeface="微软雅黑"/>
              <a:cs typeface="+mn-cs"/>
            </a:endParaRPr>
          </a:p>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prstClr val="black"/>
                </a:solidFill>
                <a:effectLst/>
                <a:uLnTx/>
                <a:uFillTx/>
                <a:latin typeface="微软雅黑"/>
                <a:ea typeface="微软雅黑"/>
                <a:cs typeface="+mn-cs"/>
              </a:rPr>
              <a:t>在此解释你的观点，要有理有据不能瞎说啊，要有理有据</a:t>
            </a:r>
          </a:p>
        </p:txBody>
      </p:sp>
      <p:sp>
        <p:nvSpPr>
          <p:cNvPr id="113" name="文本框 112">
            <a:extLst>
              <a:ext uri="{FF2B5EF4-FFF2-40B4-BE49-F238E27FC236}">
                <a16:creationId xmlns:a16="http://schemas.microsoft.com/office/drawing/2014/main" id="{BE9F797B-6093-4DC2-9F9E-8984DA4BCDE3}"/>
              </a:ext>
            </a:extLst>
          </p:cNvPr>
          <p:cNvSpPr txBox="1"/>
          <p:nvPr/>
        </p:nvSpPr>
        <p:spPr>
          <a:xfrm>
            <a:off x="6848875" y="4644098"/>
            <a:ext cx="3586748" cy="1200329"/>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输入标题</a:t>
            </a:r>
            <a:endParaRPr kumimoji="0" lang="en-US" altLang="zh-CN" sz="2800" b="1" i="0" u="none" strike="noStrike" kern="1200" cap="none" spc="300" normalizeH="0" baseline="0" noProof="0" dirty="0">
              <a:ln>
                <a:noFill/>
              </a:ln>
              <a:solidFill>
                <a:srgbClr val="006C39"/>
              </a:solidFill>
              <a:effectLst/>
              <a:uLnTx/>
              <a:uFillTx/>
              <a:latin typeface="微软雅黑"/>
              <a:ea typeface="微软雅黑"/>
              <a:cs typeface="+mn-cs"/>
            </a:endParaRPr>
          </a:p>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prstClr val="black"/>
                </a:solidFill>
                <a:effectLst/>
                <a:uLnTx/>
                <a:uFillTx/>
                <a:latin typeface="微软雅黑"/>
                <a:ea typeface="微软雅黑"/>
                <a:cs typeface="+mn-cs"/>
              </a:rPr>
              <a:t>在此解释你的观点，要有理有据不能瞎说啊，要有理有据</a:t>
            </a:r>
          </a:p>
        </p:txBody>
      </p:sp>
      <p:grpSp>
        <p:nvGrpSpPr>
          <p:cNvPr id="114" name="组合 113">
            <a:extLst>
              <a:ext uri="{FF2B5EF4-FFF2-40B4-BE49-F238E27FC236}">
                <a16:creationId xmlns:a16="http://schemas.microsoft.com/office/drawing/2014/main" id="{E6880DC6-BF63-4D9A-8564-77CFFAF1E2A7}"/>
              </a:ext>
            </a:extLst>
          </p:cNvPr>
          <p:cNvGrpSpPr/>
          <p:nvPr/>
        </p:nvGrpSpPr>
        <p:grpSpPr>
          <a:xfrm>
            <a:off x="3351746" y="3917321"/>
            <a:ext cx="396000" cy="396000"/>
            <a:chOff x="9217025" y="2227263"/>
            <a:chExt cx="481013" cy="479425"/>
          </a:xfrm>
          <a:solidFill>
            <a:srgbClr val="FFFFFF"/>
          </a:solidFill>
        </p:grpSpPr>
        <p:sp>
          <p:nvSpPr>
            <p:cNvPr id="115" name="Freeform 105">
              <a:extLst>
                <a:ext uri="{FF2B5EF4-FFF2-40B4-BE49-F238E27FC236}">
                  <a16:creationId xmlns:a16="http://schemas.microsoft.com/office/drawing/2014/main" id="{A82FDE47-D2EE-454B-ADC8-0C3628ACA953}"/>
                </a:ext>
              </a:extLst>
            </p:cNvPr>
            <p:cNvSpPr>
              <a:spLocks/>
            </p:cNvSpPr>
            <p:nvPr/>
          </p:nvSpPr>
          <p:spPr bwMode="auto">
            <a:xfrm>
              <a:off x="9217025" y="2227263"/>
              <a:ext cx="481013" cy="479425"/>
            </a:xfrm>
            <a:custGeom>
              <a:avLst/>
              <a:gdLst>
                <a:gd name="T0" fmla="*/ 126 w 128"/>
                <a:gd name="T1" fmla="*/ 123 h 128"/>
                <a:gd name="T2" fmla="*/ 5 w 128"/>
                <a:gd name="T3" fmla="*/ 123 h 128"/>
                <a:gd name="T4" fmla="*/ 5 w 128"/>
                <a:gd name="T5" fmla="*/ 2 h 128"/>
                <a:gd name="T6" fmla="*/ 2 w 128"/>
                <a:gd name="T7" fmla="*/ 0 h 128"/>
                <a:gd name="T8" fmla="*/ 0 w 128"/>
                <a:gd name="T9" fmla="*/ 2 h 128"/>
                <a:gd name="T10" fmla="*/ 0 w 128"/>
                <a:gd name="T11" fmla="*/ 126 h 128"/>
                <a:gd name="T12" fmla="*/ 2 w 128"/>
                <a:gd name="T13" fmla="*/ 128 h 128"/>
                <a:gd name="T14" fmla="*/ 126 w 128"/>
                <a:gd name="T15" fmla="*/ 128 h 128"/>
                <a:gd name="T16" fmla="*/ 128 w 128"/>
                <a:gd name="T17" fmla="*/ 126 h 128"/>
                <a:gd name="T18" fmla="*/ 126 w 128"/>
                <a:gd name="T19" fmla="*/ 12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8" h="128">
                  <a:moveTo>
                    <a:pt x="126" y="123"/>
                  </a:moveTo>
                  <a:cubicBezTo>
                    <a:pt x="5" y="123"/>
                    <a:pt x="5" y="123"/>
                    <a:pt x="5" y="123"/>
                  </a:cubicBezTo>
                  <a:cubicBezTo>
                    <a:pt x="5" y="2"/>
                    <a:pt x="5" y="2"/>
                    <a:pt x="5" y="2"/>
                  </a:cubicBezTo>
                  <a:cubicBezTo>
                    <a:pt x="5" y="1"/>
                    <a:pt x="4" y="0"/>
                    <a:pt x="2" y="0"/>
                  </a:cubicBezTo>
                  <a:cubicBezTo>
                    <a:pt x="1" y="0"/>
                    <a:pt x="0" y="1"/>
                    <a:pt x="0" y="2"/>
                  </a:cubicBezTo>
                  <a:cubicBezTo>
                    <a:pt x="0" y="126"/>
                    <a:pt x="0" y="126"/>
                    <a:pt x="0" y="126"/>
                  </a:cubicBezTo>
                  <a:cubicBezTo>
                    <a:pt x="0" y="127"/>
                    <a:pt x="1" y="128"/>
                    <a:pt x="2" y="128"/>
                  </a:cubicBezTo>
                  <a:cubicBezTo>
                    <a:pt x="126" y="128"/>
                    <a:pt x="126" y="128"/>
                    <a:pt x="126" y="128"/>
                  </a:cubicBezTo>
                  <a:cubicBezTo>
                    <a:pt x="127" y="128"/>
                    <a:pt x="128" y="127"/>
                    <a:pt x="128" y="126"/>
                  </a:cubicBezTo>
                  <a:cubicBezTo>
                    <a:pt x="128" y="124"/>
                    <a:pt x="127" y="123"/>
                    <a:pt x="126" y="123"/>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16" name="Freeform 106">
              <a:extLst>
                <a:ext uri="{FF2B5EF4-FFF2-40B4-BE49-F238E27FC236}">
                  <a16:creationId xmlns:a16="http://schemas.microsoft.com/office/drawing/2014/main" id="{ADE9B78B-7613-4487-8C4A-0EF3C1ED2325}"/>
                </a:ext>
              </a:extLst>
            </p:cNvPr>
            <p:cNvSpPr>
              <a:spLocks/>
            </p:cNvSpPr>
            <p:nvPr/>
          </p:nvSpPr>
          <p:spPr bwMode="auto">
            <a:xfrm>
              <a:off x="9274175" y="2316163"/>
              <a:ext cx="423863" cy="274638"/>
            </a:xfrm>
            <a:custGeom>
              <a:avLst/>
              <a:gdLst>
                <a:gd name="T0" fmla="*/ 2 w 113"/>
                <a:gd name="T1" fmla="*/ 49 h 73"/>
                <a:gd name="T2" fmla="*/ 16 w 113"/>
                <a:gd name="T3" fmla="*/ 49 h 73"/>
                <a:gd name="T4" fmla="*/ 35 w 113"/>
                <a:gd name="T5" fmla="*/ 72 h 73"/>
                <a:gd name="T6" fmla="*/ 39 w 113"/>
                <a:gd name="T7" fmla="*/ 72 h 73"/>
                <a:gd name="T8" fmla="*/ 93 w 113"/>
                <a:gd name="T9" fmla="*/ 6 h 73"/>
                <a:gd name="T10" fmla="*/ 109 w 113"/>
                <a:gd name="T11" fmla="*/ 25 h 73"/>
                <a:gd name="T12" fmla="*/ 111 w 113"/>
                <a:gd name="T13" fmla="*/ 26 h 73"/>
                <a:gd name="T14" fmla="*/ 113 w 113"/>
                <a:gd name="T15" fmla="*/ 23 h 73"/>
                <a:gd name="T16" fmla="*/ 112 w 113"/>
                <a:gd name="T17" fmla="*/ 22 h 73"/>
                <a:gd name="T18" fmla="*/ 95 w 113"/>
                <a:gd name="T19" fmla="*/ 1 h 73"/>
                <a:gd name="T20" fmla="*/ 91 w 113"/>
                <a:gd name="T21" fmla="*/ 1 h 73"/>
                <a:gd name="T22" fmla="*/ 37 w 113"/>
                <a:gd name="T23" fmla="*/ 67 h 73"/>
                <a:gd name="T24" fmla="*/ 19 w 113"/>
                <a:gd name="T25" fmla="*/ 45 h 73"/>
                <a:gd name="T26" fmla="*/ 17 w 113"/>
                <a:gd name="T27" fmla="*/ 44 h 73"/>
                <a:gd name="T28" fmla="*/ 2 w 113"/>
                <a:gd name="T29" fmla="*/ 44 h 73"/>
                <a:gd name="T30" fmla="*/ 0 w 113"/>
                <a:gd name="T31" fmla="*/ 46 h 73"/>
                <a:gd name="T32" fmla="*/ 2 w 113"/>
                <a:gd name="T33" fmla="*/ 49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3" h="73">
                  <a:moveTo>
                    <a:pt x="2" y="49"/>
                  </a:moveTo>
                  <a:cubicBezTo>
                    <a:pt x="16" y="49"/>
                    <a:pt x="16" y="49"/>
                    <a:pt x="16" y="49"/>
                  </a:cubicBezTo>
                  <a:cubicBezTo>
                    <a:pt x="35" y="72"/>
                    <a:pt x="35" y="72"/>
                    <a:pt x="35" y="72"/>
                  </a:cubicBezTo>
                  <a:cubicBezTo>
                    <a:pt x="36" y="73"/>
                    <a:pt x="38" y="73"/>
                    <a:pt x="39" y="72"/>
                  </a:cubicBezTo>
                  <a:cubicBezTo>
                    <a:pt x="93" y="6"/>
                    <a:pt x="93" y="6"/>
                    <a:pt x="93" y="6"/>
                  </a:cubicBezTo>
                  <a:cubicBezTo>
                    <a:pt x="109" y="25"/>
                    <a:pt x="109" y="25"/>
                    <a:pt x="109" y="25"/>
                  </a:cubicBezTo>
                  <a:cubicBezTo>
                    <a:pt x="109" y="25"/>
                    <a:pt x="110" y="26"/>
                    <a:pt x="111" y="26"/>
                  </a:cubicBezTo>
                  <a:cubicBezTo>
                    <a:pt x="112" y="26"/>
                    <a:pt x="113" y="25"/>
                    <a:pt x="113" y="23"/>
                  </a:cubicBezTo>
                  <a:cubicBezTo>
                    <a:pt x="113" y="23"/>
                    <a:pt x="112" y="22"/>
                    <a:pt x="112" y="22"/>
                  </a:cubicBezTo>
                  <a:cubicBezTo>
                    <a:pt x="95" y="1"/>
                    <a:pt x="95" y="1"/>
                    <a:pt x="95" y="1"/>
                  </a:cubicBezTo>
                  <a:cubicBezTo>
                    <a:pt x="94" y="0"/>
                    <a:pt x="92" y="0"/>
                    <a:pt x="91" y="1"/>
                  </a:cubicBezTo>
                  <a:cubicBezTo>
                    <a:pt x="37" y="67"/>
                    <a:pt x="37" y="67"/>
                    <a:pt x="37" y="67"/>
                  </a:cubicBezTo>
                  <a:cubicBezTo>
                    <a:pt x="19" y="45"/>
                    <a:pt x="19" y="45"/>
                    <a:pt x="19" y="45"/>
                  </a:cubicBezTo>
                  <a:cubicBezTo>
                    <a:pt x="19" y="44"/>
                    <a:pt x="18" y="44"/>
                    <a:pt x="17" y="44"/>
                  </a:cubicBezTo>
                  <a:cubicBezTo>
                    <a:pt x="2" y="44"/>
                    <a:pt x="2" y="44"/>
                    <a:pt x="2" y="44"/>
                  </a:cubicBezTo>
                  <a:cubicBezTo>
                    <a:pt x="1" y="44"/>
                    <a:pt x="0" y="45"/>
                    <a:pt x="0" y="46"/>
                  </a:cubicBezTo>
                  <a:cubicBezTo>
                    <a:pt x="0" y="48"/>
                    <a:pt x="1" y="49"/>
                    <a:pt x="2" y="4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117" name="组合 116">
            <a:extLst>
              <a:ext uri="{FF2B5EF4-FFF2-40B4-BE49-F238E27FC236}">
                <a16:creationId xmlns:a16="http://schemas.microsoft.com/office/drawing/2014/main" id="{31D94DE7-50C7-437D-8476-2E65A453508A}"/>
              </a:ext>
            </a:extLst>
          </p:cNvPr>
          <p:cNvGrpSpPr/>
          <p:nvPr/>
        </p:nvGrpSpPr>
        <p:grpSpPr>
          <a:xfrm>
            <a:off x="8444249" y="1474492"/>
            <a:ext cx="396000" cy="396000"/>
            <a:chOff x="2489201" y="5118109"/>
            <a:chExt cx="481013" cy="479426"/>
          </a:xfrm>
          <a:solidFill>
            <a:srgbClr val="8E0309"/>
          </a:solidFill>
        </p:grpSpPr>
        <p:sp>
          <p:nvSpPr>
            <p:cNvPr id="118" name="Freeform 38">
              <a:extLst>
                <a:ext uri="{FF2B5EF4-FFF2-40B4-BE49-F238E27FC236}">
                  <a16:creationId xmlns:a16="http://schemas.microsoft.com/office/drawing/2014/main" id="{103C00C3-3D67-4520-A355-9CE3F13BCB43}"/>
                </a:ext>
              </a:extLst>
            </p:cNvPr>
            <p:cNvSpPr>
              <a:spLocks noEditPoints="1"/>
            </p:cNvSpPr>
            <p:nvPr/>
          </p:nvSpPr>
          <p:spPr bwMode="auto">
            <a:xfrm>
              <a:off x="2489201" y="5118109"/>
              <a:ext cx="481013" cy="479426"/>
            </a:xfrm>
            <a:custGeom>
              <a:avLst/>
              <a:gdLst>
                <a:gd name="T0" fmla="*/ 122 w 128"/>
                <a:gd name="T1" fmla="*/ 0 h 128"/>
                <a:gd name="T2" fmla="*/ 6 w 128"/>
                <a:gd name="T3" fmla="*/ 0 h 128"/>
                <a:gd name="T4" fmla="*/ 0 w 128"/>
                <a:gd name="T5" fmla="*/ 6 h 128"/>
                <a:gd name="T6" fmla="*/ 0 w 128"/>
                <a:gd name="T7" fmla="*/ 122 h 128"/>
                <a:gd name="T8" fmla="*/ 6 w 128"/>
                <a:gd name="T9" fmla="*/ 128 h 128"/>
                <a:gd name="T10" fmla="*/ 122 w 128"/>
                <a:gd name="T11" fmla="*/ 128 h 128"/>
                <a:gd name="T12" fmla="*/ 128 w 128"/>
                <a:gd name="T13" fmla="*/ 122 h 128"/>
                <a:gd name="T14" fmla="*/ 128 w 128"/>
                <a:gd name="T15" fmla="*/ 6 h 128"/>
                <a:gd name="T16" fmla="*/ 122 w 128"/>
                <a:gd name="T17" fmla="*/ 0 h 128"/>
                <a:gd name="T18" fmla="*/ 123 w 128"/>
                <a:gd name="T19" fmla="*/ 123 h 128"/>
                <a:gd name="T20" fmla="*/ 5 w 128"/>
                <a:gd name="T21" fmla="*/ 123 h 128"/>
                <a:gd name="T22" fmla="*/ 5 w 128"/>
                <a:gd name="T23" fmla="*/ 4 h 128"/>
                <a:gd name="T24" fmla="*/ 123 w 128"/>
                <a:gd name="T25" fmla="*/ 4 h 128"/>
                <a:gd name="T26" fmla="*/ 123 w 128"/>
                <a:gd name="T27" fmla="*/ 12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128">
                  <a:moveTo>
                    <a:pt x="122" y="0"/>
                  </a:moveTo>
                  <a:cubicBezTo>
                    <a:pt x="6" y="0"/>
                    <a:pt x="6" y="0"/>
                    <a:pt x="6" y="0"/>
                  </a:cubicBezTo>
                  <a:cubicBezTo>
                    <a:pt x="3" y="0"/>
                    <a:pt x="0" y="2"/>
                    <a:pt x="0" y="6"/>
                  </a:cubicBezTo>
                  <a:cubicBezTo>
                    <a:pt x="0" y="122"/>
                    <a:pt x="0" y="122"/>
                    <a:pt x="0" y="122"/>
                  </a:cubicBezTo>
                  <a:cubicBezTo>
                    <a:pt x="0" y="125"/>
                    <a:pt x="3" y="128"/>
                    <a:pt x="6" y="128"/>
                  </a:cubicBezTo>
                  <a:cubicBezTo>
                    <a:pt x="122" y="128"/>
                    <a:pt x="122" y="128"/>
                    <a:pt x="122" y="128"/>
                  </a:cubicBezTo>
                  <a:cubicBezTo>
                    <a:pt x="125" y="128"/>
                    <a:pt x="128" y="125"/>
                    <a:pt x="128" y="122"/>
                  </a:cubicBezTo>
                  <a:cubicBezTo>
                    <a:pt x="128" y="6"/>
                    <a:pt x="128" y="6"/>
                    <a:pt x="128" y="6"/>
                  </a:cubicBezTo>
                  <a:cubicBezTo>
                    <a:pt x="128" y="2"/>
                    <a:pt x="125" y="0"/>
                    <a:pt x="122" y="0"/>
                  </a:cubicBezTo>
                  <a:close/>
                  <a:moveTo>
                    <a:pt x="123" y="123"/>
                  </a:moveTo>
                  <a:cubicBezTo>
                    <a:pt x="5" y="123"/>
                    <a:pt x="5" y="123"/>
                    <a:pt x="5" y="123"/>
                  </a:cubicBezTo>
                  <a:cubicBezTo>
                    <a:pt x="5" y="4"/>
                    <a:pt x="5" y="4"/>
                    <a:pt x="5" y="4"/>
                  </a:cubicBezTo>
                  <a:cubicBezTo>
                    <a:pt x="123" y="4"/>
                    <a:pt x="123" y="4"/>
                    <a:pt x="123" y="4"/>
                  </a:cubicBezTo>
                  <a:lnTo>
                    <a:pt x="123" y="123"/>
                  </a:lnTo>
                  <a:close/>
                </a:path>
              </a:pathLst>
            </a:custGeom>
            <a:grpFill/>
            <a:ln w="9525">
              <a:solidFill>
                <a:schemeClr val="accent4"/>
              </a:solid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19" name="Freeform 39">
              <a:extLst>
                <a:ext uri="{FF2B5EF4-FFF2-40B4-BE49-F238E27FC236}">
                  <a16:creationId xmlns:a16="http://schemas.microsoft.com/office/drawing/2014/main" id="{09C37E6A-D5CB-49F0-91C1-A3A747537197}"/>
                </a:ext>
              </a:extLst>
            </p:cNvPr>
            <p:cNvSpPr>
              <a:spLocks noEditPoints="1"/>
            </p:cNvSpPr>
            <p:nvPr/>
          </p:nvSpPr>
          <p:spPr bwMode="auto">
            <a:xfrm>
              <a:off x="2568576" y="5181609"/>
              <a:ext cx="322263" cy="101600"/>
            </a:xfrm>
            <a:custGeom>
              <a:avLst/>
              <a:gdLst>
                <a:gd name="T0" fmla="*/ 2 w 86"/>
                <a:gd name="T1" fmla="*/ 16 h 27"/>
                <a:gd name="T2" fmla="*/ 8 w 86"/>
                <a:gd name="T3" fmla="*/ 16 h 27"/>
                <a:gd name="T4" fmla="*/ 8 w 86"/>
                <a:gd name="T5" fmla="*/ 17 h 27"/>
                <a:gd name="T6" fmla="*/ 21 w 86"/>
                <a:gd name="T7" fmla="*/ 27 h 27"/>
                <a:gd name="T8" fmla="*/ 34 w 86"/>
                <a:gd name="T9" fmla="*/ 17 h 27"/>
                <a:gd name="T10" fmla="*/ 34 w 86"/>
                <a:gd name="T11" fmla="*/ 16 h 27"/>
                <a:gd name="T12" fmla="*/ 84 w 86"/>
                <a:gd name="T13" fmla="*/ 16 h 27"/>
                <a:gd name="T14" fmla="*/ 86 w 86"/>
                <a:gd name="T15" fmla="*/ 13 h 27"/>
                <a:gd name="T16" fmla="*/ 84 w 86"/>
                <a:gd name="T17" fmla="*/ 11 h 27"/>
                <a:gd name="T18" fmla="*/ 34 w 86"/>
                <a:gd name="T19" fmla="*/ 11 h 27"/>
                <a:gd name="T20" fmla="*/ 34 w 86"/>
                <a:gd name="T21" fmla="*/ 10 h 27"/>
                <a:gd name="T22" fmla="*/ 21 w 86"/>
                <a:gd name="T23" fmla="*/ 0 h 27"/>
                <a:gd name="T24" fmla="*/ 8 w 86"/>
                <a:gd name="T25" fmla="*/ 10 h 27"/>
                <a:gd name="T26" fmla="*/ 8 w 86"/>
                <a:gd name="T27" fmla="*/ 11 h 27"/>
                <a:gd name="T28" fmla="*/ 2 w 86"/>
                <a:gd name="T29" fmla="*/ 11 h 27"/>
                <a:gd name="T30" fmla="*/ 0 w 86"/>
                <a:gd name="T31" fmla="*/ 13 h 27"/>
                <a:gd name="T32" fmla="*/ 2 w 86"/>
                <a:gd name="T33" fmla="*/ 16 h 27"/>
                <a:gd name="T34" fmla="*/ 21 w 86"/>
                <a:gd name="T35" fmla="*/ 4 h 27"/>
                <a:gd name="T36" fmla="*/ 30 w 86"/>
                <a:gd name="T37" fmla="*/ 13 h 27"/>
                <a:gd name="T38" fmla="*/ 21 w 86"/>
                <a:gd name="T39" fmla="*/ 22 h 27"/>
                <a:gd name="T40" fmla="*/ 12 w 86"/>
                <a:gd name="T41" fmla="*/ 13 h 27"/>
                <a:gd name="T42" fmla="*/ 21 w 86"/>
                <a:gd name="T43" fmla="*/ 4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6" h="27">
                  <a:moveTo>
                    <a:pt x="2" y="16"/>
                  </a:moveTo>
                  <a:cubicBezTo>
                    <a:pt x="8" y="16"/>
                    <a:pt x="8" y="16"/>
                    <a:pt x="8" y="16"/>
                  </a:cubicBezTo>
                  <a:cubicBezTo>
                    <a:pt x="8" y="17"/>
                    <a:pt x="8" y="17"/>
                    <a:pt x="8" y="17"/>
                  </a:cubicBezTo>
                  <a:cubicBezTo>
                    <a:pt x="9" y="22"/>
                    <a:pt x="15" y="27"/>
                    <a:pt x="21" y="27"/>
                  </a:cubicBezTo>
                  <a:cubicBezTo>
                    <a:pt x="27" y="27"/>
                    <a:pt x="32" y="22"/>
                    <a:pt x="34" y="17"/>
                  </a:cubicBezTo>
                  <a:cubicBezTo>
                    <a:pt x="34" y="16"/>
                    <a:pt x="34" y="16"/>
                    <a:pt x="34" y="16"/>
                  </a:cubicBezTo>
                  <a:cubicBezTo>
                    <a:pt x="84" y="16"/>
                    <a:pt x="84" y="16"/>
                    <a:pt x="84" y="16"/>
                  </a:cubicBezTo>
                  <a:cubicBezTo>
                    <a:pt x="85" y="16"/>
                    <a:pt x="86" y="14"/>
                    <a:pt x="86" y="13"/>
                  </a:cubicBezTo>
                  <a:cubicBezTo>
                    <a:pt x="86" y="12"/>
                    <a:pt x="85" y="11"/>
                    <a:pt x="84" y="11"/>
                  </a:cubicBezTo>
                  <a:cubicBezTo>
                    <a:pt x="34" y="11"/>
                    <a:pt x="34" y="11"/>
                    <a:pt x="34" y="11"/>
                  </a:cubicBezTo>
                  <a:cubicBezTo>
                    <a:pt x="34" y="10"/>
                    <a:pt x="34" y="10"/>
                    <a:pt x="34" y="10"/>
                  </a:cubicBezTo>
                  <a:cubicBezTo>
                    <a:pt x="32" y="4"/>
                    <a:pt x="27" y="0"/>
                    <a:pt x="21" y="0"/>
                  </a:cubicBezTo>
                  <a:cubicBezTo>
                    <a:pt x="15" y="0"/>
                    <a:pt x="9" y="4"/>
                    <a:pt x="8" y="10"/>
                  </a:cubicBezTo>
                  <a:cubicBezTo>
                    <a:pt x="8" y="11"/>
                    <a:pt x="8" y="11"/>
                    <a:pt x="8" y="11"/>
                  </a:cubicBezTo>
                  <a:cubicBezTo>
                    <a:pt x="2" y="11"/>
                    <a:pt x="2" y="11"/>
                    <a:pt x="2" y="11"/>
                  </a:cubicBezTo>
                  <a:cubicBezTo>
                    <a:pt x="1" y="11"/>
                    <a:pt x="0" y="12"/>
                    <a:pt x="0" y="13"/>
                  </a:cubicBezTo>
                  <a:cubicBezTo>
                    <a:pt x="0" y="14"/>
                    <a:pt x="1" y="16"/>
                    <a:pt x="2" y="16"/>
                  </a:cubicBezTo>
                  <a:close/>
                  <a:moveTo>
                    <a:pt x="21" y="4"/>
                  </a:moveTo>
                  <a:cubicBezTo>
                    <a:pt x="26" y="4"/>
                    <a:pt x="30" y="8"/>
                    <a:pt x="30" y="13"/>
                  </a:cubicBezTo>
                  <a:cubicBezTo>
                    <a:pt x="30" y="18"/>
                    <a:pt x="26" y="22"/>
                    <a:pt x="21" y="22"/>
                  </a:cubicBezTo>
                  <a:cubicBezTo>
                    <a:pt x="16" y="22"/>
                    <a:pt x="12" y="18"/>
                    <a:pt x="12" y="13"/>
                  </a:cubicBezTo>
                  <a:cubicBezTo>
                    <a:pt x="12" y="8"/>
                    <a:pt x="16" y="4"/>
                    <a:pt x="21" y="4"/>
                  </a:cubicBezTo>
                  <a:close/>
                </a:path>
              </a:pathLst>
            </a:custGeom>
            <a:grpFill/>
            <a:ln w="9525">
              <a:solidFill>
                <a:schemeClr val="accent4"/>
              </a:solid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20" name="Freeform 40">
              <a:extLst>
                <a:ext uri="{FF2B5EF4-FFF2-40B4-BE49-F238E27FC236}">
                  <a16:creationId xmlns:a16="http://schemas.microsoft.com/office/drawing/2014/main" id="{44D9DE82-6299-4F21-880A-354A61A44F2A}"/>
                </a:ext>
              </a:extLst>
            </p:cNvPr>
            <p:cNvSpPr>
              <a:spLocks noEditPoints="1"/>
            </p:cNvSpPr>
            <p:nvPr/>
          </p:nvSpPr>
          <p:spPr bwMode="auto">
            <a:xfrm>
              <a:off x="2568576" y="5432435"/>
              <a:ext cx="322263" cy="98425"/>
            </a:xfrm>
            <a:custGeom>
              <a:avLst/>
              <a:gdLst>
                <a:gd name="T0" fmla="*/ 2 w 86"/>
                <a:gd name="T1" fmla="*/ 15 h 26"/>
                <a:gd name="T2" fmla="*/ 52 w 86"/>
                <a:gd name="T3" fmla="*/ 15 h 26"/>
                <a:gd name="T4" fmla="*/ 52 w 86"/>
                <a:gd name="T5" fmla="*/ 16 h 26"/>
                <a:gd name="T6" fmla="*/ 65 w 86"/>
                <a:gd name="T7" fmla="*/ 26 h 26"/>
                <a:gd name="T8" fmla="*/ 78 w 86"/>
                <a:gd name="T9" fmla="*/ 16 h 26"/>
                <a:gd name="T10" fmla="*/ 78 w 86"/>
                <a:gd name="T11" fmla="*/ 15 h 26"/>
                <a:gd name="T12" fmla="*/ 84 w 86"/>
                <a:gd name="T13" fmla="*/ 15 h 26"/>
                <a:gd name="T14" fmla="*/ 86 w 86"/>
                <a:gd name="T15" fmla="*/ 13 h 26"/>
                <a:gd name="T16" fmla="*/ 84 w 86"/>
                <a:gd name="T17" fmla="*/ 11 h 26"/>
                <a:gd name="T18" fmla="*/ 78 w 86"/>
                <a:gd name="T19" fmla="*/ 11 h 26"/>
                <a:gd name="T20" fmla="*/ 78 w 86"/>
                <a:gd name="T21" fmla="*/ 10 h 26"/>
                <a:gd name="T22" fmla="*/ 65 w 86"/>
                <a:gd name="T23" fmla="*/ 0 h 26"/>
                <a:gd name="T24" fmla="*/ 52 w 86"/>
                <a:gd name="T25" fmla="*/ 10 h 26"/>
                <a:gd name="T26" fmla="*/ 52 w 86"/>
                <a:gd name="T27" fmla="*/ 11 h 26"/>
                <a:gd name="T28" fmla="*/ 2 w 86"/>
                <a:gd name="T29" fmla="*/ 11 h 26"/>
                <a:gd name="T30" fmla="*/ 0 w 86"/>
                <a:gd name="T31" fmla="*/ 13 h 26"/>
                <a:gd name="T32" fmla="*/ 2 w 86"/>
                <a:gd name="T33" fmla="*/ 15 h 26"/>
                <a:gd name="T34" fmla="*/ 65 w 86"/>
                <a:gd name="T35" fmla="*/ 4 h 26"/>
                <a:gd name="T36" fmla="*/ 74 w 86"/>
                <a:gd name="T37" fmla="*/ 13 h 26"/>
                <a:gd name="T38" fmla="*/ 65 w 86"/>
                <a:gd name="T39" fmla="*/ 22 h 26"/>
                <a:gd name="T40" fmla="*/ 56 w 86"/>
                <a:gd name="T41" fmla="*/ 13 h 26"/>
                <a:gd name="T42" fmla="*/ 65 w 86"/>
                <a:gd name="T43" fmla="*/ 4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6" h="26">
                  <a:moveTo>
                    <a:pt x="2" y="15"/>
                  </a:moveTo>
                  <a:cubicBezTo>
                    <a:pt x="52" y="15"/>
                    <a:pt x="52" y="15"/>
                    <a:pt x="52" y="15"/>
                  </a:cubicBezTo>
                  <a:cubicBezTo>
                    <a:pt x="52" y="16"/>
                    <a:pt x="52" y="16"/>
                    <a:pt x="52" y="16"/>
                  </a:cubicBezTo>
                  <a:cubicBezTo>
                    <a:pt x="54" y="22"/>
                    <a:pt x="59" y="26"/>
                    <a:pt x="65" y="26"/>
                  </a:cubicBezTo>
                  <a:cubicBezTo>
                    <a:pt x="71" y="26"/>
                    <a:pt x="77" y="22"/>
                    <a:pt x="78" y="16"/>
                  </a:cubicBezTo>
                  <a:cubicBezTo>
                    <a:pt x="78" y="15"/>
                    <a:pt x="78" y="15"/>
                    <a:pt x="78" y="15"/>
                  </a:cubicBezTo>
                  <a:cubicBezTo>
                    <a:pt x="84" y="15"/>
                    <a:pt x="84" y="15"/>
                    <a:pt x="84" y="15"/>
                  </a:cubicBezTo>
                  <a:cubicBezTo>
                    <a:pt x="85" y="15"/>
                    <a:pt x="86" y="14"/>
                    <a:pt x="86" y="13"/>
                  </a:cubicBezTo>
                  <a:cubicBezTo>
                    <a:pt x="86" y="12"/>
                    <a:pt x="85" y="11"/>
                    <a:pt x="84" y="11"/>
                  </a:cubicBezTo>
                  <a:cubicBezTo>
                    <a:pt x="78" y="11"/>
                    <a:pt x="78" y="11"/>
                    <a:pt x="78" y="11"/>
                  </a:cubicBezTo>
                  <a:cubicBezTo>
                    <a:pt x="78" y="10"/>
                    <a:pt x="78" y="10"/>
                    <a:pt x="78" y="10"/>
                  </a:cubicBezTo>
                  <a:cubicBezTo>
                    <a:pt x="77" y="4"/>
                    <a:pt x="71" y="0"/>
                    <a:pt x="65" y="0"/>
                  </a:cubicBezTo>
                  <a:cubicBezTo>
                    <a:pt x="59" y="0"/>
                    <a:pt x="54" y="4"/>
                    <a:pt x="52" y="10"/>
                  </a:cubicBezTo>
                  <a:cubicBezTo>
                    <a:pt x="52" y="11"/>
                    <a:pt x="52" y="11"/>
                    <a:pt x="52" y="11"/>
                  </a:cubicBezTo>
                  <a:cubicBezTo>
                    <a:pt x="2" y="11"/>
                    <a:pt x="2" y="11"/>
                    <a:pt x="2" y="11"/>
                  </a:cubicBezTo>
                  <a:cubicBezTo>
                    <a:pt x="1" y="11"/>
                    <a:pt x="0" y="12"/>
                    <a:pt x="0" y="13"/>
                  </a:cubicBezTo>
                  <a:cubicBezTo>
                    <a:pt x="0" y="14"/>
                    <a:pt x="1" y="15"/>
                    <a:pt x="2" y="15"/>
                  </a:cubicBezTo>
                  <a:close/>
                  <a:moveTo>
                    <a:pt x="65" y="4"/>
                  </a:moveTo>
                  <a:cubicBezTo>
                    <a:pt x="70" y="4"/>
                    <a:pt x="74" y="8"/>
                    <a:pt x="74" y="13"/>
                  </a:cubicBezTo>
                  <a:cubicBezTo>
                    <a:pt x="74" y="18"/>
                    <a:pt x="70" y="22"/>
                    <a:pt x="65" y="22"/>
                  </a:cubicBezTo>
                  <a:cubicBezTo>
                    <a:pt x="60" y="22"/>
                    <a:pt x="56" y="18"/>
                    <a:pt x="56" y="13"/>
                  </a:cubicBezTo>
                  <a:cubicBezTo>
                    <a:pt x="56" y="8"/>
                    <a:pt x="60" y="4"/>
                    <a:pt x="65" y="4"/>
                  </a:cubicBezTo>
                  <a:close/>
                </a:path>
              </a:pathLst>
            </a:custGeom>
            <a:grpFill/>
            <a:ln w="9525">
              <a:solidFill>
                <a:schemeClr val="accent4"/>
              </a:solid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21" name="Freeform 41">
              <a:extLst>
                <a:ext uri="{FF2B5EF4-FFF2-40B4-BE49-F238E27FC236}">
                  <a16:creationId xmlns:a16="http://schemas.microsoft.com/office/drawing/2014/main" id="{0D5F3CE0-ACB3-413C-879F-C8D106CA9C37}"/>
                </a:ext>
              </a:extLst>
            </p:cNvPr>
            <p:cNvSpPr>
              <a:spLocks noEditPoints="1"/>
            </p:cNvSpPr>
            <p:nvPr/>
          </p:nvSpPr>
          <p:spPr bwMode="auto">
            <a:xfrm>
              <a:off x="2568576" y="5305435"/>
              <a:ext cx="322263" cy="101600"/>
            </a:xfrm>
            <a:custGeom>
              <a:avLst/>
              <a:gdLst>
                <a:gd name="T0" fmla="*/ 2 w 86"/>
                <a:gd name="T1" fmla="*/ 16 h 27"/>
                <a:gd name="T2" fmla="*/ 30 w 86"/>
                <a:gd name="T3" fmla="*/ 16 h 27"/>
                <a:gd name="T4" fmla="*/ 30 w 86"/>
                <a:gd name="T5" fmla="*/ 17 h 27"/>
                <a:gd name="T6" fmla="*/ 43 w 86"/>
                <a:gd name="T7" fmla="*/ 27 h 27"/>
                <a:gd name="T8" fmla="*/ 56 w 86"/>
                <a:gd name="T9" fmla="*/ 17 h 27"/>
                <a:gd name="T10" fmla="*/ 56 w 86"/>
                <a:gd name="T11" fmla="*/ 16 h 27"/>
                <a:gd name="T12" fmla="*/ 84 w 86"/>
                <a:gd name="T13" fmla="*/ 16 h 27"/>
                <a:gd name="T14" fmla="*/ 86 w 86"/>
                <a:gd name="T15" fmla="*/ 14 h 27"/>
                <a:gd name="T16" fmla="*/ 84 w 86"/>
                <a:gd name="T17" fmla="*/ 11 h 27"/>
                <a:gd name="T18" fmla="*/ 56 w 86"/>
                <a:gd name="T19" fmla="*/ 11 h 27"/>
                <a:gd name="T20" fmla="*/ 56 w 86"/>
                <a:gd name="T21" fmla="*/ 10 h 27"/>
                <a:gd name="T22" fmla="*/ 43 w 86"/>
                <a:gd name="T23" fmla="*/ 0 h 27"/>
                <a:gd name="T24" fmla="*/ 30 w 86"/>
                <a:gd name="T25" fmla="*/ 10 h 27"/>
                <a:gd name="T26" fmla="*/ 30 w 86"/>
                <a:gd name="T27" fmla="*/ 11 h 27"/>
                <a:gd name="T28" fmla="*/ 2 w 86"/>
                <a:gd name="T29" fmla="*/ 11 h 27"/>
                <a:gd name="T30" fmla="*/ 0 w 86"/>
                <a:gd name="T31" fmla="*/ 14 h 27"/>
                <a:gd name="T32" fmla="*/ 2 w 86"/>
                <a:gd name="T33" fmla="*/ 16 h 27"/>
                <a:gd name="T34" fmla="*/ 43 w 86"/>
                <a:gd name="T35" fmla="*/ 5 h 27"/>
                <a:gd name="T36" fmla="*/ 52 w 86"/>
                <a:gd name="T37" fmla="*/ 14 h 27"/>
                <a:gd name="T38" fmla="*/ 43 w 86"/>
                <a:gd name="T39" fmla="*/ 22 h 27"/>
                <a:gd name="T40" fmla="*/ 34 w 86"/>
                <a:gd name="T41" fmla="*/ 14 h 27"/>
                <a:gd name="T42" fmla="*/ 43 w 86"/>
                <a:gd name="T43" fmla="*/ 5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6" h="27">
                  <a:moveTo>
                    <a:pt x="2" y="16"/>
                  </a:moveTo>
                  <a:cubicBezTo>
                    <a:pt x="30" y="16"/>
                    <a:pt x="30" y="16"/>
                    <a:pt x="30" y="16"/>
                  </a:cubicBezTo>
                  <a:cubicBezTo>
                    <a:pt x="30" y="17"/>
                    <a:pt x="30" y="17"/>
                    <a:pt x="30" y="17"/>
                  </a:cubicBezTo>
                  <a:cubicBezTo>
                    <a:pt x="32" y="23"/>
                    <a:pt x="37" y="27"/>
                    <a:pt x="43" y="27"/>
                  </a:cubicBezTo>
                  <a:cubicBezTo>
                    <a:pt x="49" y="27"/>
                    <a:pt x="54" y="23"/>
                    <a:pt x="56" y="17"/>
                  </a:cubicBezTo>
                  <a:cubicBezTo>
                    <a:pt x="56" y="16"/>
                    <a:pt x="56" y="16"/>
                    <a:pt x="56" y="16"/>
                  </a:cubicBezTo>
                  <a:cubicBezTo>
                    <a:pt x="84" y="16"/>
                    <a:pt x="84" y="16"/>
                    <a:pt x="84" y="16"/>
                  </a:cubicBezTo>
                  <a:cubicBezTo>
                    <a:pt x="85" y="16"/>
                    <a:pt x="86" y="15"/>
                    <a:pt x="86" y="14"/>
                  </a:cubicBezTo>
                  <a:cubicBezTo>
                    <a:pt x="86" y="12"/>
                    <a:pt x="85" y="11"/>
                    <a:pt x="84" y="11"/>
                  </a:cubicBezTo>
                  <a:cubicBezTo>
                    <a:pt x="56" y="11"/>
                    <a:pt x="56" y="11"/>
                    <a:pt x="56" y="11"/>
                  </a:cubicBezTo>
                  <a:cubicBezTo>
                    <a:pt x="56" y="10"/>
                    <a:pt x="56" y="10"/>
                    <a:pt x="56" y="10"/>
                  </a:cubicBezTo>
                  <a:cubicBezTo>
                    <a:pt x="54" y="4"/>
                    <a:pt x="49" y="0"/>
                    <a:pt x="43" y="0"/>
                  </a:cubicBezTo>
                  <a:cubicBezTo>
                    <a:pt x="37" y="0"/>
                    <a:pt x="32" y="4"/>
                    <a:pt x="30" y="10"/>
                  </a:cubicBezTo>
                  <a:cubicBezTo>
                    <a:pt x="30" y="11"/>
                    <a:pt x="30" y="11"/>
                    <a:pt x="30" y="11"/>
                  </a:cubicBezTo>
                  <a:cubicBezTo>
                    <a:pt x="2" y="11"/>
                    <a:pt x="2" y="11"/>
                    <a:pt x="2" y="11"/>
                  </a:cubicBezTo>
                  <a:cubicBezTo>
                    <a:pt x="1" y="11"/>
                    <a:pt x="0" y="12"/>
                    <a:pt x="0" y="14"/>
                  </a:cubicBezTo>
                  <a:cubicBezTo>
                    <a:pt x="0" y="15"/>
                    <a:pt x="1" y="16"/>
                    <a:pt x="2" y="16"/>
                  </a:cubicBezTo>
                  <a:close/>
                  <a:moveTo>
                    <a:pt x="43" y="5"/>
                  </a:moveTo>
                  <a:cubicBezTo>
                    <a:pt x="48" y="5"/>
                    <a:pt x="52" y="9"/>
                    <a:pt x="52" y="14"/>
                  </a:cubicBezTo>
                  <a:cubicBezTo>
                    <a:pt x="52" y="18"/>
                    <a:pt x="48" y="22"/>
                    <a:pt x="43" y="22"/>
                  </a:cubicBezTo>
                  <a:cubicBezTo>
                    <a:pt x="38" y="22"/>
                    <a:pt x="34" y="18"/>
                    <a:pt x="34" y="14"/>
                  </a:cubicBezTo>
                  <a:cubicBezTo>
                    <a:pt x="34" y="9"/>
                    <a:pt x="38" y="5"/>
                    <a:pt x="43" y="5"/>
                  </a:cubicBezTo>
                  <a:close/>
                </a:path>
              </a:pathLst>
            </a:custGeom>
            <a:grpFill/>
            <a:ln w="9525">
              <a:solidFill>
                <a:schemeClr val="accent4"/>
              </a:solid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sp>
        <p:nvSpPr>
          <p:cNvPr id="122" name="Freeform 126">
            <a:extLst>
              <a:ext uri="{FF2B5EF4-FFF2-40B4-BE49-F238E27FC236}">
                <a16:creationId xmlns:a16="http://schemas.microsoft.com/office/drawing/2014/main" id="{FBC7704A-2C4F-41E2-89EF-7E6B5376D95D}"/>
              </a:ext>
            </a:extLst>
          </p:cNvPr>
          <p:cNvSpPr>
            <a:spLocks noEditPoints="1"/>
          </p:cNvSpPr>
          <p:nvPr/>
        </p:nvSpPr>
        <p:spPr bwMode="auto">
          <a:xfrm>
            <a:off x="3351746" y="1474492"/>
            <a:ext cx="396000" cy="396000"/>
          </a:xfrm>
          <a:custGeom>
            <a:avLst/>
            <a:gdLst>
              <a:gd name="T0" fmla="*/ 106 w 108"/>
              <a:gd name="T1" fmla="*/ 15 h 128"/>
              <a:gd name="T2" fmla="*/ 10 w 108"/>
              <a:gd name="T3" fmla="*/ 15 h 128"/>
              <a:gd name="T4" fmla="*/ 5 w 108"/>
              <a:gd name="T5" fmla="*/ 10 h 128"/>
              <a:gd name="T6" fmla="*/ 10 w 108"/>
              <a:gd name="T7" fmla="*/ 5 h 128"/>
              <a:gd name="T8" fmla="*/ 106 w 108"/>
              <a:gd name="T9" fmla="*/ 5 h 128"/>
              <a:gd name="T10" fmla="*/ 108 w 108"/>
              <a:gd name="T11" fmla="*/ 2 h 128"/>
              <a:gd name="T12" fmla="*/ 106 w 108"/>
              <a:gd name="T13" fmla="*/ 0 h 128"/>
              <a:gd name="T14" fmla="*/ 10 w 108"/>
              <a:gd name="T15" fmla="*/ 0 h 128"/>
              <a:gd name="T16" fmla="*/ 0 w 108"/>
              <a:gd name="T17" fmla="*/ 10 h 128"/>
              <a:gd name="T18" fmla="*/ 0 w 108"/>
              <a:gd name="T19" fmla="*/ 118 h 128"/>
              <a:gd name="T20" fmla="*/ 10 w 108"/>
              <a:gd name="T21" fmla="*/ 128 h 128"/>
              <a:gd name="T22" fmla="*/ 106 w 108"/>
              <a:gd name="T23" fmla="*/ 128 h 128"/>
              <a:gd name="T24" fmla="*/ 108 w 108"/>
              <a:gd name="T25" fmla="*/ 126 h 128"/>
              <a:gd name="T26" fmla="*/ 108 w 108"/>
              <a:gd name="T27" fmla="*/ 17 h 128"/>
              <a:gd name="T28" fmla="*/ 106 w 108"/>
              <a:gd name="T29" fmla="*/ 15 h 128"/>
              <a:gd name="T30" fmla="*/ 22 w 108"/>
              <a:gd name="T31" fmla="*/ 123 h 128"/>
              <a:gd name="T32" fmla="*/ 10 w 108"/>
              <a:gd name="T33" fmla="*/ 123 h 128"/>
              <a:gd name="T34" fmla="*/ 5 w 108"/>
              <a:gd name="T35" fmla="*/ 118 h 128"/>
              <a:gd name="T36" fmla="*/ 5 w 108"/>
              <a:gd name="T37" fmla="*/ 18 h 128"/>
              <a:gd name="T38" fmla="*/ 6 w 108"/>
              <a:gd name="T39" fmla="*/ 19 h 128"/>
              <a:gd name="T40" fmla="*/ 10 w 108"/>
              <a:gd name="T41" fmla="*/ 19 h 128"/>
              <a:gd name="T42" fmla="*/ 22 w 108"/>
              <a:gd name="T43" fmla="*/ 19 h 128"/>
              <a:gd name="T44" fmla="*/ 22 w 108"/>
              <a:gd name="T45" fmla="*/ 123 h 128"/>
              <a:gd name="T46" fmla="*/ 104 w 108"/>
              <a:gd name="T47" fmla="*/ 123 h 128"/>
              <a:gd name="T48" fmla="*/ 27 w 108"/>
              <a:gd name="T49" fmla="*/ 123 h 128"/>
              <a:gd name="T50" fmla="*/ 27 w 108"/>
              <a:gd name="T51" fmla="*/ 19 h 128"/>
              <a:gd name="T52" fmla="*/ 104 w 108"/>
              <a:gd name="T53" fmla="*/ 19 h 128"/>
              <a:gd name="T54" fmla="*/ 104 w 108"/>
              <a:gd name="T55" fmla="*/ 12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08" h="128">
                <a:moveTo>
                  <a:pt x="106" y="15"/>
                </a:moveTo>
                <a:cubicBezTo>
                  <a:pt x="10" y="15"/>
                  <a:pt x="10" y="15"/>
                  <a:pt x="10" y="15"/>
                </a:cubicBezTo>
                <a:cubicBezTo>
                  <a:pt x="7" y="15"/>
                  <a:pt x="5" y="13"/>
                  <a:pt x="5" y="10"/>
                </a:cubicBezTo>
                <a:cubicBezTo>
                  <a:pt x="5" y="7"/>
                  <a:pt x="7" y="5"/>
                  <a:pt x="10" y="5"/>
                </a:cubicBezTo>
                <a:cubicBezTo>
                  <a:pt x="106" y="5"/>
                  <a:pt x="106" y="5"/>
                  <a:pt x="106" y="5"/>
                </a:cubicBezTo>
                <a:cubicBezTo>
                  <a:pt x="107" y="5"/>
                  <a:pt x="108" y="4"/>
                  <a:pt x="108" y="2"/>
                </a:cubicBezTo>
                <a:cubicBezTo>
                  <a:pt x="108" y="1"/>
                  <a:pt x="107" y="0"/>
                  <a:pt x="106" y="0"/>
                </a:cubicBezTo>
                <a:cubicBezTo>
                  <a:pt x="10" y="0"/>
                  <a:pt x="10" y="0"/>
                  <a:pt x="10" y="0"/>
                </a:cubicBezTo>
                <a:cubicBezTo>
                  <a:pt x="4" y="0"/>
                  <a:pt x="0" y="4"/>
                  <a:pt x="0" y="10"/>
                </a:cubicBezTo>
                <a:cubicBezTo>
                  <a:pt x="0" y="118"/>
                  <a:pt x="0" y="118"/>
                  <a:pt x="0" y="118"/>
                </a:cubicBezTo>
                <a:cubicBezTo>
                  <a:pt x="0" y="124"/>
                  <a:pt x="4" y="128"/>
                  <a:pt x="10" y="128"/>
                </a:cubicBezTo>
                <a:cubicBezTo>
                  <a:pt x="106" y="128"/>
                  <a:pt x="106" y="128"/>
                  <a:pt x="106" y="128"/>
                </a:cubicBezTo>
                <a:cubicBezTo>
                  <a:pt x="107" y="128"/>
                  <a:pt x="108" y="127"/>
                  <a:pt x="108" y="126"/>
                </a:cubicBezTo>
                <a:cubicBezTo>
                  <a:pt x="108" y="17"/>
                  <a:pt x="108" y="17"/>
                  <a:pt x="108" y="17"/>
                </a:cubicBezTo>
                <a:cubicBezTo>
                  <a:pt x="108" y="16"/>
                  <a:pt x="107" y="15"/>
                  <a:pt x="106" y="15"/>
                </a:cubicBezTo>
                <a:close/>
                <a:moveTo>
                  <a:pt x="22" y="123"/>
                </a:moveTo>
                <a:cubicBezTo>
                  <a:pt x="10" y="123"/>
                  <a:pt x="10" y="123"/>
                  <a:pt x="10" y="123"/>
                </a:cubicBezTo>
                <a:cubicBezTo>
                  <a:pt x="7" y="123"/>
                  <a:pt x="5" y="121"/>
                  <a:pt x="5" y="118"/>
                </a:cubicBezTo>
                <a:cubicBezTo>
                  <a:pt x="5" y="18"/>
                  <a:pt x="5" y="18"/>
                  <a:pt x="5" y="18"/>
                </a:cubicBezTo>
                <a:cubicBezTo>
                  <a:pt x="6" y="19"/>
                  <a:pt x="6" y="19"/>
                  <a:pt x="6" y="19"/>
                </a:cubicBezTo>
                <a:cubicBezTo>
                  <a:pt x="8" y="19"/>
                  <a:pt x="9" y="19"/>
                  <a:pt x="10" y="19"/>
                </a:cubicBezTo>
                <a:cubicBezTo>
                  <a:pt x="22" y="19"/>
                  <a:pt x="22" y="19"/>
                  <a:pt x="22" y="19"/>
                </a:cubicBezTo>
                <a:lnTo>
                  <a:pt x="22" y="123"/>
                </a:lnTo>
                <a:close/>
                <a:moveTo>
                  <a:pt x="104" y="123"/>
                </a:moveTo>
                <a:cubicBezTo>
                  <a:pt x="27" y="123"/>
                  <a:pt x="27" y="123"/>
                  <a:pt x="27" y="123"/>
                </a:cubicBezTo>
                <a:cubicBezTo>
                  <a:pt x="27" y="19"/>
                  <a:pt x="27" y="19"/>
                  <a:pt x="27" y="19"/>
                </a:cubicBezTo>
                <a:cubicBezTo>
                  <a:pt x="104" y="19"/>
                  <a:pt x="104" y="19"/>
                  <a:pt x="104" y="19"/>
                </a:cubicBezTo>
                <a:lnTo>
                  <a:pt x="104" y="123"/>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nvGrpSpPr>
          <p:cNvPr id="123" name="组合 122">
            <a:extLst>
              <a:ext uri="{FF2B5EF4-FFF2-40B4-BE49-F238E27FC236}">
                <a16:creationId xmlns:a16="http://schemas.microsoft.com/office/drawing/2014/main" id="{3D8EC3C4-E5C0-43B3-B608-12A33A21CC7B}"/>
              </a:ext>
            </a:extLst>
          </p:cNvPr>
          <p:cNvGrpSpPr/>
          <p:nvPr/>
        </p:nvGrpSpPr>
        <p:grpSpPr>
          <a:xfrm>
            <a:off x="8444248" y="3904621"/>
            <a:ext cx="396000" cy="396000"/>
            <a:chOff x="10179050" y="304800"/>
            <a:chExt cx="481013" cy="481013"/>
          </a:xfrm>
          <a:solidFill>
            <a:srgbClr val="FFFFFF"/>
          </a:solidFill>
        </p:grpSpPr>
        <p:sp>
          <p:nvSpPr>
            <p:cNvPr id="124" name="Freeform 217">
              <a:extLst>
                <a:ext uri="{FF2B5EF4-FFF2-40B4-BE49-F238E27FC236}">
                  <a16:creationId xmlns:a16="http://schemas.microsoft.com/office/drawing/2014/main" id="{E2DF13AD-3BD8-47DE-B4C7-9F4EE30D4A5B}"/>
                </a:ext>
              </a:extLst>
            </p:cNvPr>
            <p:cNvSpPr>
              <a:spLocks noEditPoints="1"/>
            </p:cNvSpPr>
            <p:nvPr/>
          </p:nvSpPr>
          <p:spPr bwMode="auto">
            <a:xfrm>
              <a:off x="10179050" y="304800"/>
              <a:ext cx="481013" cy="481013"/>
            </a:xfrm>
            <a:custGeom>
              <a:avLst/>
              <a:gdLst>
                <a:gd name="T0" fmla="*/ 122 w 128"/>
                <a:gd name="T1" fmla="*/ 11 h 128"/>
                <a:gd name="T2" fmla="*/ 102 w 128"/>
                <a:gd name="T3" fmla="*/ 11 h 128"/>
                <a:gd name="T4" fmla="*/ 102 w 128"/>
                <a:gd name="T5" fmla="*/ 3 h 128"/>
                <a:gd name="T6" fmla="*/ 100 w 128"/>
                <a:gd name="T7" fmla="*/ 1 h 128"/>
                <a:gd name="T8" fmla="*/ 98 w 128"/>
                <a:gd name="T9" fmla="*/ 3 h 128"/>
                <a:gd name="T10" fmla="*/ 98 w 128"/>
                <a:gd name="T11" fmla="*/ 11 h 128"/>
                <a:gd name="T12" fmla="*/ 66 w 128"/>
                <a:gd name="T13" fmla="*/ 11 h 128"/>
                <a:gd name="T14" fmla="*/ 66 w 128"/>
                <a:gd name="T15" fmla="*/ 3 h 128"/>
                <a:gd name="T16" fmla="*/ 64 w 128"/>
                <a:gd name="T17" fmla="*/ 1 h 128"/>
                <a:gd name="T18" fmla="*/ 62 w 128"/>
                <a:gd name="T19" fmla="*/ 3 h 128"/>
                <a:gd name="T20" fmla="*/ 62 w 128"/>
                <a:gd name="T21" fmla="*/ 11 h 128"/>
                <a:gd name="T22" fmla="*/ 30 w 128"/>
                <a:gd name="T23" fmla="*/ 11 h 128"/>
                <a:gd name="T24" fmla="*/ 30 w 128"/>
                <a:gd name="T25" fmla="*/ 2 h 128"/>
                <a:gd name="T26" fmla="*/ 28 w 128"/>
                <a:gd name="T27" fmla="*/ 0 h 128"/>
                <a:gd name="T28" fmla="*/ 26 w 128"/>
                <a:gd name="T29" fmla="*/ 2 h 128"/>
                <a:gd name="T30" fmla="*/ 26 w 128"/>
                <a:gd name="T31" fmla="*/ 11 h 128"/>
                <a:gd name="T32" fmla="*/ 6 w 128"/>
                <a:gd name="T33" fmla="*/ 11 h 128"/>
                <a:gd name="T34" fmla="*/ 0 w 128"/>
                <a:gd name="T35" fmla="*/ 17 h 128"/>
                <a:gd name="T36" fmla="*/ 0 w 128"/>
                <a:gd name="T37" fmla="*/ 122 h 128"/>
                <a:gd name="T38" fmla="*/ 6 w 128"/>
                <a:gd name="T39" fmla="*/ 128 h 128"/>
                <a:gd name="T40" fmla="*/ 122 w 128"/>
                <a:gd name="T41" fmla="*/ 128 h 128"/>
                <a:gd name="T42" fmla="*/ 128 w 128"/>
                <a:gd name="T43" fmla="*/ 122 h 128"/>
                <a:gd name="T44" fmla="*/ 128 w 128"/>
                <a:gd name="T45" fmla="*/ 17 h 128"/>
                <a:gd name="T46" fmla="*/ 122 w 128"/>
                <a:gd name="T47" fmla="*/ 11 h 128"/>
                <a:gd name="T48" fmla="*/ 123 w 128"/>
                <a:gd name="T49" fmla="*/ 123 h 128"/>
                <a:gd name="T50" fmla="*/ 5 w 128"/>
                <a:gd name="T51" fmla="*/ 123 h 128"/>
                <a:gd name="T52" fmla="*/ 5 w 128"/>
                <a:gd name="T53" fmla="*/ 42 h 128"/>
                <a:gd name="T54" fmla="*/ 123 w 128"/>
                <a:gd name="T55" fmla="*/ 42 h 128"/>
                <a:gd name="T56" fmla="*/ 123 w 128"/>
                <a:gd name="T57" fmla="*/ 123 h 128"/>
                <a:gd name="T58" fmla="*/ 123 w 128"/>
                <a:gd name="T59" fmla="*/ 37 h 128"/>
                <a:gd name="T60" fmla="*/ 5 w 128"/>
                <a:gd name="T61" fmla="*/ 37 h 128"/>
                <a:gd name="T62" fmla="*/ 5 w 128"/>
                <a:gd name="T63" fmla="*/ 16 h 128"/>
                <a:gd name="T64" fmla="*/ 26 w 128"/>
                <a:gd name="T65" fmla="*/ 16 h 128"/>
                <a:gd name="T66" fmla="*/ 26 w 128"/>
                <a:gd name="T67" fmla="*/ 23 h 128"/>
                <a:gd name="T68" fmla="*/ 28 w 128"/>
                <a:gd name="T69" fmla="*/ 26 h 128"/>
                <a:gd name="T70" fmla="*/ 30 w 128"/>
                <a:gd name="T71" fmla="*/ 23 h 128"/>
                <a:gd name="T72" fmla="*/ 30 w 128"/>
                <a:gd name="T73" fmla="*/ 16 h 128"/>
                <a:gd name="T74" fmla="*/ 62 w 128"/>
                <a:gd name="T75" fmla="*/ 16 h 128"/>
                <a:gd name="T76" fmla="*/ 62 w 128"/>
                <a:gd name="T77" fmla="*/ 25 h 128"/>
                <a:gd name="T78" fmla="*/ 64 w 128"/>
                <a:gd name="T79" fmla="*/ 27 h 128"/>
                <a:gd name="T80" fmla="*/ 66 w 128"/>
                <a:gd name="T81" fmla="*/ 25 h 128"/>
                <a:gd name="T82" fmla="*/ 66 w 128"/>
                <a:gd name="T83" fmla="*/ 16 h 128"/>
                <a:gd name="T84" fmla="*/ 98 w 128"/>
                <a:gd name="T85" fmla="*/ 16 h 128"/>
                <a:gd name="T86" fmla="*/ 98 w 128"/>
                <a:gd name="T87" fmla="*/ 25 h 128"/>
                <a:gd name="T88" fmla="*/ 100 w 128"/>
                <a:gd name="T89" fmla="*/ 27 h 128"/>
                <a:gd name="T90" fmla="*/ 102 w 128"/>
                <a:gd name="T91" fmla="*/ 25 h 128"/>
                <a:gd name="T92" fmla="*/ 102 w 128"/>
                <a:gd name="T93" fmla="*/ 16 h 128"/>
                <a:gd name="T94" fmla="*/ 123 w 128"/>
                <a:gd name="T95" fmla="*/ 16 h 128"/>
                <a:gd name="T96" fmla="*/ 123 w 128"/>
                <a:gd name="T97" fmla="*/ 37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8" h="128">
                  <a:moveTo>
                    <a:pt x="122" y="11"/>
                  </a:moveTo>
                  <a:cubicBezTo>
                    <a:pt x="102" y="11"/>
                    <a:pt x="102" y="11"/>
                    <a:pt x="102" y="11"/>
                  </a:cubicBezTo>
                  <a:cubicBezTo>
                    <a:pt x="102" y="3"/>
                    <a:pt x="102" y="3"/>
                    <a:pt x="102" y="3"/>
                  </a:cubicBezTo>
                  <a:cubicBezTo>
                    <a:pt x="102" y="2"/>
                    <a:pt x="101" y="1"/>
                    <a:pt x="100" y="1"/>
                  </a:cubicBezTo>
                  <a:cubicBezTo>
                    <a:pt x="99" y="1"/>
                    <a:pt x="98" y="2"/>
                    <a:pt x="98" y="3"/>
                  </a:cubicBezTo>
                  <a:cubicBezTo>
                    <a:pt x="98" y="11"/>
                    <a:pt x="98" y="11"/>
                    <a:pt x="98" y="11"/>
                  </a:cubicBezTo>
                  <a:cubicBezTo>
                    <a:pt x="66" y="11"/>
                    <a:pt x="66" y="11"/>
                    <a:pt x="66" y="11"/>
                  </a:cubicBezTo>
                  <a:cubicBezTo>
                    <a:pt x="66" y="3"/>
                    <a:pt x="66" y="3"/>
                    <a:pt x="66" y="3"/>
                  </a:cubicBezTo>
                  <a:cubicBezTo>
                    <a:pt x="66" y="2"/>
                    <a:pt x="65" y="1"/>
                    <a:pt x="64" y="1"/>
                  </a:cubicBezTo>
                  <a:cubicBezTo>
                    <a:pt x="63" y="1"/>
                    <a:pt x="62" y="2"/>
                    <a:pt x="62" y="3"/>
                  </a:cubicBezTo>
                  <a:cubicBezTo>
                    <a:pt x="62" y="11"/>
                    <a:pt x="62" y="11"/>
                    <a:pt x="62" y="11"/>
                  </a:cubicBezTo>
                  <a:cubicBezTo>
                    <a:pt x="30" y="11"/>
                    <a:pt x="30" y="11"/>
                    <a:pt x="30" y="11"/>
                  </a:cubicBezTo>
                  <a:cubicBezTo>
                    <a:pt x="30" y="2"/>
                    <a:pt x="30" y="2"/>
                    <a:pt x="30" y="2"/>
                  </a:cubicBezTo>
                  <a:cubicBezTo>
                    <a:pt x="30" y="1"/>
                    <a:pt x="29" y="0"/>
                    <a:pt x="28" y="0"/>
                  </a:cubicBezTo>
                  <a:cubicBezTo>
                    <a:pt x="27" y="0"/>
                    <a:pt x="26" y="1"/>
                    <a:pt x="26" y="2"/>
                  </a:cubicBezTo>
                  <a:cubicBezTo>
                    <a:pt x="26" y="11"/>
                    <a:pt x="26" y="11"/>
                    <a:pt x="26" y="11"/>
                  </a:cubicBezTo>
                  <a:cubicBezTo>
                    <a:pt x="6" y="11"/>
                    <a:pt x="6" y="11"/>
                    <a:pt x="6" y="11"/>
                  </a:cubicBezTo>
                  <a:cubicBezTo>
                    <a:pt x="3" y="11"/>
                    <a:pt x="0" y="14"/>
                    <a:pt x="0" y="17"/>
                  </a:cubicBezTo>
                  <a:cubicBezTo>
                    <a:pt x="0" y="122"/>
                    <a:pt x="0" y="122"/>
                    <a:pt x="0" y="122"/>
                  </a:cubicBezTo>
                  <a:cubicBezTo>
                    <a:pt x="0" y="125"/>
                    <a:pt x="3" y="128"/>
                    <a:pt x="6" y="128"/>
                  </a:cubicBezTo>
                  <a:cubicBezTo>
                    <a:pt x="122" y="128"/>
                    <a:pt x="122" y="128"/>
                    <a:pt x="122" y="128"/>
                  </a:cubicBezTo>
                  <a:cubicBezTo>
                    <a:pt x="125" y="128"/>
                    <a:pt x="128" y="125"/>
                    <a:pt x="128" y="122"/>
                  </a:cubicBezTo>
                  <a:cubicBezTo>
                    <a:pt x="128" y="17"/>
                    <a:pt x="128" y="17"/>
                    <a:pt x="128" y="17"/>
                  </a:cubicBezTo>
                  <a:cubicBezTo>
                    <a:pt x="128" y="14"/>
                    <a:pt x="125" y="11"/>
                    <a:pt x="122" y="11"/>
                  </a:cubicBezTo>
                  <a:close/>
                  <a:moveTo>
                    <a:pt x="123" y="123"/>
                  </a:moveTo>
                  <a:cubicBezTo>
                    <a:pt x="5" y="123"/>
                    <a:pt x="5" y="123"/>
                    <a:pt x="5" y="123"/>
                  </a:cubicBezTo>
                  <a:cubicBezTo>
                    <a:pt x="5" y="42"/>
                    <a:pt x="5" y="42"/>
                    <a:pt x="5" y="42"/>
                  </a:cubicBezTo>
                  <a:cubicBezTo>
                    <a:pt x="123" y="42"/>
                    <a:pt x="123" y="42"/>
                    <a:pt x="123" y="42"/>
                  </a:cubicBezTo>
                  <a:lnTo>
                    <a:pt x="123" y="123"/>
                  </a:lnTo>
                  <a:close/>
                  <a:moveTo>
                    <a:pt x="123" y="37"/>
                  </a:moveTo>
                  <a:cubicBezTo>
                    <a:pt x="5" y="37"/>
                    <a:pt x="5" y="37"/>
                    <a:pt x="5" y="37"/>
                  </a:cubicBezTo>
                  <a:cubicBezTo>
                    <a:pt x="5" y="16"/>
                    <a:pt x="5" y="16"/>
                    <a:pt x="5" y="16"/>
                  </a:cubicBezTo>
                  <a:cubicBezTo>
                    <a:pt x="26" y="16"/>
                    <a:pt x="26" y="16"/>
                    <a:pt x="26" y="16"/>
                  </a:cubicBezTo>
                  <a:cubicBezTo>
                    <a:pt x="26" y="23"/>
                    <a:pt x="26" y="23"/>
                    <a:pt x="26" y="23"/>
                  </a:cubicBezTo>
                  <a:cubicBezTo>
                    <a:pt x="26" y="25"/>
                    <a:pt x="27" y="26"/>
                    <a:pt x="28" y="26"/>
                  </a:cubicBezTo>
                  <a:cubicBezTo>
                    <a:pt x="29" y="26"/>
                    <a:pt x="30" y="25"/>
                    <a:pt x="30" y="23"/>
                  </a:cubicBezTo>
                  <a:cubicBezTo>
                    <a:pt x="30" y="16"/>
                    <a:pt x="30" y="16"/>
                    <a:pt x="30" y="16"/>
                  </a:cubicBezTo>
                  <a:cubicBezTo>
                    <a:pt x="62" y="16"/>
                    <a:pt x="62" y="16"/>
                    <a:pt x="62" y="16"/>
                  </a:cubicBezTo>
                  <a:cubicBezTo>
                    <a:pt x="62" y="25"/>
                    <a:pt x="62" y="25"/>
                    <a:pt x="62" y="25"/>
                  </a:cubicBezTo>
                  <a:cubicBezTo>
                    <a:pt x="62" y="26"/>
                    <a:pt x="63" y="27"/>
                    <a:pt x="64" y="27"/>
                  </a:cubicBezTo>
                  <a:cubicBezTo>
                    <a:pt x="65" y="27"/>
                    <a:pt x="66" y="26"/>
                    <a:pt x="66" y="25"/>
                  </a:cubicBezTo>
                  <a:cubicBezTo>
                    <a:pt x="66" y="16"/>
                    <a:pt x="66" y="16"/>
                    <a:pt x="66" y="16"/>
                  </a:cubicBezTo>
                  <a:cubicBezTo>
                    <a:pt x="98" y="16"/>
                    <a:pt x="98" y="16"/>
                    <a:pt x="98" y="16"/>
                  </a:cubicBezTo>
                  <a:cubicBezTo>
                    <a:pt x="98" y="25"/>
                    <a:pt x="98" y="25"/>
                    <a:pt x="98" y="25"/>
                  </a:cubicBezTo>
                  <a:cubicBezTo>
                    <a:pt x="98" y="26"/>
                    <a:pt x="99" y="27"/>
                    <a:pt x="100" y="27"/>
                  </a:cubicBezTo>
                  <a:cubicBezTo>
                    <a:pt x="101" y="27"/>
                    <a:pt x="102" y="26"/>
                    <a:pt x="102" y="25"/>
                  </a:cubicBezTo>
                  <a:cubicBezTo>
                    <a:pt x="102" y="16"/>
                    <a:pt x="102" y="16"/>
                    <a:pt x="102" y="16"/>
                  </a:cubicBezTo>
                  <a:cubicBezTo>
                    <a:pt x="123" y="16"/>
                    <a:pt x="123" y="16"/>
                    <a:pt x="123" y="16"/>
                  </a:cubicBezTo>
                  <a:lnTo>
                    <a:pt x="123" y="37"/>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25" name="Freeform 218">
              <a:extLst>
                <a:ext uri="{FF2B5EF4-FFF2-40B4-BE49-F238E27FC236}">
                  <a16:creationId xmlns:a16="http://schemas.microsoft.com/office/drawing/2014/main" id="{4915E462-9480-4B86-AF95-915FC566A059}"/>
                </a:ext>
              </a:extLst>
            </p:cNvPr>
            <p:cNvSpPr>
              <a:spLocks/>
            </p:cNvSpPr>
            <p:nvPr/>
          </p:nvSpPr>
          <p:spPr bwMode="auto">
            <a:xfrm>
              <a:off x="10321925" y="515938"/>
              <a:ext cx="71438" cy="184150"/>
            </a:xfrm>
            <a:custGeom>
              <a:avLst/>
              <a:gdLst>
                <a:gd name="T0" fmla="*/ 2 w 19"/>
                <a:gd name="T1" fmla="*/ 49 h 49"/>
                <a:gd name="T2" fmla="*/ 17 w 19"/>
                <a:gd name="T3" fmla="*/ 49 h 49"/>
                <a:gd name="T4" fmla="*/ 19 w 19"/>
                <a:gd name="T5" fmla="*/ 46 h 49"/>
                <a:gd name="T6" fmla="*/ 17 w 19"/>
                <a:gd name="T7" fmla="*/ 44 h 49"/>
                <a:gd name="T8" fmla="*/ 12 w 19"/>
                <a:gd name="T9" fmla="*/ 44 h 49"/>
                <a:gd name="T10" fmla="*/ 12 w 19"/>
                <a:gd name="T11" fmla="*/ 2 h 49"/>
                <a:gd name="T12" fmla="*/ 9 w 19"/>
                <a:gd name="T13" fmla="*/ 0 h 49"/>
                <a:gd name="T14" fmla="*/ 8 w 19"/>
                <a:gd name="T15" fmla="*/ 0 h 49"/>
                <a:gd name="T16" fmla="*/ 2 w 19"/>
                <a:gd name="T17" fmla="*/ 6 h 49"/>
                <a:gd name="T18" fmla="*/ 2 w 19"/>
                <a:gd name="T19" fmla="*/ 9 h 49"/>
                <a:gd name="T20" fmla="*/ 5 w 19"/>
                <a:gd name="T21" fmla="*/ 9 h 49"/>
                <a:gd name="T22" fmla="*/ 7 w 19"/>
                <a:gd name="T23" fmla="*/ 8 h 49"/>
                <a:gd name="T24" fmla="*/ 7 w 19"/>
                <a:gd name="T25" fmla="*/ 44 h 49"/>
                <a:gd name="T26" fmla="*/ 2 w 19"/>
                <a:gd name="T27" fmla="*/ 44 h 49"/>
                <a:gd name="T28" fmla="*/ 0 w 19"/>
                <a:gd name="T29" fmla="*/ 46 h 49"/>
                <a:gd name="T30" fmla="*/ 2 w 19"/>
                <a:gd name="T31" fmla="*/ 49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 h="49">
                  <a:moveTo>
                    <a:pt x="2" y="49"/>
                  </a:moveTo>
                  <a:cubicBezTo>
                    <a:pt x="17" y="49"/>
                    <a:pt x="17" y="49"/>
                    <a:pt x="17" y="49"/>
                  </a:cubicBezTo>
                  <a:cubicBezTo>
                    <a:pt x="18" y="49"/>
                    <a:pt x="19" y="48"/>
                    <a:pt x="19" y="46"/>
                  </a:cubicBezTo>
                  <a:cubicBezTo>
                    <a:pt x="19" y="45"/>
                    <a:pt x="18" y="44"/>
                    <a:pt x="17" y="44"/>
                  </a:cubicBezTo>
                  <a:cubicBezTo>
                    <a:pt x="12" y="44"/>
                    <a:pt x="12" y="44"/>
                    <a:pt x="12" y="44"/>
                  </a:cubicBezTo>
                  <a:cubicBezTo>
                    <a:pt x="12" y="2"/>
                    <a:pt x="12" y="2"/>
                    <a:pt x="12" y="2"/>
                  </a:cubicBezTo>
                  <a:cubicBezTo>
                    <a:pt x="12" y="1"/>
                    <a:pt x="11" y="0"/>
                    <a:pt x="9" y="0"/>
                  </a:cubicBezTo>
                  <a:cubicBezTo>
                    <a:pt x="9" y="0"/>
                    <a:pt x="8" y="0"/>
                    <a:pt x="8" y="0"/>
                  </a:cubicBezTo>
                  <a:cubicBezTo>
                    <a:pt x="2" y="6"/>
                    <a:pt x="2" y="6"/>
                    <a:pt x="2" y="6"/>
                  </a:cubicBezTo>
                  <a:cubicBezTo>
                    <a:pt x="2" y="6"/>
                    <a:pt x="2" y="8"/>
                    <a:pt x="2" y="9"/>
                  </a:cubicBezTo>
                  <a:cubicBezTo>
                    <a:pt x="3" y="9"/>
                    <a:pt x="4" y="10"/>
                    <a:pt x="5" y="9"/>
                  </a:cubicBezTo>
                  <a:cubicBezTo>
                    <a:pt x="7" y="8"/>
                    <a:pt x="7" y="8"/>
                    <a:pt x="7" y="8"/>
                  </a:cubicBezTo>
                  <a:cubicBezTo>
                    <a:pt x="7" y="44"/>
                    <a:pt x="7" y="44"/>
                    <a:pt x="7" y="44"/>
                  </a:cubicBezTo>
                  <a:cubicBezTo>
                    <a:pt x="2" y="44"/>
                    <a:pt x="2" y="44"/>
                    <a:pt x="2" y="44"/>
                  </a:cubicBezTo>
                  <a:cubicBezTo>
                    <a:pt x="1" y="44"/>
                    <a:pt x="0" y="45"/>
                    <a:pt x="0" y="46"/>
                  </a:cubicBezTo>
                  <a:cubicBezTo>
                    <a:pt x="0" y="48"/>
                    <a:pt x="1" y="49"/>
                    <a:pt x="2" y="4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126" name="Freeform 219">
              <a:extLst>
                <a:ext uri="{FF2B5EF4-FFF2-40B4-BE49-F238E27FC236}">
                  <a16:creationId xmlns:a16="http://schemas.microsoft.com/office/drawing/2014/main" id="{FE9934C1-C72B-4EF6-B041-8E3F264773C4}"/>
                </a:ext>
              </a:extLst>
            </p:cNvPr>
            <p:cNvSpPr>
              <a:spLocks/>
            </p:cNvSpPr>
            <p:nvPr/>
          </p:nvSpPr>
          <p:spPr bwMode="auto">
            <a:xfrm>
              <a:off x="10445750" y="515938"/>
              <a:ext cx="71438" cy="184150"/>
            </a:xfrm>
            <a:custGeom>
              <a:avLst/>
              <a:gdLst>
                <a:gd name="T0" fmla="*/ 2 w 19"/>
                <a:gd name="T1" fmla="*/ 49 h 49"/>
                <a:gd name="T2" fmla="*/ 17 w 19"/>
                <a:gd name="T3" fmla="*/ 49 h 49"/>
                <a:gd name="T4" fmla="*/ 19 w 19"/>
                <a:gd name="T5" fmla="*/ 46 h 49"/>
                <a:gd name="T6" fmla="*/ 17 w 19"/>
                <a:gd name="T7" fmla="*/ 44 h 49"/>
                <a:gd name="T8" fmla="*/ 12 w 19"/>
                <a:gd name="T9" fmla="*/ 44 h 49"/>
                <a:gd name="T10" fmla="*/ 12 w 19"/>
                <a:gd name="T11" fmla="*/ 2 h 49"/>
                <a:gd name="T12" fmla="*/ 10 w 19"/>
                <a:gd name="T13" fmla="*/ 0 h 49"/>
                <a:gd name="T14" fmla="*/ 8 w 19"/>
                <a:gd name="T15" fmla="*/ 0 h 49"/>
                <a:gd name="T16" fmla="*/ 3 w 19"/>
                <a:gd name="T17" fmla="*/ 6 h 49"/>
                <a:gd name="T18" fmla="*/ 3 w 19"/>
                <a:gd name="T19" fmla="*/ 9 h 49"/>
                <a:gd name="T20" fmla="*/ 5 w 19"/>
                <a:gd name="T21" fmla="*/ 9 h 49"/>
                <a:gd name="T22" fmla="*/ 7 w 19"/>
                <a:gd name="T23" fmla="*/ 8 h 49"/>
                <a:gd name="T24" fmla="*/ 7 w 19"/>
                <a:gd name="T25" fmla="*/ 44 h 49"/>
                <a:gd name="T26" fmla="*/ 2 w 19"/>
                <a:gd name="T27" fmla="*/ 44 h 49"/>
                <a:gd name="T28" fmla="*/ 0 w 19"/>
                <a:gd name="T29" fmla="*/ 46 h 49"/>
                <a:gd name="T30" fmla="*/ 2 w 19"/>
                <a:gd name="T31" fmla="*/ 49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 h="49">
                  <a:moveTo>
                    <a:pt x="2" y="49"/>
                  </a:moveTo>
                  <a:cubicBezTo>
                    <a:pt x="17" y="49"/>
                    <a:pt x="17" y="49"/>
                    <a:pt x="17" y="49"/>
                  </a:cubicBezTo>
                  <a:cubicBezTo>
                    <a:pt x="18" y="49"/>
                    <a:pt x="19" y="48"/>
                    <a:pt x="19" y="46"/>
                  </a:cubicBezTo>
                  <a:cubicBezTo>
                    <a:pt x="19" y="45"/>
                    <a:pt x="18" y="44"/>
                    <a:pt x="17" y="44"/>
                  </a:cubicBezTo>
                  <a:cubicBezTo>
                    <a:pt x="12" y="44"/>
                    <a:pt x="12" y="44"/>
                    <a:pt x="12" y="44"/>
                  </a:cubicBezTo>
                  <a:cubicBezTo>
                    <a:pt x="12" y="2"/>
                    <a:pt x="12" y="2"/>
                    <a:pt x="12" y="2"/>
                  </a:cubicBezTo>
                  <a:cubicBezTo>
                    <a:pt x="12" y="1"/>
                    <a:pt x="11" y="0"/>
                    <a:pt x="10" y="0"/>
                  </a:cubicBezTo>
                  <a:cubicBezTo>
                    <a:pt x="9" y="0"/>
                    <a:pt x="9" y="0"/>
                    <a:pt x="8" y="0"/>
                  </a:cubicBezTo>
                  <a:cubicBezTo>
                    <a:pt x="3" y="6"/>
                    <a:pt x="3" y="6"/>
                    <a:pt x="3" y="6"/>
                  </a:cubicBezTo>
                  <a:cubicBezTo>
                    <a:pt x="2" y="6"/>
                    <a:pt x="2" y="8"/>
                    <a:pt x="3" y="9"/>
                  </a:cubicBezTo>
                  <a:cubicBezTo>
                    <a:pt x="3" y="9"/>
                    <a:pt x="5" y="10"/>
                    <a:pt x="5" y="9"/>
                  </a:cubicBezTo>
                  <a:cubicBezTo>
                    <a:pt x="7" y="8"/>
                    <a:pt x="7" y="8"/>
                    <a:pt x="7" y="8"/>
                  </a:cubicBezTo>
                  <a:cubicBezTo>
                    <a:pt x="7" y="44"/>
                    <a:pt x="7" y="44"/>
                    <a:pt x="7" y="44"/>
                  </a:cubicBezTo>
                  <a:cubicBezTo>
                    <a:pt x="2" y="44"/>
                    <a:pt x="2" y="44"/>
                    <a:pt x="2" y="44"/>
                  </a:cubicBezTo>
                  <a:cubicBezTo>
                    <a:pt x="1" y="44"/>
                    <a:pt x="0" y="45"/>
                    <a:pt x="0" y="46"/>
                  </a:cubicBezTo>
                  <a:cubicBezTo>
                    <a:pt x="0" y="48"/>
                    <a:pt x="1" y="49"/>
                    <a:pt x="2" y="49"/>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spTree>
    <p:extLst>
      <p:ext uri="{BB962C8B-B14F-4D97-AF65-F5344CB8AC3E}">
        <p14:creationId xmlns:p14="http://schemas.microsoft.com/office/powerpoint/2010/main" val="2577545336"/>
      </p:ext>
    </p:extLst>
  </p:cSld>
  <p:clrMapOvr>
    <a:masterClrMapping/>
  </p:clrMapOvr>
  <p:transition spd="med">
    <p:pull/>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四个观点</a:t>
            </a:r>
          </a:p>
        </p:txBody>
      </p:sp>
      <p:sp>
        <p:nvSpPr>
          <p:cNvPr id="8" name="文本占位符 7">
            <a:extLst>
              <a:ext uri="{FF2B5EF4-FFF2-40B4-BE49-F238E27FC236}">
                <a16:creationId xmlns:a16="http://schemas.microsoft.com/office/drawing/2014/main" id="{9817F25C-98CC-4609-AC15-0D6EC7B92E15}"/>
              </a:ext>
            </a:extLst>
          </p:cNvPr>
          <p:cNvSpPr txBox="1">
            <a:spLocks/>
          </p:cNvSpPr>
          <p:nvPr/>
        </p:nvSpPr>
        <p:spPr>
          <a:xfrm>
            <a:off x="881006" y="3112552"/>
            <a:ext cx="1924465" cy="2676103"/>
          </a:xfrm>
          <a:prstGeom prst="rect">
            <a:avLst/>
          </a:prstGeom>
          <a:noFill/>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1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sym typeface="+mn-lt"/>
              </a:rPr>
              <a:t>请输入文字请输入文字请输入文字请输入文字请输入文字请输入文字请输入文字请输入文字请输入文字</a:t>
            </a:r>
          </a:p>
        </p:txBody>
      </p:sp>
      <p:sp>
        <p:nvSpPr>
          <p:cNvPr id="11" name="文本占位符 13">
            <a:extLst>
              <a:ext uri="{FF2B5EF4-FFF2-40B4-BE49-F238E27FC236}">
                <a16:creationId xmlns:a16="http://schemas.microsoft.com/office/drawing/2014/main" id="{F643D320-2708-4246-938C-176F9709E26D}"/>
              </a:ext>
            </a:extLst>
          </p:cNvPr>
          <p:cNvSpPr txBox="1">
            <a:spLocks/>
          </p:cNvSpPr>
          <p:nvPr/>
        </p:nvSpPr>
        <p:spPr>
          <a:xfrm>
            <a:off x="3716181" y="3112552"/>
            <a:ext cx="1924465" cy="2676103"/>
          </a:xfrm>
          <a:prstGeom prst="rect">
            <a:avLst/>
          </a:prstGeom>
          <a:noFill/>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1800" kern="1200">
                <a:solidFill>
                  <a:srgbClr val="000000"/>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sym typeface="+mn-lt"/>
              </a:rPr>
              <a:t>请输入文字请输入文字请输入文字请输入文字请输入文字请输入文字请输入文字请输入文字请输入文字</a:t>
            </a:r>
          </a:p>
        </p:txBody>
      </p:sp>
      <p:sp>
        <p:nvSpPr>
          <p:cNvPr id="16" name="文本占位符 14">
            <a:extLst>
              <a:ext uri="{FF2B5EF4-FFF2-40B4-BE49-F238E27FC236}">
                <a16:creationId xmlns:a16="http://schemas.microsoft.com/office/drawing/2014/main" id="{ED6F4896-FF1C-465E-BC10-8A0657C63892}"/>
              </a:ext>
            </a:extLst>
          </p:cNvPr>
          <p:cNvSpPr txBox="1">
            <a:spLocks/>
          </p:cNvSpPr>
          <p:nvPr/>
        </p:nvSpPr>
        <p:spPr>
          <a:xfrm>
            <a:off x="6551355" y="3112552"/>
            <a:ext cx="1924465" cy="2676103"/>
          </a:xfrm>
          <a:prstGeom prst="rect">
            <a:avLst/>
          </a:prstGeom>
          <a:noFill/>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1800" kern="1200">
                <a:solidFill>
                  <a:srgbClr val="000000"/>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sym typeface="+mn-lt"/>
              </a:rPr>
              <a:t>请输入文字请输入文字请输入文字请输入文字请输入文字请输入文字请输入文字请输入文字请输入文字</a:t>
            </a:r>
          </a:p>
        </p:txBody>
      </p:sp>
      <p:sp>
        <p:nvSpPr>
          <p:cNvPr id="17" name="文本占位符 8">
            <a:extLst>
              <a:ext uri="{FF2B5EF4-FFF2-40B4-BE49-F238E27FC236}">
                <a16:creationId xmlns:a16="http://schemas.microsoft.com/office/drawing/2014/main" id="{5A4723B8-9B63-4E88-8B4D-FDAD4F660E7B}"/>
              </a:ext>
            </a:extLst>
          </p:cNvPr>
          <p:cNvSpPr txBox="1">
            <a:spLocks/>
          </p:cNvSpPr>
          <p:nvPr/>
        </p:nvSpPr>
        <p:spPr>
          <a:xfrm>
            <a:off x="881005" y="2514501"/>
            <a:ext cx="1924466" cy="418847"/>
          </a:xfrm>
          <a:prstGeom prst="rect">
            <a:avLst/>
          </a:prstGeom>
          <a:solidFill>
            <a:schemeClr val="accent1"/>
          </a:solidFill>
          <a:effectLst/>
        </p:spPr>
        <p:txBody>
          <a:bodyPr vert="horz" lIns="0" tIns="45720" rIns="0" bIns="45720" rtlCol="0" anchor="ctr">
            <a:noAutofit/>
          </a:bodyPr>
          <a:lstStyle>
            <a:lvl1pPr marL="0" indent="0" algn="ctr" defTabSz="914400" rtl="0" eaLnBrk="1" latinLnBrk="0" hangingPunct="1">
              <a:lnSpc>
                <a:spcPct val="125000"/>
              </a:lnSpc>
              <a:spcBef>
                <a:spcPts val="0"/>
              </a:spcBef>
              <a:buFont typeface="Arial" panose="020B0604020202020204" pitchFamily="34" charset="0"/>
              <a:buNone/>
              <a:defRPr sz="1800" b="1" kern="1200">
                <a:solidFill>
                  <a:schemeClr val="bg1"/>
                </a:solidFill>
                <a:latin typeface="+mj-ea"/>
                <a:ea typeface="+mj-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FFFFFF"/>
                </a:solidFill>
                <a:effectLst/>
                <a:uLnTx/>
                <a:uFillTx/>
                <a:latin typeface="Arial"/>
                <a:ea typeface="微软雅黑"/>
                <a:cs typeface="+mn-cs"/>
                <a:sym typeface="+mn-lt"/>
              </a:rPr>
              <a:t>发现问题</a:t>
            </a:r>
          </a:p>
        </p:txBody>
      </p:sp>
      <p:sp>
        <p:nvSpPr>
          <p:cNvPr id="18" name="文本占位符 11">
            <a:extLst>
              <a:ext uri="{FF2B5EF4-FFF2-40B4-BE49-F238E27FC236}">
                <a16:creationId xmlns:a16="http://schemas.microsoft.com/office/drawing/2014/main" id="{5298D127-EB96-4487-AE28-08497E744C04}"/>
              </a:ext>
            </a:extLst>
          </p:cNvPr>
          <p:cNvSpPr txBox="1">
            <a:spLocks/>
          </p:cNvSpPr>
          <p:nvPr/>
        </p:nvSpPr>
        <p:spPr>
          <a:xfrm>
            <a:off x="3716179" y="2514501"/>
            <a:ext cx="1924466" cy="418847"/>
          </a:xfrm>
          <a:prstGeom prst="rect">
            <a:avLst/>
          </a:prstGeom>
          <a:solidFill>
            <a:schemeClr val="accent4"/>
          </a:solidFill>
          <a:effectLst/>
        </p:spPr>
        <p:txBody>
          <a:bodyPr vert="horz" lIns="0" tIns="45720" rIns="0" bIns="45720" rtlCol="0" anchor="ctr">
            <a:noAutofit/>
          </a:bodyPr>
          <a:lstStyle>
            <a:defPPr>
              <a:defRPr lang="zh-CN"/>
            </a:defPPr>
            <a:lvl1pPr marL="0" marR="0" lvl="0" indent="0" algn="ctr" defTabSz="914400" eaLnBrk="1" fontAlgn="auto" latinLnBrk="0" hangingPunct="1">
              <a:lnSpc>
                <a:spcPct val="125000"/>
              </a:lnSpc>
              <a:spcBef>
                <a:spcPts val="0"/>
              </a:spcBef>
              <a:spcAft>
                <a:spcPts val="0"/>
              </a:spcAft>
              <a:buClrTx/>
              <a:buSzTx/>
              <a:buFont typeface="Arial" panose="020B0604020202020204" pitchFamily="34" charset="0"/>
              <a:buNone/>
              <a:tabLst/>
              <a:defRPr kumimoji="0" sz="1800" b="1" i="0" u="none" strike="noStrike" cap="none" spc="0" normalizeH="0" baseline="0">
                <a:ln>
                  <a:noFill/>
                </a:ln>
                <a:solidFill>
                  <a:srgbClr val="FFFFFF"/>
                </a:solidFill>
                <a:effectLst/>
                <a:uLnTx/>
                <a:uFillTx/>
                <a:latin typeface="Arial"/>
                <a:ea typeface="微软雅黑"/>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FFFFFF"/>
                </a:solidFill>
                <a:effectLst/>
                <a:uLnTx/>
                <a:uFillTx/>
                <a:latin typeface="Arial"/>
                <a:ea typeface="微软雅黑"/>
                <a:cs typeface="+mn-cs"/>
                <a:sym typeface="+mn-lt"/>
              </a:rPr>
              <a:t>查阅文献</a:t>
            </a:r>
          </a:p>
        </p:txBody>
      </p:sp>
      <p:sp>
        <p:nvSpPr>
          <p:cNvPr id="19" name="文本占位符 12">
            <a:extLst>
              <a:ext uri="{FF2B5EF4-FFF2-40B4-BE49-F238E27FC236}">
                <a16:creationId xmlns:a16="http://schemas.microsoft.com/office/drawing/2014/main" id="{FCF44A34-CCD4-4E8C-BF90-093C35AABA95}"/>
              </a:ext>
            </a:extLst>
          </p:cNvPr>
          <p:cNvSpPr txBox="1">
            <a:spLocks/>
          </p:cNvSpPr>
          <p:nvPr/>
        </p:nvSpPr>
        <p:spPr>
          <a:xfrm>
            <a:off x="6551354" y="2514501"/>
            <a:ext cx="1924466" cy="418847"/>
          </a:xfrm>
          <a:prstGeom prst="rect">
            <a:avLst/>
          </a:prstGeom>
          <a:solidFill>
            <a:schemeClr val="accent1"/>
          </a:solidFill>
          <a:effectLst/>
        </p:spPr>
        <p:txBody>
          <a:bodyPr vert="horz" lIns="0" tIns="45720" rIns="0" bIns="45720" rtlCol="0" anchor="ctr">
            <a:noAutofit/>
          </a:bodyPr>
          <a:lstStyle>
            <a:defPPr>
              <a:defRPr lang="zh-CN"/>
            </a:defPPr>
            <a:lvl1pPr marL="0" marR="0" lvl="0" indent="0" algn="ctr" defTabSz="914400" eaLnBrk="1" fontAlgn="auto" latinLnBrk="0" hangingPunct="1">
              <a:lnSpc>
                <a:spcPct val="125000"/>
              </a:lnSpc>
              <a:spcBef>
                <a:spcPts val="0"/>
              </a:spcBef>
              <a:spcAft>
                <a:spcPts val="0"/>
              </a:spcAft>
              <a:buClrTx/>
              <a:buSzTx/>
              <a:buFont typeface="Arial" panose="020B0604020202020204" pitchFamily="34" charset="0"/>
              <a:buNone/>
              <a:tabLst/>
              <a:defRPr kumimoji="0" sz="1800" b="1" i="0" u="none" strike="noStrike" cap="none" spc="0" normalizeH="0" baseline="0">
                <a:ln>
                  <a:noFill/>
                </a:ln>
                <a:solidFill>
                  <a:srgbClr val="FFFFFF"/>
                </a:solidFill>
                <a:effectLst/>
                <a:uLnTx/>
                <a:uFillTx/>
                <a:latin typeface="Arial"/>
                <a:ea typeface="微软雅黑"/>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zh-CN" altLang="en-US" sz="1800" b="1" i="0" u="none" strike="noStrike" kern="1200" cap="none" spc="0" normalizeH="0" baseline="0" noProof="0" dirty="0">
                <a:ln>
                  <a:noFill/>
                </a:ln>
                <a:solidFill>
                  <a:srgbClr val="FFFFFF"/>
                </a:solidFill>
                <a:effectLst/>
                <a:uLnTx/>
                <a:uFillTx/>
                <a:latin typeface="Arial"/>
                <a:ea typeface="微软雅黑"/>
                <a:cs typeface="+mn-cs"/>
                <a:sym typeface="+mn-lt"/>
              </a:rPr>
              <a:t>进行实验</a:t>
            </a:r>
          </a:p>
        </p:txBody>
      </p:sp>
      <p:sp>
        <p:nvSpPr>
          <p:cNvPr id="20" name="文本占位符 9">
            <a:extLst>
              <a:ext uri="{FF2B5EF4-FFF2-40B4-BE49-F238E27FC236}">
                <a16:creationId xmlns:a16="http://schemas.microsoft.com/office/drawing/2014/main" id="{AC015582-7456-4D4B-B245-7E73844F033F}"/>
              </a:ext>
            </a:extLst>
          </p:cNvPr>
          <p:cNvSpPr txBox="1">
            <a:spLocks/>
          </p:cNvSpPr>
          <p:nvPr/>
        </p:nvSpPr>
        <p:spPr>
          <a:xfrm>
            <a:off x="9386529" y="3112552"/>
            <a:ext cx="1924465" cy="2676103"/>
          </a:xfrm>
          <a:prstGeom prst="rect">
            <a:avLst/>
          </a:prstGeom>
          <a:noFill/>
          <a:effectLst/>
        </p:spPr>
        <p:txBody>
          <a:bodyPr vert="horz" lIns="91440" tIns="45720" rIns="91440" bIns="45720" rtlCol="0" anchor="t">
            <a:normAutofit/>
          </a:bodyPr>
          <a:lstStyle>
            <a:lvl1pPr marL="0" indent="0" algn="l" defTabSz="914400" rtl="0" eaLnBrk="1" latinLnBrk="0" hangingPunct="1">
              <a:lnSpc>
                <a:spcPct val="125000"/>
              </a:lnSpc>
              <a:spcBef>
                <a:spcPts val="0"/>
              </a:spcBef>
              <a:buFont typeface="Arial" panose="020B0604020202020204" pitchFamily="34" charset="0"/>
              <a:buNone/>
              <a:defRPr sz="1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5000"/>
              </a:lnSpc>
              <a:spcBef>
                <a:spcPts val="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000000"/>
                </a:solidFill>
                <a:effectLst/>
                <a:uLnTx/>
                <a:uFillTx/>
                <a:latin typeface="微软雅黑"/>
                <a:ea typeface="微软雅黑"/>
                <a:cs typeface="+mn-cs"/>
                <a:sym typeface="+mn-lt"/>
              </a:rPr>
              <a:t>请输入文字请输入文字请输入文字请输入文字请输入文字请输入文字请输入文字请输入文字请输入文字</a:t>
            </a:r>
          </a:p>
        </p:txBody>
      </p:sp>
      <p:sp>
        <p:nvSpPr>
          <p:cNvPr id="21" name="文本占位符 10">
            <a:extLst>
              <a:ext uri="{FF2B5EF4-FFF2-40B4-BE49-F238E27FC236}">
                <a16:creationId xmlns:a16="http://schemas.microsoft.com/office/drawing/2014/main" id="{6FCDBC14-C32C-49B8-9F32-60C2E7AFE885}"/>
              </a:ext>
            </a:extLst>
          </p:cNvPr>
          <p:cNvSpPr txBox="1">
            <a:spLocks/>
          </p:cNvSpPr>
          <p:nvPr/>
        </p:nvSpPr>
        <p:spPr>
          <a:xfrm>
            <a:off x="9386528" y="2514501"/>
            <a:ext cx="1924466" cy="418847"/>
          </a:xfrm>
          <a:prstGeom prst="rect">
            <a:avLst/>
          </a:prstGeom>
          <a:solidFill>
            <a:schemeClr val="accent4"/>
          </a:solidFill>
          <a:effectLst/>
        </p:spPr>
        <p:txBody>
          <a:bodyPr vert="horz" lIns="0" tIns="45720" rIns="0" bIns="45720" rtlCol="0" anchor="ctr">
            <a:noAutofit/>
          </a:bodyPr>
          <a:lstStyle>
            <a:defPPr>
              <a:defRPr lang="zh-CN"/>
            </a:defPPr>
            <a:lvl1pPr marL="0" marR="0" lvl="0" indent="0" algn="ctr" defTabSz="914400" eaLnBrk="1" fontAlgn="auto" latinLnBrk="0" hangingPunct="1">
              <a:lnSpc>
                <a:spcPct val="125000"/>
              </a:lnSpc>
              <a:spcBef>
                <a:spcPts val="0"/>
              </a:spcBef>
              <a:spcAft>
                <a:spcPts val="0"/>
              </a:spcAft>
              <a:buClrTx/>
              <a:buSzTx/>
              <a:buFont typeface="Arial" panose="020B0604020202020204" pitchFamily="34" charset="0"/>
              <a:buNone/>
              <a:tabLst/>
              <a:defRPr kumimoji="0" sz="1800" b="1" i="0" u="none" strike="noStrike" cap="none" spc="0" normalizeH="0" baseline="0">
                <a:ln>
                  <a:noFill/>
                </a:ln>
                <a:solidFill>
                  <a:srgbClr val="FFFFFF"/>
                </a:solidFill>
                <a:effectLst/>
                <a:uLnTx/>
                <a:uFillTx/>
                <a:latin typeface="Arial"/>
                <a:ea typeface="微软雅黑"/>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zh-CN" altLang="en-US" sz="1800" b="1" i="0" u="none" strike="noStrike" kern="1200" cap="none" spc="0" normalizeH="0" baseline="0" noProof="0">
                <a:ln>
                  <a:noFill/>
                </a:ln>
                <a:solidFill>
                  <a:srgbClr val="FFFFFF"/>
                </a:solidFill>
                <a:effectLst/>
                <a:uLnTx/>
                <a:uFillTx/>
                <a:latin typeface="Arial"/>
                <a:ea typeface="微软雅黑"/>
                <a:cs typeface="+mn-cs"/>
                <a:sym typeface="+mn-lt"/>
              </a:rPr>
              <a:t>分析数据</a:t>
            </a:r>
            <a:endParaRPr kumimoji="0" lang="zh-CN" altLang="en-US" sz="1800" b="1" i="0" u="none" strike="noStrike" kern="1200" cap="none" spc="0" normalizeH="0" baseline="0" noProof="0" dirty="0">
              <a:ln>
                <a:noFill/>
              </a:ln>
              <a:solidFill>
                <a:srgbClr val="FFFFFF"/>
              </a:solidFill>
              <a:effectLst/>
              <a:uLnTx/>
              <a:uFillTx/>
              <a:latin typeface="Arial"/>
              <a:ea typeface="微软雅黑"/>
              <a:cs typeface="+mn-cs"/>
              <a:sym typeface="+mn-lt"/>
            </a:endParaRPr>
          </a:p>
        </p:txBody>
      </p:sp>
      <p:sp>
        <p:nvSpPr>
          <p:cNvPr id="22" name="zoom-tool_72585">
            <a:extLst>
              <a:ext uri="{FF2B5EF4-FFF2-40B4-BE49-F238E27FC236}">
                <a16:creationId xmlns:a16="http://schemas.microsoft.com/office/drawing/2014/main" id="{18530CE3-ABEC-4160-B0A1-F2929AF18D92}"/>
              </a:ext>
            </a:extLst>
          </p:cNvPr>
          <p:cNvSpPr>
            <a:spLocks noChangeAspect="1"/>
          </p:cNvSpPr>
          <p:nvPr/>
        </p:nvSpPr>
        <p:spPr bwMode="auto">
          <a:xfrm>
            <a:off x="1538395" y="1695254"/>
            <a:ext cx="609685" cy="588572"/>
          </a:xfrm>
          <a:custGeom>
            <a:avLst/>
            <a:gdLst>
              <a:gd name="T0" fmla="*/ 8270 w 8441"/>
              <a:gd name="T1" fmla="*/ 6791 h 8160"/>
              <a:gd name="T2" fmla="*/ 5734 w 8441"/>
              <a:gd name="T3" fmla="*/ 4255 h 8160"/>
              <a:gd name="T4" fmla="*/ 5225 w 8441"/>
              <a:gd name="T5" fmla="*/ 848 h 8160"/>
              <a:gd name="T6" fmla="*/ 3177 w 8441"/>
              <a:gd name="T7" fmla="*/ 0 h 8160"/>
              <a:gd name="T8" fmla="*/ 1130 w 8441"/>
              <a:gd name="T9" fmla="*/ 848 h 8160"/>
              <a:gd name="T10" fmla="*/ 1130 w 8441"/>
              <a:gd name="T11" fmla="*/ 4944 h 8160"/>
              <a:gd name="T12" fmla="*/ 3177 w 8441"/>
              <a:gd name="T13" fmla="*/ 5792 h 8160"/>
              <a:gd name="T14" fmla="*/ 4538 w 8441"/>
              <a:gd name="T15" fmla="*/ 5454 h 8160"/>
              <a:gd name="T16" fmla="*/ 7072 w 8441"/>
              <a:gd name="T17" fmla="*/ 7988 h 8160"/>
              <a:gd name="T18" fmla="*/ 7486 w 8441"/>
              <a:gd name="T19" fmla="*/ 8160 h 8160"/>
              <a:gd name="T20" fmla="*/ 7901 w 8441"/>
              <a:gd name="T21" fmla="*/ 7988 h 8160"/>
              <a:gd name="T22" fmla="*/ 8270 w 8441"/>
              <a:gd name="T23" fmla="*/ 7620 h 8160"/>
              <a:gd name="T24" fmla="*/ 8441 w 8441"/>
              <a:gd name="T25" fmla="*/ 7205 h 8160"/>
              <a:gd name="T26" fmla="*/ 8270 w 8441"/>
              <a:gd name="T27" fmla="*/ 6791 h 8160"/>
              <a:gd name="T28" fmla="*/ 1793 w 8441"/>
              <a:gd name="T29" fmla="*/ 4281 h 8160"/>
              <a:gd name="T30" fmla="*/ 1793 w 8441"/>
              <a:gd name="T31" fmla="*/ 1511 h 8160"/>
              <a:gd name="T32" fmla="*/ 3177 w 8441"/>
              <a:gd name="T33" fmla="*/ 938 h 8160"/>
              <a:gd name="T34" fmla="*/ 4562 w 8441"/>
              <a:gd name="T35" fmla="*/ 1511 h 8160"/>
              <a:gd name="T36" fmla="*/ 4562 w 8441"/>
              <a:gd name="T37" fmla="*/ 4281 h 8160"/>
              <a:gd name="T38" fmla="*/ 3177 w 8441"/>
              <a:gd name="T39" fmla="*/ 4854 h 8160"/>
              <a:gd name="T40" fmla="*/ 1793 w 8441"/>
              <a:gd name="T41" fmla="*/ 4281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441" h="8160">
                <a:moveTo>
                  <a:pt x="8270" y="6791"/>
                </a:moveTo>
                <a:lnTo>
                  <a:pt x="5734" y="4255"/>
                </a:lnTo>
                <a:cubicBezTo>
                  <a:pt x="6316" y="3161"/>
                  <a:pt x="6146" y="1769"/>
                  <a:pt x="5225" y="848"/>
                </a:cubicBezTo>
                <a:cubicBezTo>
                  <a:pt x="4678" y="301"/>
                  <a:pt x="3951" y="0"/>
                  <a:pt x="3177" y="0"/>
                </a:cubicBezTo>
                <a:cubicBezTo>
                  <a:pt x="2404" y="0"/>
                  <a:pt x="1676" y="301"/>
                  <a:pt x="1130" y="848"/>
                </a:cubicBezTo>
                <a:cubicBezTo>
                  <a:pt x="0" y="1977"/>
                  <a:pt x="0" y="3815"/>
                  <a:pt x="1130" y="4944"/>
                </a:cubicBezTo>
                <a:cubicBezTo>
                  <a:pt x="1677" y="5491"/>
                  <a:pt x="2404" y="5792"/>
                  <a:pt x="3177" y="5792"/>
                </a:cubicBezTo>
                <a:cubicBezTo>
                  <a:pt x="3660" y="5792"/>
                  <a:pt x="4124" y="5675"/>
                  <a:pt x="4538" y="5454"/>
                </a:cubicBezTo>
                <a:lnTo>
                  <a:pt x="7072" y="7988"/>
                </a:lnTo>
                <a:cubicBezTo>
                  <a:pt x="7183" y="8099"/>
                  <a:pt x="7330" y="8160"/>
                  <a:pt x="7486" y="8160"/>
                </a:cubicBezTo>
                <a:cubicBezTo>
                  <a:pt x="7643" y="8160"/>
                  <a:pt x="7790" y="8099"/>
                  <a:pt x="7901" y="7988"/>
                </a:cubicBezTo>
                <a:lnTo>
                  <a:pt x="8270" y="7620"/>
                </a:lnTo>
                <a:cubicBezTo>
                  <a:pt x="8380" y="7509"/>
                  <a:pt x="8441" y="7362"/>
                  <a:pt x="8441" y="7205"/>
                </a:cubicBezTo>
                <a:cubicBezTo>
                  <a:pt x="8441" y="7049"/>
                  <a:pt x="8380" y="6901"/>
                  <a:pt x="8270" y="6791"/>
                </a:cubicBezTo>
                <a:close/>
                <a:moveTo>
                  <a:pt x="1793" y="4281"/>
                </a:moveTo>
                <a:cubicBezTo>
                  <a:pt x="1029" y="3517"/>
                  <a:pt x="1029" y="2275"/>
                  <a:pt x="1793" y="1511"/>
                </a:cubicBezTo>
                <a:cubicBezTo>
                  <a:pt x="2163" y="1142"/>
                  <a:pt x="2654" y="938"/>
                  <a:pt x="3177" y="938"/>
                </a:cubicBezTo>
                <a:cubicBezTo>
                  <a:pt x="3700" y="938"/>
                  <a:pt x="4192" y="1142"/>
                  <a:pt x="4562" y="1511"/>
                </a:cubicBezTo>
                <a:cubicBezTo>
                  <a:pt x="5325" y="2275"/>
                  <a:pt x="5325" y="3517"/>
                  <a:pt x="4562" y="4281"/>
                </a:cubicBezTo>
                <a:cubicBezTo>
                  <a:pt x="4192" y="4650"/>
                  <a:pt x="3700" y="4854"/>
                  <a:pt x="3177" y="4854"/>
                </a:cubicBezTo>
                <a:cubicBezTo>
                  <a:pt x="2654" y="4854"/>
                  <a:pt x="2163" y="4650"/>
                  <a:pt x="1793" y="4281"/>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a:ea typeface="微软雅黑 Light"/>
              <a:cs typeface="+mn-cs"/>
              <a:sym typeface="+mn-lt"/>
            </a:endParaRPr>
          </a:p>
        </p:txBody>
      </p:sp>
      <p:sp>
        <p:nvSpPr>
          <p:cNvPr id="23" name="book_118158">
            <a:extLst>
              <a:ext uri="{FF2B5EF4-FFF2-40B4-BE49-F238E27FC236}">
                <a16:creationId xmlns:a16="http://schemas.microsoft.com/office/drawing/2014/main" id="{0F6050CC-0770-4808-814C-025EB4F84C80}"/>
              </a:ext>
            </a:extLst>
          </p:cNvPr>
          <p:cNvSpPr>
            <a:spLocks noChangeAspect="1"/>
          </p:cNvSpPr>
          <p:nvPr/>
        </p:nvSpPr>
        <p:spPr bwMode="auto">
          <a:xfrm>
            <a:off x="4373569" y="1670425"/>
            <a:ext cx="609685" cy="605125"/>
          </a:xfrm>
          <a:custGeom>
            <a:avLst/>
            <a:gdLst>
              <a:gd name="T0" fmla="*/ 6533 w 6572"/>
              <a:gd name="T1" fmla="*/ 494 h 6533"/>
              <a:gd name="T2" fmla="*/ 6033 w 6572"/>
              <a:gd name="T3" fmla="*/ 0 h 6533"/>
              <a:gd name="T4" fmla="*/ 500 w 6572"/>
              <a:gd name="T5" fmla="*/ 0 h 6533"/>
              <a:gd name="T6" fmla="*/ 0 w 6572"/>
              <a:gd name="T7" fmla="*/ 494 h 6533"/>
              <a:gd name="T8" fmla="*/ 0 w 6572"/>
              <a:gd name="T9" fmla="*/ 5432 h 6533"/>
              <a:gd name="T10" fmla="*/ 1504 w 6572"/>
              <a:gd name="T11" fmla="*/ 6533 h 6533"/>
              <a:gd name="T12" fmla="*/ 6260 w 6572"/>
              <a:gd name="T13" fmla="*/ 6533 h 6533"/>
              <a:gd name="T14" fmla="*/ 6260 w 6572"/>
              <a:gd name="T15" fmla="*/ 6533 h 6533"/>
              <a:gd name="T16" fmla="*/ 6484 w 6572"/>
              <a:gd name="T17" fmla="*/ 6106 h 6533"/>
              <a:gd name="T18" fmla="*/ 6482 w 6572"/>
              <a:gd name="T19" fmla="*/ 6105 h 6533"/>
              <a:gd name="T20" fmla="*/ 6484 w 6572"/>
              <a:gd name="T21" fmla="*/ 4692 h 6533"/>
              <a:gd name="T22" fmla="*/ 6533 w 6572"/>
              <a:gd name="T23" fmla="*/ 4536 h 6533"/>
              <a:gd name="T24" fmla="*/ 6533 w 6572"/>
              <a:gd name="T25" fmla="*/ 494 h 6533"/>
              <a:gd name="T26" fmla="*/ 544 w 6572"/>
              <a:gd name="T27" fmla="*/ 544 h 6533"/>
              <a:gd name="T28" fmla="*/ 5988 w 6572"/>
              <a:gd name="T29" fmla="*/ 544 h 6533"/>
              <a:gd name="T30" fmla="*/ 5988 w 6572"/>
              <a:gd name="T31" fmla="*/ 4262 h 6533"/>
              <a:gd name="T32" fmla="*/ 1504 w 6572"/>
              <a:gd name="T33" fmla="*/ 4262 h 6533"/>
              <a:gd name="T34" fmla="*/ 544 w 6572"/>
              <a:gd name="T35" fmla="*/ 4517 h 6533"/>
              <a:gd name="T36" fmla="*/ 544 w 6572"/>
              <a:gd name="T37" fmla="*/ 544 h 6533"/>
              <a:gd name="T38" fmla="*/ 544 w 6572"/>
              <a:gd name="T39" fmla="*/ 5398 h 6533"/>
              <a:gd name="T40" fmla="*/ 1504 w 6572"/>
              <a:gd name="T41" fmla="*/ 4808 h 6533"/>
              <a:gd name="T42" fmla="*/ 5826 w 6572"/>
              <a:gd name="T43" fmla="*/ 4808 h 6533"/>
              <a:gd name="T44" fmla="*/ 5813 w 6572"/>
              <a:gd name="T45" fmla="*/ 5989 h 6533"/>
              <a:gd name="T46" fmla="*/ 1504 w 6572"/>
              <a:gd name="T47" fmla="*/ 5989 h 6533"/>
              <a:gd name="T48" fmla="*/ 544 w 6572"/>
              <a:gd name="T49" fmla="*/ 5398 h 6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572" h="6533">
                <a:moveTo>
                  <a:pt x="6533" y="494"/>
                </a:moveTo>
                <a:cubicBezTo>
                  <a:pt x="6533" y="221"/>
                  <a:pt x="6309" y="0"/>
                  <a:pt x="6033" y="0"/>
                </a:cubicBezTo>
                <a:lnTo>
                  <a:pt x="500" y="0"/>
                </a:lnTo>
                <a:cubicBezTo>
                  <a:pt x="224" y="0"/>
                  <a:pt x="0" y="221"/>
                  <a:pt x="0" y="494"/>
                </a:cubicBezTo>
                <a:lnTo>
                  <a:pt x="0" y="5432"/>
                </a:lnTo>
                <a:cubicBezTo>
                  <a:pt x="0" y="5938"/>
                  <a:pt x="564" y="6533"/>
                  <a:pt x="1504" y="6533"/>
                </a:cubicBezTo>
                <a:lnTo>
                  <a:pt x="6260" y="6533"/>
                </a:lnTo>
                <a:lnTo>
                  <a:pt x="6260" y="6533"/>
                </a:lnTo>
                <a:cubicBezTo>
                  <a:pt x="6572" y="6508"/>
                  <a:pt x="6569" y="6213"/>
                  <a:pt x="6484" y="6106"/>
                </a:cubicBezTo>
                <a:cubicBezTo>
                  <a:pt x="6484" y="6106"/>
                  <a:pt x="6484" y="6105"/>
                  <a:pt x="6482" y="6105"/>
                </a:cubicBezTo>
                <a:cubicBezTo>
                  <a:pt x="5997" y="5416"/>
                  <a:pt x="6462" y="4722"/>
                  <a:pt x="6484" y="4692"/>
                </a:cubicBezTo>
                <a:cubicBezTo>
                  <a:pt x="6484" y="4692"/>
                  <a:pt x="6532" y="4629"/>
                  <a:pt x="6533" y="4536"/>
                </a:cubicBezTo>
                <a:lnTo>
                  <a:pt x="6533" y="494"/>
                </a:lnTo>
                <a:close/>
                <a:moveTo>
                  <a:pt x="544" y="544"/>
                </a:moveTo>
                <a:lnTo>
                  <a:pt x="5988" y="544"/>
                </a:lnTo>
                <a:lnTo>
                  <a:pt x="5988" y="4262"/>
                </a:lnTo>
                <a:lnTo>
                  <a:pt x="1504" y="4262"/>
                </a:lnTo>
                <a:cubicBezTo>
                  <a:pt x="1136" y="4262"/>
                  <a:pt x="802" y="4357"/>
                  <a:pt x="544" y="4517"/>
                </a:cubicBezTo>
                <a:lnTo>
                  <a:pt x="544" y="544"/>
                </a:lnTo>
                <a:close/>
                <a:moveTo>
                  <a:pt x="544" y="5398"/>
                </a:moveTo>
                <a:cubicBezTo>
                  <a:pt x="544" y="5078"/>
                  <a:pt x="984" y="4808"/>
                  <a:pt x="1504" y="4808"/>
                </a:cubicBezTo>
                <a:lnTo>
                  <a:pt x="5826" y="4808"/>
                </a:lnTo>
                <a:cubicBezTo>
                  <a:pt x="5721" y="5106"/>
                  <a:pt x="5648" y="5530"/>
                  <a:pt x="5813" y="5989"/>
                </a:cubicBezTo>
                <a:lnTo>
                  <a:pt x="1504" y="5989"/>
                </a:lnTo>
                <a:cubicBezTo>
                  <a:pt x="984" y="5989"/>
                  <a:pt x="544" y="5718"/>
                  <a:pt x="544" y="5398"/>
                </a:cubicBezTo>
                <a:close/>
              </a:path>
            </a:pathLst>
          </a:custGeom>
          <a:solidFill>
            <a:schemeClr val="accent4"/>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a:ea typeface="微软雅黑 Light"/>
              <a:cs typeface="+mn-cs"/>
              <a:sym typeface="+mn-lt"/>
            </a:endParaRPr>
          </a:p>
        </p:txBody>
      </p:sp>
      <p:sp>
        <p:nvSpPr>
          <p:cNvPr id="24" name="test-tube-with-drop_15035">
            <a:extLst>
              <a:ext uri="{FF2B5EF4-FFF2-40B4-BE49-F238E27FC236}">
                <a16:creationId xmlns:a16="http://schemas.microsoft.com/office/drawing/2014/main" id="{ACD43230-FABB-424C-86D7-C21B26CAEEAE}"/>
              </a:ext>
            </a:extLst>
          </p:cNvPr>
          <p:cNvSpPr>
            <a:spLocks noChangeAspect="1"/>
          </p:cNvSpPr>
          <p:nvPr/>
        </p:nvSpPr>
        <p:spPr bwMode="auto">
          <a:xfrm>
            <a:off x="7269703" y="1675096"/>
            <a:ext cx="609685" cy="608730"/>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607712" h="606761">
                <a:moveTo>
                  <a:pt x="519524" y="447538"/>
                </a:moveTo>
                <a:cubicBezTo>
                  <a:pt x="500548" y="476363"/>
                  <a:pt x="483848" y="507465"/>
                  <a:pt x="483848" y="518843"/>
                </a:cubicBezTo>
                <a:cubicBezTo>
                  <a:pt x="483848" y="537807"/>
                  <a:pt x="499788" y="553737"/>
                  <a:pt x="519524" y="553737"/>
                </a:cubicBezTo>
                <a:cubicBezTo>
                  <a:pt x="539260" y="553737"/>
                  <a:pt x="555200" y="537807"/>
                  <a:pt x="555200" y="518843"/>
                </a:cubicBezTo>
                <a:cubicBezTo>
                  <a:pt x="555200" y="507465"/>
                  <a:pt x="538501" y="476363"/>
                  <a:pt x="519524" y="447538"/>
                </a:cubicBezTo>
                <a:close/>
                <a:moveTo>
                  <a:pt x="519429" y="392353"/>
                </a:moveTo>
                <a:cubicBezTo>
                  <a:pt x="525596" y="392353"/>
                  <a:pt x="531669" y="394818"/>
                  <a:pt x="535464" y="399749"/>
                </a:cubicBezTo>
                <a:cubicBezTo>
                  <a:pt x="549886" y="418713"/>
                  <a:pt x="595430" y="483949"/>
                  <a:pt x="595430" y="518843"/>
                </a:cubicBezTo>
                <a:cubicBezTo>
                  <a:pt x="595430" y="560564"/>
                  <a:pt x="561272" y="594699"/>
                  <a:pt x="519524" y="594699"/>
                </a:cubicBezTo>
                <a:cubicBezTo>
                  <a:pt x="477776" y="594699"/>
                  <a:pt x="443618" y="560564"/>
                  <a:pt x="443618" y="518843"/>
                </a:cubicBezTo>
                <a:cubicBezTo>
                  <a:pt x="443618" y="483949"/>
                  <a:pt x="489162" y="418713"/>
                  <a:pt x="502825" y="399749"/>
                </a:cubicBezTo>
                <a:cubicBezTo>
                  <a:pt x="507000" y="394818"/>
                  <a:pt x="513262" y="392353"/>
                  <a:pt x="519429" y="392353"/>
                </a:cubicBezTo>
                <a:close/>
                <a:moveTo>
                  <a:pt x="205094" y="323858"/>
                </a:moveTo>
                <a:lnTo>
                  <a:pt x="56971" y="471757"/>
                </a:lnTo>
                <a:cubicBezTo>
                  <a:pt x="46336" y="482375"/>
                  <a:pt x="40259" y="496027"/>
                  <a:pt x="40259" y="511196"/>
                </a:cubicBezTo>
                <a:cubicBezTo>
                  <a:pt x="40259" y="525607"/>
                  <a:pt x="46336" y="540018"/>
                  <a:pt x="56971" y="549877"/>
                </a:cubicBezTo>
                <a:cubicBezTo>
                  <a:pt x="67605" y="560496"/>
                  <a:pt x="81278" y="566563"/>
                  <a:pt x="96470" y="566563"/>
                </a:cubicBezTo>
                <a:cubicBezTo>
                  <a:pt x="110903" y="566563"/>
                  <a:pt x="125335" y="560496"/>
                  <a:pt x="135970" y="549877"/>
                </a:cubicBezTo>
                <a:lnTo>
                  <a:pt x="362333" y="323858"/>
                </a:lnTo>
                <a:close/>
                <a:moveTo>
                  <a:pt x="374487" y="40198"/>
                </a:moveTo>
                <a:lnTo>
                  <a:pt x="322074" y="92531"/>
                </a:lnTo>
                <a:cubicBezTo>
                  <a:pt x="322074" y="92531"/>
                  <a:pt x="322833" y="94048"/>
                  <a:pt x="324353" y="96323"/>
                </a:cubicBezTo>
                <a:lnTo>
                  <a:pt x="364612" y="135763"/>
                </a:lnTo>
                <a:cubicBezTo>
                  <a:pt x="372208" y="144105"/>
                  <a:pt x="372208" y="156999"/>
                  <a:pt x="364612" y="164584"/>
                </a:cubicBezTo>
                <a:lnTo>
                  <a:pt x="245353" y="282902"/>
                </a:lnTo>
                <a:lnTo>
                  <a:pt x="403352" y="282902"/>
                </a:lnTo>
                <a:lnTo>
                  <a:pt x="442851" y="243463"/>
                </a:lnTo>
                <a:cubicBezTo>
                  <a:pt x="451207" y="235120"/>
                  <a:pt x="464120" y="235120"/>
                  <a:pt x="471717" y="243463"/>
                </a:cubicBezTo>
                <a:lnTo>
                  <a:pt x="511976" y="282902"/>
                </a:lnTo>
                <a:cubicBezTo>
                  <a:pt x="513495" y="284419"/>
                  <a:pt x="515014" y="285177"/>
                  <a:pt x="515774" y="285177"/>
                </a:cubicBezTo>
                <a:lnTo>
                  <a:pt x="567427" y="233603"/>
                </a:lnTo>
                <a:cubicBezTo>
                  <a:pt x="567427" y="232844"/>
                  <a:pt x="567427" y="231327"/>
                  <a:pt x="565908" y="229810"/>
                </a:cubicBezTo>
                <a:lnTo>
                  <a:pt x="378285" y="42473"/>
                </a:lnTo>
                <a:cubicBezTo>
                  <a:pt x="376766" y="40956"/>
                  <a:pt x="375246" y="40198"/>
                  <a:pt x="374487" y="40198"/>
                </a:cubicBezTo>
                <a:close/>
                <a:moveTo>
                  <a:pt x="374487" y="0"/>
                </a:moveTo>
                <a:cubicBezTo>
                  <a:pt x="385881" y="0"/>
                  <a:pt x="398035" y="5309"/>
                  <a:pt x="406390" y="13652"/>
                </a:cubicBezTo>
                <a:lnTo>
                  <a:pt x="594013" y="200989"/>
                </a:lnTo>
                <a:cubicBezTo>
                  <a:pt x="611484" y="218434"/>
                  <a:pt x="612244" y="245738"/>
                  <a:pt x="596292" y="261665"/>
                </a:cubicBezTo>
                <a:lnTo>
                  <a:pt x="543879" y="313999"/>
                </a:lnTo>
                <a:cubicBezTo>
                  <a:pt x="537043" y="321583"/>
                  <a:pt x="526408" y="325375"/>
                  <a:pt x="515774" y="325375"/>
                </a:cubicBezTo>
                <a:cubicBezTo>
                  <a:pt x="503620" y="325375"/>
                  <a:pt x="492226" y="320825"/>
                  <a:pt x="483111" y="311723"/>
                </a:cubicBezTo>
                <a:lnTo>
                  <a:pt x="457284" y="285936"/>
                </a:lnTo>
                <a:lnTo>
                  <a:pt x="425380" y="317791"/>
                </a:lnTo>
                <a:lnTo>
                  <a:pt x="164075" y="578699"/>
                </a:lnTo>
                <a:cubicBezTo>
                  <a:pt x="145845" y="596901"/>
                  <a:pt x="122297" y="606761"/>
                  <a:pt x="96470" y="606761"/>
                </a:cubicBezTo>
                <a:cubicBezTo>
                  <a:pt x="70644" y="606761"/>
                  <a:pt x="46336" y="596901"/>
                  <a:pt x="28106" y="578699"/>
                </a:cubicBezTo>
                <a:cubicBezTo>
                  <a:pt x="9875" y="560496"/>
                  <a:pt x="0" y="536225"/>
                  <a:pt x="0" y="511196"/>
                </a:cubicBezTo>
                <a:cubicBezTo>
                  <a:pt x="0" y="485409"/>
                  <a:pt x="9875" y="461139"/>
                  <a:pt x="28106" y="442936"/>
                </a:cubicBezTo>
                <a:lnTo>
                  <a:pt x="321314" y="150173"/>
                </a:lnTo>
                <a:lnTo>
                  <a:pt x="295487" y="124386"/>
                </a:lnTo>
                <a:cubicBezTo>
                  <a:pt x="287891" y="116801"/>
                  <a:pt x="282574" y="106183"/>
                  <a:pt x="281815" y="94806"/>
                </a:cubicBezTo>
                <a:cubicBezTo>
                  <a:pt x="281055" y="83429"/>
                  <a:pt x="285613" y="72053"/>
                  <a:pt x="293209" y="63710"/>
                </a:cubicBezTo>
                <a:lnTo>
                  <a:pt x="345622" y="11377"/>
                </a:lnTo>
                <a:cubicBezTo>
                  <a:pt x="353218" y="3792"/>
                  <a:pt x="363093" y="0"/>
                  <a:pt x="374487" y="0"/>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a:ea typeface="微软雅黑 Light"/>
              <a:cs typeface="+mn-cs"/>
              <a:sym typeface="+mn-lt"/>
            </a:endParaRPr>
          </a:p>
        </p:txBody>
      </p:sp>
      <p:sp>
        <p:nvSpPr>
          <p:cNvPr id="25" name="laptop-computer_329739">
            <a:extLst>
              <a:ext uri="{FF2B5EF4-FFF2-40B4-BE49-F238E27FC236}">
                <a16:creationId xmlns:a16="http://schemas.microsoft.com/office/drawing/2014/main" id="{A78A1FA8-4F0F-4406-9AD3-2A891FE9A142}"/>
              </a:ext>
            </a:extLst>
          </p:cNvPr>
          <p:cNvSpPr>
            <a:spLocks noChangeAspect="1"/>
          </p:cNvSpPr>
          <p:nvPr/>
        </p:nvSpPr>
        <p:spPr bwMode="auto">
          <a:xfrm>
            <a:off x="10043919" y="1694492"/>
            <a:ext cx="609685" cy="608766"/>
          </a:xfrm>
          <a:custGeom>
            <a:avLst/>
            <a:gdLst>
              <a:gd name="T0" fmla="*/ 800 w 6133"/>
              <a:gd name="T1" fmla="*/ 5333 h 6133"/>
              <a:gd name="T2" fmla="*/ 800 w 6133"/>
              <a:gd name="T3" fmla="*/ 4550 h 6133"/>
              <a:gd name="T4" fmla="*/ 2883 w 6133"/>
              <a:gd name="T5" fmla="*/ 2466 h 6133"/>
              <a:gd name="T6" fmla="*/ 3649 w 6133"/>
              <a:gd name="T7" fmla="*/ 3232 h 6133"/>
              <a:gd name="T8" fmla="*/ 5732 w 6133"/>
              <a:gd name="T9" fmla="*/ 1149 h 6133"/>
              <a:gd name="T10" fmla="*/ 5732 w 6133"/>
              <a:gd name="T11" fmla="*/ 1666 h 6133"/>
              <a:gd name="T12" fmla="*/ 6132 w 6133"/>
              <a:gd name="T13" fmla="*/ 1666 h 6133"/>
              <a:gd name="T14" fmla="*/ 6132 w 6133"/>
              <a:gd name="T15" fmla="*/ 466 h 6133"/>
              <a:gd name="T16" fmla="*/ 4932 w 6133"/>
              <a:gd name="T17" fmla="*/ 467 h 6133"/>
              <a:gd name="T18" fmla="*/ 4933 w 6133"/>
              <a:gd name="T19" fmla="*/ 867 h 6133"/>
              <a:gd name="T20" fmla="*/ 5449 w 6133"/>
              <a:gd name="T21" fmla="*/ 866 h 6133"/>
              <a:gd name="T22" fmla="*/ 3649 w 6133"/>
              <a:gd name="T23" fmla="*/ 2666 h 6133"/>
              <a:gd name="T24" fmla="*/ 2883 w 6133"/>
              <a:gd name="T25" fmla="*/ 1901 h 6133"/>
              <a:gd name="T26" fmla="*/ 800 w 6133"/>
              <a:gd name="T27" fmla="*/ 3984 h 6133"/>
              <a:gd name="T28" fmla="*/ 800 w 6133"/>
              <a:gd name="T29" fmla="*/ 0 h 6133"/>
              <a:gd name="T30" fmla="*/ 0 w 6133"/>
              <a:gd name="T31" fmla="*/ 0 h 6133"/>
              <a:gd name="T32" fmla="*/ 0 w 6133"/>
              <a:gd name="T33" fmla="*/ 400 h 6133"/>
              <a:gd name="T34" fmla="*/ 400 w 6133"/>
              <a:gd name="T35" fmla="*/ 400 h 6133"/>
              <a:gd name="T36" fmla="*/ 400 w 6133"/>
              <a:gd name="T37" fmla="*/ 1067 h 6133"/>
              <a:gd name="T38" fmla="*/ 0 w 6133"/>
              <a:gd name="T39" fmla="*/ 1067 h 6133"/>
              <a:gd name="T40" fmla="*/ 0 w 6133"/>
              <a:gd name="T41" fmla="*/ 1467 h 6133"/>
              <a:gd name="T42" fmla="*/ 400 w 6133"/>
              <a:gd name="T43" fmla="*/ 1467 h 6133"/>
              <a:gd name="T44" fmla="*/ 400 w 6133"/>
              <a:gd name="T45" fmla="*/ 2133 h 6133"/>
              <a:gd name="T46" fmla="*/ 0 w 6133"/>
              <a:gd name="T47" fmla="*/ 2133 h 6133"/>
              <a:gd name="T48" fmla="*/ 0 w 6133"/>
              <a:gd name="T49" fmla="*/ 2533 h 6133"/>
              <a:gd name="T50" fmla="*/ 400 w 6133"/>
              <a:gd name="T51" fmla="*/ 2533 h 6133"/>
              <a:gd name="T52" fmla="*/ 400 w 6133"/>
              <a:gd name="T53" fmla="*/ 3200 h 6133"/>
              <a:gd name="T54" fmla="*/ 0 w 6133"/>
              <a:gd name="T55" fmla="*/ 3200 h 6133"/>
              <a:gd name="T56" fmla="*/ 0 w 6133"/>
              <a:gd name="T57" fmla="*/ 3600 h 6133"/>
              <a:gd name="T58" fmla="*/ 400 w 6133"/>
              <a:gd name="T59" fmla="*/ 3600 h 6133"/>
              <a:gd name="T60" fmla="*/ 400 w 6133"/>
              <a:gd name="T61" fmla="*/ 4267 h 6133"/>
              <a:gd name="T62" fmla="*/ 0 w 6133"/>
              <a:gd name="T63" fmla="*/ 4267 h 6133"/>
              <a:gd name="T64" fmla="*/ 0 w 6133"/>
              <a:gd name="T65" fmla="*/ 4667 h 6133"/>
              <a:gd name="T66" fmla="*/ 400 w 6133"/>
              <a:gd name="T67" fmla="*/ 4667 h 6133"/>
              <a:gd name="T68" fmla="*/ 400 w 6133"/>
              <a:gd name="T69" fmla="*/ 5333 h 6133"/>
              <a:gd name="T70" fmla="*/ 0 w 6133"/>
              <a:gd name="T71" fmla="*/ 5333 h 6133"/>
              <a:gd name="T72" fmla="*/ 0 w 6133"/>
              <a:gd name="T73" fmla="*/ 5733 h 6133"/>
              <a:gd name="T74" fmla="*/ 400 w 6133"/>
              <a:gd name="T75" fmla="*/ 5733 h 6133"/>
              <a:gd name="T76" fmla="*/ 400 w 6133"/>
              <a:gd name="T77" fmla="*/ 6133 h 6133"/>
              <a:gd name="T78" fmla="*/ 800 w 6133"/>
              <a:gd name="T79" fmla="*/ 6133 h 6133"/>
              <a:gd name="T80" fmla="*/ 800 w 6133"/>
              <a:gd name="T81" fmla="*/ 5733 h 6133"/>
              <a:gd name="T82" fmla="*/ 1467 w 6133"/>
              <a:gd name="T83" fmla="*/ 5733 h 6133"/>
              <a:gd name="T84" fmla="*/ 1467 w 6133"/>
              <a:gd name="T85" fmla="*/ 6133 h 6133"/>
              <a:gd name="T86" fmla="*/ 1867 w 6133"/>
              <a:gd name="T87" fmla="*/ 6133 h 6133"/>
              <a:gd name="T88" fmla="*/ 1867 w 6133"/>
              <a:gd name="T89" fmla="*/ 5733 h 6133"/>
              <a:gd name="T90" fmla="*/ 2533 w 6133"/>
              <a:gd name="T91" fmla="*/ 5733 h 6133"/>
              <a:gd name="T92" fmla="*/ 2533 w 6133"/>
              <a:gd name="T93" fmla="*/ 6133 h 6133"/>
              <a:gd name="T94" fmla="*/ 2933 w 6133"/>
              <a:gd name="T95" fmla="*/ 6133 h 6133"/>
              <a:gd name="T96" fmla="*/ 2933 w 6133"/>
              <a:gd name="T97" fmla="*/ 5733 h 6133"/>
              <a:gd name="T98" fmla="*/ 3600 w 6133"/>
              <a:gd name="T99" fmla="*/ 5733 h 6133"/>
              <a:gd name="T100" fmla="*/ 3600 w 6133"/>
              <a:gd name="T101" fmla="*/ 6133 h 6133"/>
              <a:gd name="T102" fmla="*/ 4000 w 6133"/>
              <a:gd name="T103" fmla="*/ 6133 h 6133"/>
              <a:gd name="T104" fmla="*/ 4000 w 6133"/>
              <a:gd name="T105" fmla="*/ 5733 h 6133"/>
              <a:gd name="T106" fmla="*/ 4667 w 6133"/>
              <a:gd name="T107" fmla="*/ 5733 h 6133"/>
              <a:gd name="T108" fmla="*/ 4667 w 6133"/>
              <a:gd name="T109" fmla="*/ 6133 h 6133"/>
              <a:gd name="T110" fmla="*/ 5067 w 6133"/>
              <a:gd name="T111" fmla="*/ 6133 h 6133"/>
              <a:gd name="T112" fmla="*/ 5067 w 6133"/>
              <a:gd name="T113" fmla="*/ 5733 h 6133"/>
              <a:gd name="T114" fmla="*/ 5733 w 6133"/>
              <a:gd name="T115" fmla="*/ 5733 h 6133"/>
              <a:gd name="T116" fmla="*/ 5733 w 6133"/>
              <a:gd name="T117" fmla="*/ 6133 h 6133"/>
              <a:gd name="T118" fmla="*/ 6133 w 6133"/>
              <a:gd name="T119" fmla="*/ 6133 h 6133"/>
              <a:gd name="T120" fmla="*/ 6133 w 6133"/>
              <a:gd name="T121" fmla="*/ 5333 h 6133"/>
              <a:gd name="T122" fmla="*/ 800 w 6133"/>
              <a:gd name="T123" fmla="*/ 5333 h 6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133" h="6133">
                <a:moveTo>
                  <a:pt x="800" y="5333"/>
                </a:moveTo>
                <a:lnTo>
                  <a:pt x="800" y="4550"/>
                </a:lnTo>
                <a:lnTo>
                  <a:pt x="2883" y="2466"/>
                </a:lnTo>
                <a:lnTo>
                  <a:pt x="3649" y="3232"/>
                </a:lnTo>
                <a:lnTo>
                  <a:pt x="5732" y="1149"/>
                </a:lnTo>
                <a:lnTo>
                  <a:pt x="5732" y="1666"/>
                </a:lnTo>
                <a:lnTo>
                  <a:pt x="6132" y="1666"/>
                </a:lnTo>
                <a:lnTo>
                  <a:pt x="6132" y="466"/>
                </a:lnTo>
                <a:lnTo>
                  <a:pt x="4932" y="467"/>
                </a:lnTo>
                <a:lnTo>
                  <a:pt x="4933" y="867"/>
                </a:lnTo>
                <a:lnTo>
                  <a:pt x="5449" y="866"/>
                </a:lnTo>
                <a:lnTo>
                  <a:pt x="3649" y="2666"/>
                </a:lnTo>
                <a:lnTo>
                  <a:pt x="2883" y="1901"/>
                </a:lnTo>
                <a:lnTo>
                  <a:pt x="800" y="3984"/>
                </a:lnTo>
                <a:lnTo>
                  <a:pt x="800" y="0"/>
                </a:lnTo>
                <a:lnTo>
                  <a:pt x="0" y="0"/>
                </a:lnTo>
                <a:lnTo>
                  <a:pt x="0" y="400"/>
                </a:lnTo>
                <a:lnTo>
                  <a:pt x="400" y="400"/>
                </a:lnTo>
                <a:lnTo>
                  <a:pt x="400" y="1067"/>
                </a:lnTo>
                <a:lnTo>
                  <a:pt x="0" y="1067"/>
                </a:lnTo>
                <a:lnTo>
                  <a:pt x="0" y="1467"/>
                </a:lnTo>
                <a:lnTo>
                  <a:pt x="400" y="1467"/>
                </a:lnTo>
                <a:lnTo>
                  <a:pt x="400" y="2133"/>
                </a:lnTo>
                <a:lnTo>
                  <a:pt x="0" y="2133"/>
                </a:lnTo>
                <a:lnTo>
                  <a:pt x="0" y="2533"/>
                </a:lnTo>
                <a:lnTo>
                  <a:pt x="400" y="2533"/>
                </a:lnTo>
                <a:lnTo>
                  <a:pt x="400" y="3200"/>
                </a:lnTo>
                <a:lnTo>
                  <a:pt x="0" y="3200"/>
                </a:lnTo>
                <a:lnTo>
                  <a:pt x="0" y="3600"/>
                </a:lnTo>
                <a:lnTo>
                  <a:pt x="400" y="3600"/>
                </a:lnTo>
                <a:lnTo>
                  <a:pt x="400" y="4267"/>
                </a:lnTo>
                <a:lnTo>
                  <a:pt x="0" y="4267"/>
                </a:lnTo>
                <a:lnTo>
                  <a:pt x="0" y="4667"/>
                </a:lnTo>
                <a:lnTo>
                  <a:pt x="400" y="4667"/>
                </a:lnTo>
                <a:lnTo>
                  <a:pt x="400" y="5333"/>
                </a:lnTo>
                <a:lnTo>
                  <a:pt x="0" y="5333"/>
                </a:lnTo>
                <a:lnTo>
                  <a:pt x="0" y="5733"/>
                </a:lnTo>
                <a:lnTo>
                  <a:pt x="400" y="5733"/>
                </a:lnTo>
                <a:lnTo>
                  <a:pt x="400" y="6133"/>
                </a:lnTo>
                <a:lnTo>
                  <a:pt x="800" y="6133"/>
                </a:lnTo>
                <a:lnTo>
                  <a:pt x="800" y="5733"/>
                </a:lnTo>
                <a:lnTo>
                  <a:pt x="1467" y="5733"/>
                </a:lnTo>
                <a:lnTo>
                  <a:pt x="1467" y="6133"/>
                </a:lnTo>
                <a:lnTo>
                  <a:pt x="1867" y="6133"/>
                </a:lnTo>
                <a:lnTo>
                  <a:pt x="1867" y="5733"/>
                </a:lnTo>
                <a:lnTo>
                  <a:pt x="2533" y="5733"/>
                </a:lnTo>
                <a:lnTo>
                  <a:pt x="2533" y="6133"/>
                </a:lnTo>
                <a:lnTo>
                  <a:pt x="2933" y="6133"/>
                </a:lnTo>
                <a:lnTo>
                  <a:pt x="2933" y="5733"/>
                </a:lnTo>
                <a:lnTo>
                  <a:pt x="3600" y="5733"/>
                </a:lnTo>
                <a:lnTo>
                  <a:pt x="3600" y="6133"/>
                </a:lnTo>
                <a:lnTo>
                  <a:pt x="4000" y="6133"/>
                </a:lnTo>
                <a:lnTo>
                  <a:pt x="4000" y="5733"/>
                </a:lnTo>
                <a:lnTo>
                  <a:pt x="4667" y="5733"/>
                </a:lnTo>
                <a:lnTo>
                  <a:pt x="4667" y="6133"/>
                </a:lnTo>
                <a:lnTo>
                  <a:pt x="5067" y="6133"/>
                </a:lnTo>
                <a:lnTo>
                  <a:pt x="5067" y="5733"/>
                </a:lnTo>
                <a:lnTo>
                  <a:pt x="5733" y="5733"/>
                </a:lnTo>
                <a:lnTo>
                  <a:pt x="5733" y="6133"/>
                </a:lnTo>
                <a:lnTo>
                  <a:pt x="6133" y="6133"/>
                </a:lnTo>
                <a:lnTo>
                  <a:pt x="6133" y="5333"/>
                </a:lnTo>
                <a:lnTo>
                  <a:pt x="800" y="5333"/>
                </a:lnTo>
                <a:close/>
              </a:path>
            </a:pathLst>
          </a:custGeom>
          <a:solidFill>
            <a:schemeClr val="accent4"/>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Arial"/>
              <a:ea typeface="微软雅黑 Light"/>
              <a:cs typeface="+mn-cs"/>
              <a:sym typeface="+mn-lt"/>
            </a:endParaRPr>
          </a:p>
        </p:txBody>
      </p:sp>
      <p:sp>
        <p:nvSpPr>
          <p:cNvPr id="2" name="圆角矩形 1"/>
          <p:cNvSpPr/>
          <p:nvPr/>
        </p:nvSpPr>
        <p:spPr>
          <a:xfrm>
            <a:off x="695325" y="1216334"/>
            <a:ext cx="2295826" cy="4630761"/>
          </a:xfrm>
          <a:prstGeom prst="roundRect">
            <a:avLst>
              <a:gd name="adj" fmla="val 11782"/>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7" name="圆角矩形 26"/>
          <p:cNvSpPr/>
          <p:nvPr/>
        </p:nvSpPr>
        <p:spPr>
          <a:xfrm>
            <a:off x="3530498" y="1216334"/>
            <a:ext cx="2295826" cy="4630761"/>
          </a:xfrm>
          <a:prstGeom prst="roundRect">
            <a:avLst>
              <a:gd name="adj" fmla="val 11782"/>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8" name="圆角矩形 27"/>
          <p:cNvSpPr/>
          <p:nvPr/>
        </p:nvSpPr>
        <p:spPr>
          <a:xfrm>
            <a:off x="6365671" y="1216334"/>
            <a:ext cx="2295826" cy="4630761"/>
          </a:xfrm>
          <a:prstGeom prst="roundRect">
            <a:avLst>
              <a:gd name="adj" fmla="val 11782"/>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9" name="圆角矩形 28"/>
          <p:cNvSpPr/>
          <p:nvPr/>
        </p:nvSpPr>
        <p:spPr>
          <a:xfrm>
            <a:off x="9192730" y="1216334"/>
            <a:ext cx="2295826" cy="4630761"/>
          </a:xfrm>
          <a:prstGeom prst="roundRect">
            <a:avLst>
              <a:gd name="adj" fmla="val 11782"/>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Tree>
    <p:extLst>
      <p:ext uri="{BB962C8B-B14F-4D97-AF65-F5344CB8AC3E}">
        <p14:creationId xmlns:p14="http://schemas.microsoft.com/office/powerpoint/2010/main" val="1260939614"/>
      </p:ext>
    </p:extLst>
  </p:cSld>
  <p:clrMapOvr>
    <a:masterClrMapping/>
  </p:clrMapOvr>
  <p:transition spd="med">
    <p:pull/>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四个观点</a:t>
            </a:r>
          </a:p>
        </p:txBody>
      </p:sp>
      <p:grpSp>
        <p:nvGrpSpPr>
          <p:cNvPr id="26" name="组合 25">
            <a:extLst>
              <a:ext uri="{FF2B5EF4-FFF2-40B4-BE49-F238E27FC236}">
                <a16:creationId xmlns:a16="http://schemas.microsoft.com/office/drawing/2014/main" id="{91BC9E9C-D4BE-4B70-AC09-530AA6F7273D}"/>
              </a:ext>
            </a:extLst>
          </p:cNvPr>
          <p:cNvGrpSpPr/>
          <p:nvPr/>
        </p:nvGrpSpPr>
        <p:grpSpPr>
          <a:xfrm>
            <a:off x="678857" y="1518219"/>
            <a:ext cx="2160001" cy="4318673"/>
            <a:chOff x="678857" y="1565844"/>
            <a:chExt cx="2160001" cy="4318673"/>
          </a:xfrm>
        </p:grpSpPr>
        <p:sp>
          <p:nvSpPr>
            <p:cNvPr id="31" name="矩形 30">
              <a:extLst>
                <a:ext uri="{FF2B5EF4-FFF2-40B4-BE49-F238E27FC236}">
                  <a16:creationId xmlns:a16="http://schemas.microsoft.com/office/drawing/2014/main" id="{5203396D-4DCB-41B5-AF04-2867F7A9A271}"/>
                </a:ext>
              </a:extLst>
            </p:cNvPr>
            <p:cNvSpPr/>
            <p:nvPr/>
          </p:nvSpPr>
          <p:spPr>
            <a:xfrm>
              <a:off x="678857" y="2197330"/>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2" name="文本框 31">
              <a:extLst>
                <a:ext uri="{FF2B5EF4-FFF2-40B4-BE49-F238E27FC236}">
                  <a16:creationId xmlns:a16="http://schemas.microsoft.com/office/drawing/2014/main" id="{58670C33-36D4-4971-8EE4-3647D84638AC}"/>
                </a:ext>
              </a:extLst>
            </p:cNvPr>
            <p:cNvSpPr txBox="1"/>
            <p:nvPr/>
          </p:nvSpPr>
          <p:spPr>
            <a:xfrm>
              <a:off x="678857" y="1565844"/>
              <a:ext cx="1708160" cy="400110"/>
            </a:xfrm>
            <a:prstGeom prst="rect">
              <a:avLst/>
            </a:prstGeom>
            <a:noFill/>
          </p:spPr>
          <p:txBody>
            <a:bodyPr wrap="none" lIns="0" rtlCol="0">
              <a:sp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33" name="文本框 32">
              <a:extLst>
                <a:ext uri="{FF2B5EF4-FFF2-40B4-BE49-F238E27FC236}">
                  <a16:creationId xmlns:a16="http://schemas.microsoft.com/office/drawing/2014/main" id="{8A1BF197-4A0B-4910-943A-0EE202B5F583}"/>
                </a:ext>
              </a:extLst>
            </p:cNvPr>
            <p:cNvSpPr txBox="1"/>
            <p:nvPr/>
          </p:nvSpPr>
          <p:spPr>
            <a:xfrm>
              <a:off x="678858" y="2500706"/>
              <a:ext cx="2160000" cy="3383811"/>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年诞生于延安，是中国共产党创办的第一所理工科大学，首批进入国家“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类行列。</a:t>
              </a:r>
            </a:p>
          </p:txBody>
        </p:sp>
      </p:grpSp>
      <p:grpSp>
        <p:nvGrpSpPr>
          <p:cNvPr id="34" name="组合 33">
            <a:extLst>
              <a:ext uri="{FF2B5EF4-FFF2-40B4-BE49-F238E27FC236}">
                <a16:creationId xmlns:a16="http://schemas.microsoft.com/office/drawing/2014/main" id="{25FB572E-FB32-4F75-A721-1A507BD070D5}"/>
              </a:ext>
            </a:extLst>
          </p:cNvPr>
          <p:cNvGrpSpPr/>
          <p:nvPr/>
        </p:nvGrpSpPr>
        <p:grpSpPr>
          <a:xfrm>
            <a:off x="3570285" y="1518219"/>
            <a:ext cx="2160001" cy="4318673"/>
            <a:chOff x="3570285" y="1565844"/>
            <a:chExt cx="2160001" cy="4318673"/>
          </a:xfrm>
        </p:grpSpPr>
        <p:sp>
          <p:nvSpPr>
            <p:cNvPr id="35" name="矩形 34">
              <a:extLst>
                <a:ext uri="{FF2B5EF4-FFF2-40B4-BE49-F238E27FC236}">
                  <a16:creationId xmlns:a16="http://schemas.microsoft.com/office/drawing/2014/main" id="{FA2FB662-0C0F-49BB-9CBF-0D03681114F1}"/>
                </a:ext>
              </a:extLst>
            </p:cNvPr>
            <p:cNvSpPr/>
            <p:nvPr/>
          </p:nvSpPr>
          <p:spPr>
            <a:xfrm>
              <a:off x="3570285" y="2197330"/>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6" name="文本框 35">
              <a:extLst>
                <a:ext uri="{FF2B5EF4-FFF2-40B4-BE49-F238E27FC236}">
                  <a16:creationId xmlns:a16="http://schemas.microsoft.com/office/drawing/2014/main" id="{5C482913-F9C8-437D-A6FA-A6BF23FA9F1E}"/>
                </a:ext>
              </a:extLst>
            </p:cNvPr>
            <p:cNvSpPr txBox="1"/>
            <p:nvPr/>
          </p:nvSpPr>
          <p:spPr>
            <a:xfrm>
              <a:off x="3570285" y="1565844"/>
              <a:ext cx="1708160" cy="400110"/>
            </a:xfrm>
            <a:prstGeom prst="rect">
              <a:avLst/>
            </a:prstGeom>
            <a:noFill/>
          </p:spPr>
          <p:txBody>
            <a:bodyPr wrap="none" lIns="0" rtlCol="0">
              <a:sp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37" name="文本框 36">
              <a:extLst>
                <a:ext uri="{FF2B5EF4-FFF2-40B4-BE49-F238E27FC236}">
                  <a16:creationId xmlns:a16="http://schemas.microsoft.com/office/drawing/2014/main" id="{7C1A201D-B558-4397-83C4-9CCCD60A7F6D}"/>
                </a:ext>
              </a:extLst>
            </p:cNvPr>
            <p:cNvSpPr txBox="1"/>
            <p:nvPr/>
          </p:nvSpPr>
          <p:spPr>
            <a:xfrm>
              <a:off x="3570286" y="2500706"/>
              <a:ext cx="2160000" cy="3383811"/>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类行列。</a:t>
              </a:r>
            </a:p>
          </p:txBody>
        </p:sp>
      </p:grpSp>
      <p:grpSp>
        <p:nvGrpSpPr>
          <p:cNvPr id="38" name="组合 37">
            <a:extLst>
              <a:ext uri="{FF2B5EF4-FFF2-40B4-BE49-F238E27FC236}">
                <a16:creationId xmlns:a16="http://schemas.microsoft.com/office/drawing/2014/main" id="{E6B0E4E5-B3F9-4C6C-AEA4-61F66DF10313}"/>
              </a:ext>
            </a:extLst>
          </p:cNvPr>
          <p:cNvGrpSpPr/>
          <p:nvPr/>
        </p:nvGrpSpPr>
        <p:grpSpPr>
          <a:xfrm>
            <a:off x="6461713" y="1518219"/>
            <a:ext cx="2160001" cy="4318673"/>
            <a:chOff x="6461713" y="1565844"/>
            <a:chExt cx="2160001" cy="4318673"/>
          </a:xfrm>
        </p:grpSpPr>
        <p:sp>
          <p:nvSpPr>
            <p:cNvPr id="39" name="矩形 38">
              <a:extLst>
                <a:ext uri="{FF2B5EF4-FFF2-40B4-BE49-F238E27FC236}">
                  <a16:creationId xmlns:a16="http://schemas.microsoft.com/office/drawing/2014/main" id="{D7245695-AE57-4991-AC99-5C33C7F0B011}"/>
                </a:ext>
              </a:extLst>
            </p:cNvPr>
            <p:cNvSpPr/>
            <p:nvPr/>
          </p:nvSpPr>
          <p:spPr>
            <a:xfrm>
              <a:off x="6461713" y="2197330"/>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0" name="文本框 39">
              <a:extLst>
                <a:ext uri="{FF2B5EF4-FFF2-40B4-BE49-F238E27FC236}">
                  <a16:creationId xmlns:a16="http://schemas.microsoft.com/office/drawing/2014/main" id="{7F9F0DA0-1BFE-4361-AD6B-595BEA1AB324}"/>
                </a:ext>
              </a:extLst>
            </p:cNvPr>
            <p:cNvSpPr txBox="1"/>
            <p:nvPr/>
          </p:nvSpPr>
          <p:spPr>
            <a:xfrm>
              <a:off x="6461713" y="1565844"/>
              <a:ext cx="1708160" cy="400110"/>
            </a:xfrm>
            <a:prstGeom prst="rect">
              <a:avLst/>
            </a:prstGeom>
            <a:noFill/>
          </p:spPr>
          <p:txBody>
            <a:bodyPr wrap="none" lIns="0" rtlCol="0">
              <a:sp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41" name="文本框 40">
              <a:extLst>
                <a:ext uri="{FF2B5EF4-FFF2-40B4-BE49-F238E27FC236}">
                  <a16:creationId xmlns:a16="http://schemas.microsoft.com/office/drawing/2014/main" id="{4120430B-242D-44A1-8BA5-67FF66F1675B}"/>
                </a:ext>
              </a:extLst>
            </p:cNvPr>
            <p:cNvSpPr txBox="1"/>
            <p:nvPr/>
          </p:nvSpPr>
          <p:spPr>
            <a:xfrm>
              <a:off x="6461714" y="2500706"/>
              <a:ext cx="2160000" cy="3383811"/>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类行列。</a:t>
              </a:r>
            </a:p>
          </p:txBody>
        </p:sp>
      </p:grpSp>
      <p:grpSp>
        <p:nvGrpSpPr>
          <p:cNvPr id="42" name="组合 41">
            <a:extLst>
              <a:ext uri="{FF2B5EF4-FFF2-40B4-BE49-F238E27FC236}">
                <a16:creationId xmlns:a16="http://schemas.microsoft.com/office/drawing/2014/main" id="{316AC45E-442B-4F49-BBE7-3AA63B808C2C}"/>
              </a:ext>
            </a:extLst>
          </p:cNvPr>
          <p:cNvGrpSpPr/>
          <p:nvPr/>
        </p:nvGrpSpPr>
        <p:grpSpPr>
          <a:xfrm>
            <a:off x="9353141" y="1518219"/>
            <a:ext cx="2160001" cy="4318673"/>
            <a:chOff x="9353141" y="1565844"/>
            <a:chExt cx="2160001" cy="4318673"/>
          </a:xfrm>
        </p:grpSpPr>
        <p:sp>
          <p:nvSpPr>
            <p:cNvPr id="43" name="矩形 42">
              <a:extLst>
                <a:ext uri="{FF2B5EF4-FFF2-40B4-BE49-F238E27FC236}">
                  <a16:creationId xmlns:a16="http://schemas.microsoft.com/office/drawing/2014/main" id="{889BC644-1DA4-4EFF-8D04-D62156F7F16A}"/>
                </a:ext>
              </a:extLst>
            </p:cNvPr>
            <p:cNvSpPr/>
            <p:nvPr/>
          </p:nvSpPr>
          <p:spPr>
            <a:xfrm>
              <a:off x="9353141" y="2197330"/>
              <a:ext cx="720000" cy="72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4" name="文本框 43">
              <a:extLst>
                <a:ext uri="{FF2B5EF4-FFF2-40B4-BE49-F238E27FC236}">
                  <a16:creationId xmlns:a16="http://schemas.microsoft.com/office/drawing/2014/main" id="{786785D3-3722-4B7F-92D0-13760E3F6EE9}"/>
                </a:ext>
              </a:extLst>
            </p:cNvPr>
            <p:cNvSpPr txBox="1"/>
            <p:nvPr/>
          </p:nvSpPr>
          <p:spPr>
            <a:xfrm>
              <a:off x="9353141" y="1565844"/>
              <a:ext cx="1708160" cy="400110"/>
            </a:xfrm>
            <a:prstGeom prst="rect">
              <a:avLst/>
            </a:prstGeom>
            <a:noFill/>
          </p:spPr>
          <p:txBody>
            <a:bodyPr wrap="none" lIns="0" rtlCol="0">
              <a:sp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这里是小标题</a:t>
              </a:r>
            </a:p>
          </p:txBody>
        </p:sp>
        <p:sp>
          <p:nvSpPr>
            <p:cNvPr id="45" name="文本框 44">
              <a:extLst>
                <a:ext uri="{FF2B5EF4-FFF2-40B4-BE49-F238E27FC236}">
                  <a16:creationId xmlns:a16="http://schemas.microsoft.com/office/drawing/2014/main" id="{EF4C2F98-846F-4644-AF4B-B3BA8F7DD5EA}"/>
                </a:ext>
              </a:extLst>
            </p:cNvPr>
            <p:cNvSpPr txBox="1"/>
            <p:nvPr/>
          </p:nvSpPr>
          <p:spPr>
            <a:xfrm>
              <a:off x="9353142" y="2500706"/>
              <a:ext cx="2160000" cy="3383811"/>
            </a:xfrm>
            <a:prstGeom prst="rect">
              <a:avLst/>
            </a:prstGeom>
            <a:noFill/>
          </p:spPr>
          <p:txBody>
            <a:bodyPr wrap="square" lIns="0" rtlCol="0">
              <a:normAutofit/>
            </a:bodyPr>
            <a:lstStyle/>
            <a:p>
              <a:pPr marL="0" marR="0" lvl="0" indent="0" algn="just" defTabSz="914400" rtl="0" eaLnBrk="1" fontAlgn="base" latinLnBrk="0" hangingPunct="0">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北京理工大学</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年诞生于延安，是中国共产党创办的第一所理工科大学，首批进入国家“</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211</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工程”和“</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985</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工程”，首批进入“世界一流大学”建设高校</a:t>
              </a:r>
              <a:r>
                <a:rPr kumimoji="0" lang="en-US" altLang="zh-CN"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A</a:t>
              </a:r>
              <a:r>
                <a:rPr kumimoji="0" lang="zh-CN" altLang="en-US" sz="1600" b="0" i="0" u="none" strike="noStrike" kern="1200" cap="none" spc="100" normalizeH="0" baseline="0" noProof="0" dirty="0">
                  <a:ln>
                    <a:noFill/>
                  </a:ln>
                  <a:solidFill>
                    <a:prstClr val="black"/>
                  </a:solidFill>
                  <a:effectLst/>
                  <a:uLnTx/>
                  <a:uFillTx/>
                  <a:latin typeface="微软雅黑"/>
                  <a:ea typeface="微软雅黑" panose="020B0503020204020204" pitchFamily="34" charset="-122"/>
                  <a:cs typeface="+mn-cs"/>
                </a:rPr>
                <a:t>类行列。</a:t>
              </a:r>
            </a:p>
          </p:txBody>
        </p:sp>
      </p:grpSp>
      <p:cxnSp>
        <p:nvCxnSpPr>
          <p:cNvPr id="46" name="直接连接符 45">
            <a:extLst>
              <a:ext uri="{FF2B5EF4-FFF2-40B4-BE49-F238E27FC236}">
                <a16:creationId xmlns:a16="http://schemas.microsoft.com/office/drawing/2014/main" id="{FBAF0CCC-F545-4C58-B314-03E8E8EBF8E7}"/>
              </a:ext>
            </a:extLst>
          </p:cNvPr>
          <p:cNvCxnSpPr/>
          <p:nvPr/>
        </p:nvCxnSpPr>
        <p:spPr>
          <a:xfrm>
            <a:off x="3227985" y="1359278"/>
            <a:ext cx="0" cy="4320000"/>
          </a:xfrm>
          <a:prstGeom prst="line">
            <a:avLst/>
          </a:prstGeom>
          <a:ln w="3175">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D285153C-CA81-4747-AAFF-6408B189053A}"/>
              </a:ext>
            </a:extLst>
          </p:cNvPr>
          <p:cNvCxnSpPr/>
          <p:nvPr/>
        </p:nvCxnSpPr>
        <p:spPr>
          <a:xfrm>
            <a:off x="6091989" y="1359278"/>
            <a:ext cx="0" cy="4320000"/>
          </a:xfrm>
          <a:prstGeom prst="line">
            <a:avLst/>
          </a:prstGeom>
          <a:ln w="3175">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A10030D5-0BBA-4707-82EA-317E714EF78B}"/>
              </a:ext>
            </a:extLst>
          </p:cNvPr>
          <p:cNvCxnSpPr/>
          <p:nvPr/>
        </p:nvCxnSpPr>
        <p:spPr>
          <a:xfrm>
            <a:off x="8955992" y="1359278"/>
            <a:ext cx="0" cy="4320000"/>
          </a:xfrm>
          <a:prstGeom prst="line">
            <a:avLst/>
          </a:prstGeom>
          <a:ln w="3175">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4084676"/>
      </p:ext>
    </p:extLst>
  </p:cSld>
  <p:clrMapOvr>
    <a:masterClrMapping/>
  </p:clrMapOvr>
  <p:transition spd="med">
    <p:pull/>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五个观点</a:t>
            </a:r>
          </a:p>
        </p:txBody>
      </p:sp>
      <p:sp>
        <p:nvSpPr>
          <p:cNvPr id="31" name="矩形 30">
            <a:extLst>
              <a:ext uri="{FF2B5EF4-FFF2-40B4-BE49-F238E27FC236}">
                <a16:creationId xmlns:a16="http://schemas.microsoft.com/office/drawing/2014/main" id="{B5A28149-833C-4CD8-9118-FFC5E1CBB44C}"/>
              </a:ext>
            </a:extLst>
          </p:cNvPr>
          <p:cNvSpPr/>
          <p:nvPr/>
        </p:nvSpPr>
        <p:spPr>
          <a:xfrm rot="16200000">
            <a:off x="163459" y="2990801"/>
            <a:ext cx="3231242" cy="1918047"/>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2" name="矩形 31">
            <a:extLst>
              <a:ext uri="{FF2B5EF4-FFF2-40B4-BE49-F238E27FC236}">
                <a16:creationId xmlns:a16="http://schemas.microsoft.com/office/drawing/2014/main" id="{DC228E61-D85D-4884-AB0D-035DC16A54BC}"/>
              </a:ext>
            </a:extLst>
          </p:cNvPr>
          <p:cNvSpPr/>
          <p:nvPr/>
        </p:nvSpPr>
        <p:spPr>
          <a:xfrm rot="16200000">
            <a:off x="8821999" y="2990799"/>
            <a:ext cx="3231245" cy="1918047"/>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3" name="矩形 32">
            <a:extLst>
              <a:ext uri="{FF2B5EF4-FFF2-40B4-BE49-F238E27FC236}">
                <a16:creationId xmlns:a16="http://schemas.microsoft.com/office/drawing/2014/main" id="{C918F169-824B-4E2B-B41B-7632F77ADDC8}"/>
              </a:ext>
            </a:extLst>
          </p:cNvPr>
          <p:cNvSpPr/>
          <p:nvPr/>
        </p:nvSpPr>
        <p:spPr>
          <a:xfrm rot="16200000">
            <a:off x="2010015" y="2655887"/>
            <a:ext cx="3594104" cy="2225013"/>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4" name="矩形 33">
            <a:extLst>
              <a:ext uri="{FF2B5EF4-FFF2-40B4-BE49-F238E27FC236}">
                <a16:creationId xmlns:a16="http://schemas.microsoft.com/office/drawing/2014/main" id="{2AEBB320-13FE-4252-8379-BD76930E6178}"/>
              </a:ext>
            </a:extLst>
          </p:cNvPr>
          <p:cNvSpPr/>
          <p:nvPr/>
        </p:nvSpPr>
        <p:spPr>
          <a:xfrm rot="16200000">
            <a:off x="6592207" y="2655888"/>
            <a:ext cx="3594102" cy="2225013"/>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5" name="矩形 34">
            <a:extLst>
              <a:ext uri="{FF2B5EF4-FFF2-40B4-BE49-F238E27FC236}">
                <a16:creationId xmlns:a16="http://schemas.microsoft.com/office/drawing/2014/main" id="{1B84E3E0-CFC5-4214-8BF6-83ECFB1F7CDE}"/>
              </a:ext>
            </a:extLst>
          </p:cNvPr>
          <p:cNvSpPr/>
          <p:nvPr/>
        </p:nvSpPr>
        <p:spPr>
          <a:xfrm rot="16200000">
            <a:off x="4100845" y="2333643"/>
            <a:ext cx="4000502" cy="2463101"/>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6" name="文本框 35">
            <a:extLst>
              <a:ext uri="{FF2B5EF4-FFF2-40B4-BE49-F238E27FC236}">
                <a16:creationId xmlns:a16="http://schemas.microsoft.com/office/drawing/2014/main" id="{6BF64EDA-2857-49B0-A693-31B8BBD2327E}"/>
              </a:ext>
            </a:extLst>
          </p:cNvPr>
          <p:cNvSpPr txBox="1"/>
          <p:nvPr/>
        </p:nvSpPr>
        <p:spPr>
          <a:xfrm>
            <a:off x="5381869" y="2901432"/>
            <a:ext cx="1479691" cy="2209003"/>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这里可以输入一段话，充分解释这个论点可根据实际情况灵活调整充分解释这个论点充分解释</a:t>
            </a:r>
          </a:p>
        </p:txBody>
      </p:sp>
      <p:sp>
        <p:nvSpPr>
          <p:cNvPr id="37" name="文本框 36">
            <a:extLst>
              <a:ext uri="{FF2B5EF4-FFF2-40B4-BE49-F238E27FC236}">
                <a16:creationId xmlns:a16="http://schemas.microsoft.com/office/drawing/2014/main" id="{9F8B9AE3-E33F-4938-B7A4-CD9F6FA64CB7}"/>
              </a:ext>
            </a:extLst>
          </p:cNvPr>
          <p:cNvSpPr txBox="1"/>
          <p:nvPr/>
        </p:nvSpPr>
        <p:spPr>
          <a:xfrm>
            <a:off x="7649411" y="3307828"/>
            <a:ext cx="1479691" cy="1888915"/>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这里可以输入一段话，充分解释这个论点可根据实际情况灵活调整充分解释</a:t>
            </a:r>
          </a:p>
        </p:txBody>
      </p:sp>
      <p:sp>
        <p:nvSpPr>
          <p:cNvPr id="38" name="文本框 37">
            <a:extLst>
              <a:ext uri="{FF2B5EF4-FFF2-40B4-BE49-F238E27FC236}">
                <a16:creationId xmlns:a16="http://schemas.microsoft.com/office/drawing/2014/main" id="{2876A097-03B1-4189-8C0C-9C7C0C83015B}"/>
              </a:ext>
            </a:extLst>
          </p:cNvPr>
          <p:cNvSpPr txBox="1"/>
          <p:nvPr/>
        </p:nvSpPr>
        <p:spPr>
          <a:xfrm>
            <a:off x="1017462" y="3670681"/>
            <a:ext cx="1479691" cy="1568827"/>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这里可以输入一段话，充分解释这个论点可根据实际情况灵活调整</a:t>
            </a:r>
          </a:p>
        </p:txBody>
      </p:sp>
      <p:sp>
        <p:nvSpPr>
          <p:cNvPr id="39" name="文本框 38">
            <a:extLst>
              <a:ext uri="{FF2B5EF4-FFF2-40B4-BE49-F238E27FC236}">
                <a16:creationId xmlns:a16="http://schemas.microsoft.com/office/drawing/2014/main" id="{B1E64FF1-84DE-487C-8ECD-F036241E4376}"/>
              </a:ext>
            </a:extLst>
          </p:cNvPr>
          <p:cNvSpPr txBox="1"/>
          <p:nvPr/>
        </p:nvSpPr>
        <p:spPr>
          <a:xfrm>
            <a:off x="9697775" y="3670681"/>
            <a:ext cx="1479691" cy="1568827"/>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这里可以输入一段话，充分解释这个论点可根据实际情况灵活调整</a:t>
            </a:r>
          </a:p>
        </p:txBody>
      </p:sp>
      <p:sp>
        <p:nvSpPr>
          <p:cNvPr id="40" name="atom_1734">
            <a:extLst>
              <a:ext uri="{FF2B5EF4-FFF2-40B4-BE49-F238E27FC236}">
                <a16:creationId xmlns:a16="http://schemas.microsoft.com/office/drawing/2014/main" id="{82D4523E-4FF0-4A59-9D29-95A2900C8D05}"/>
              </a:ext>
            </a:extLst>
          </p:cNvPr>
          <p:cNvSpPr>
            <a:spLocks noChangeAspect="1"/>
          </p:cNvSpPr>
          <p:nvPr/>
        </p:nvSpPr>
        <p:spPr bwMode="auto">
          <a:xfrm>
            <a:off x="3477210" y="2334199"/>
            <a:ext cx="609685" cy="608450"/>
          </a:xfrm>
          <a:custGeom>
            <a:avLst/>
            <a:gdLst>
              <a:gd name="connsiteX0" fmla="*/ 224149 w 510715"/>
              <a:gd name="connsiteY0" fmla="*/ 365536 h 509681"/>
              <a:gd name="connsiteX1" fmla="*/ 256434 w 510715"/>
              <a:gd name="connsiteY1" fmla="*/ 365536 h 509681"/>
              <a:gd name="connsiteX2" fmla="*/ 286566 w 510715"/>
              <a:gd name="connsiteY2" fmla="*/ 365536 h 509681"/>
              <a:gd name="connsiteX3" fmla="*/ 256434 w 510715"/>
              <a:gd name="connsiteY3" fmla="*/ 391399 h 509681"/>
              <a:gd name="connsiteX4" fmla="*/ 224149 w 510715"/>
              <a:gd name="connsiteY4" fmla="*/ 365536 h 509681"/>
              <a:gd name="connsiteX5" fmla="*/ 389934 w 510715"/>
              <a:gd name="connsiteY5" fmla="*/ 342086 h 509681"/>
              <a:gd name="connsiteX6" fmla="*/ 366226 w 510715"/>
              <a:gd name="connsiteY6" fmla="*/ 419437 h 509681"/>
              <a:gd name="connsiteX7" fmla="*/ 336052 w 510715"/>
              <a:gd name="connsiteY7" fmla="*/ 425883 h 509681"/>
              <a:gd name="connsiteX8" fmla="*/ 271393 w 510715"/>
              <a:gd name="connsiteY8" fmla="*/ 402248 h 509681"/>
              <a:gd name="connsiteX9" fmla="*/ 312343 w 510715"/>
              <a:gd name="connsiteY9" fmla="*/ 361424 h 509681"/>
              <a:gd name="connsiteX10" fmla="*/ 389934 w 510715"/>
              <a:gd name="connsiteY10" fmla="*/ 342086 h 509681"/>
              <a:gd name="connsiteX11" fmla="*/ 120776 w 510715"/>
              <a:gd name="connsiteY11" fmla="*/ 342086 h 509681"/>
              <a:gd name="connsiteX12" fmla="*/ 198145 w 510715"/>
              <a:gd name="connsiteY12" fmla="*/ 361424 h 509681"/>
              <a:gd name="connsiteX13" fmla="*/ 238978 w 510715"/>
              <a:gd name="connsiteY13" fmla="*/ 402248 h 509681"/>
              <a:gd name="connsiteX14" fmla="*/ 174504 w 510715"/>
              <a:gd name="connsiteY14" fmla="*/ 425883 h 509681"/>
              <a:gd name="connsiteX15" fmla="*/ 144417 w 510715"/>
              <a:gd name="connsiteY15" fmla="*/ 419437 h 509681"/>
              <a:gd name="connsiteX16" fmla="*/ 120776 w 510715"/>
              <a:gd name="connsiteY16" fmla="*/ 342086 h 509681"/>
              <a:gd name="connsiteX17" fmla="*/ 372626 w 510715"/>
              <a:gd name="connsiteY17" fmla="*/ 275186 h 509681"/>
              <a:gd name="connsiteX18" fmla="*/ 385537 w 510715"/>
              <a:gd name="connsiteY18" fmla="*/ 324625 h 509681"/>
              <a:gd name="connsiteX19" fmla="*/ 331741 w 510715"/>
              <a:gd name="connsiteY19" fmla="*/ 339672 h 509681"/>
              <a:gd name="connsiteX20" fmla="*/ 348956 w 510715"/>
              <a:gd name="connsiteY20" fmla="*/ 316027 h 509681"/>
              <a:gd name="connsiteX21" fmla="*/ 372626 w 510715"/>
              <a:gd name="connsiteY21" fmla="*/ 275186 h 509681"/>
              <a:gd name="connsiteX22" fmla="*/ 137828 w 510715"/>
              <a:gd name="connsiteY22" fmla="*/ 275186 h 509681"/>
              <a:gd name="connsiteX23" fmla="*/ 161650 w 510715"/>
              <a:gd name="connsiteY23" fmla="*/ 316027 h 509681"/>
              <a:gd name="connsiteX24" fmla="*/ 178975 w 510715"/>
              <a:gd name="connsiteY24" fmla="*/ 339672 h 509681"/>
              <a:gd name="connsiteX25" fmla="*/ 124834 w 510715"/>
              <a:gd name="connsiteY25" fmla="*/ 324625 h 509681"/>
              <a:gd name="connsiteX26" fmla="*/ 137828 w 510715"/>
              <a:gd name="connsiteY26" fmla="*/ 275186 h 509681"/>
              <a:gd name="connsiteX27" fmla="*/ 256435 w 510715"/>
              <a:gd name="connsiteY27" fmla="*/ 221594 h 509681"/>
              <a:gd name="connsiteX28" fmla="*/ 224118 w 510715"/>
              <a:gd name="connsiteY28" fmla="*/ 253806 h 509681"/>
              <a:gd name="connsiteX29" fmla="*/ 256435 w 510715"/>
              <a:gd name="connsiteY29" fmla="*/ 286017 h 509681"/>
              <a:gd name="connsiteX30" fmla="*/ 286597 w 510715"/>
              <a:gd name="connsiteY30" fmla="*/ 253806 h 509681"/>
              <a:gd name="connsiteX31" fmla="*/ 256435 w 510715"/>
              <a:gd name="connsiteY31" fmla="*/ 221594 h 509681"/>
              <a:gd name="connsiteX32" fmla="*/ 402841 w 510715"/>
              <a:gd name="connsiteY32" fmla="*/ 191389 h 509681"/>
              <a:gd name="connsiteX33" fmla="*/ 454505 w 510715"/>
              <a:gd name="connsiteY33" fmla="*/ 253806 h 509681"/>
              <a:gd name="connsiteX34" fmla="*/ 402841 w 510715"/>
              <a:gd name="connsiteY34" fmla="*/ 316223 h 509681"/>
              <a:gd name="connsiteX35" fmla="*/ 383467 w 510715"/>
              <a:gd name="connsiteY35" fmla="*/ 253806 h 509681"/>
              <a:gd name="connsiteX36" fmla="*/ 402841 w 510715"/>
              <a:gd name="connsiteY36" fmla="*/ 191389 h 509681"/>
              <a:gd name="connsiteX37" fmla="*/ 107780 w 510715"/>
              <a:gd name="connsiteY37" fmla="*/ 191389 h 509681"/>
              <a:gd name="connsiteX38" fmla="*/ 127248 w 510715"/>
              <a:gd name="connsiteY38" fmla="*/ 253806 h 509681"/>
              <a:gd name="connsiteX39" fmla="*/ 107780 w 510715"/>
              <a:gd name="connsiteY39" fmla="*/ 316223 h 509681"/>
              <a:gd name="connsiteX40" fmla="*/ 55865 w 510715"/>
              <a:gd name="connsiteY40" fmla="*/ 253806 h 509681"/>
              <a:gd name="connsiteX41" fmla="*/ 107780 w 510715"/>
              <a:gd name="connsiteY41" fmla="*/ 191389 h 509681"/>
              <a:gd name="connsiteX42" fmla="*/ 331741 w 510715"/>
              <a:gd name="connsiteY42" fmla="*/ 165526 h 509681"/>
              <a:gd name="connsiteX43" fmla="*/ 387951 w 510715"/>
              <a:gd name="connsiteY43" fmla="*/ 182791 h 509681"/>
              <a:gd name="connsiteX44" fmla="*/ 372818 w 510715"/>
              <a:gd name="connsiteY44" fmla="*/ 232426 h 509681"/>
              <a:gd name="connsiteX45" fmla="*/ 349036 w 510715"/>
              <a:gd name="connsiteY45" fmla="*/ 191423 h 509681"/>
              <a:gd name="connsiteX46" fmla="*/ 331741 w 510715"/>
              <a:gd name="connsiteY46" fmla="*/ 165526 h 509681"/>
              <a:gd name="connsiteX47" fmla="*/ 178975 w 510715"/>
              <a:gd name="connsiteY47" fmla="*/ 165526 h 509681"/>
              <a:gd name="connsiteX48" fmla="*/ 161680 w 510715"/>
              <a:gd name="connsiteY48" fmla="*/ 191423 h 509681"/>
              <a:gd name="connsiteX49" fmla="*/ 137899 w 510715"/>
              <a:gd name="connsiteY49" fmla="*/ 232426 h 509681"/>
              <a:gd name="connsiteX50" fmla="*/ 122765 w 510715"/>
              <a:gd name="connsiteY50" fmla="*/ 182791 h 509681"/>
              <a:gd name="connsiteX51" fmla="*/ 178975 w 510715"/>
              <a:gd name="connsiteY51" fmla="*/ 165526 h 509681"/>
              <a:gd name="connsiteX52" fmla="*/ 256435 w 510715"/>
              <a:gd name="connsiteY52" fmla="*/ 159318 h 509681"/>
              <a:gd name="connsiteX53" fmla="*/ 303832 w 510715"/>
              <a:gd name="connsiteY53" fmla="*/ 161465 h 509681"/>
              <a:gd name="connsiteX54" fmla="*/ 333994 w 510715"/>
              <a:gd name="connsiteY54" fmla="*/ 200119 h 509681"/>
              <a:gd name="connsiteX55" fmla="*/ 364156 w 510715"/>
              <a:gd name="connsiteY55" fmla="*/ 253806 h 509681"/>
              <a:gd name="connsiteX56" fmla="*/ 333994 w 510715"/>
              <a:gd name="connsiteY56" fmla="*/ 305344 h 509681"/>
              <a:gd name="connsiteX57" fmla="*/ 303832 w 510715"/>
              <a:gd name="connsiteY57" fmla="*/ 343998 h 509681"/>
              <a:gd name="connsiteX58" fmla="*/ 256435 w 510715"/>
              <a:gd name="connsiteY58" fmla="*/ 348293 h 509681"/>
              <a:gd name="connsiteX59" fmla="*/ 206883 w 510715"/>
              <a:gd name="connsiteY59" fmla="*/ 343998 h 509681"/>
              <a:gd name="connsiteX60" fmla="*/ 176721 w 510715"/>
              <a:gd name="connsiteY60" fmla="*/ 305344 h 509681"/>
              <a:gd name="connsiteX61" fmla="*/ 146559 w 510715"/>
              <a:gd name="connsiteY61" fmla="*/ 253806 h 509681"/>
              <a:gd name="connsiteX62" fmla="*/ 176721 w 510715"/>
              <a:gd name="connsiteY62" fmla="*/ 200119 h 509681"/>
              <a:gd name="connsiteX63" fmla="*/ 206883 w 510715"/>
              <a:gd name="connsiteY63" fmla="*/ 161465 h 509681"/>
              <a:gd name="connsiteX64" fmla="*/ 256435 w 510715"/>
              <a:gd name="connsiteY64" fmla="*/ 159318 h 509681"/>
              <a:gd name="connsiteX65" fmla="*/ 256434 w 510715"/>
              <a:gd name="connsiteY65" fmla="*/ 114144 h 509681"/>
              <a:gd name="connsiteX66" fmla="*/ 286566 w 510715"/>
              <a:gd name="connsiteY66" fmla="*/ 142076 h 509681"/>
              <a:gd name="connsiteX67" fmla="*/ 256434 w 510715"/>
              <a:gd name="connsiteY67" fmla="*/ 142076 h 509681"/>
              <a:gd name="connsiteX68" fmla="*/ 224149 w 510715"/>
              <a:gd name="connsiteY68" fmla="*/ 142076 h 509681"/>
              <a:gd name="connsiteX69" fmla="*/ 256434 w 510715"/>
              <a:gd name="connsiteY69" fmla="*/ 114144 h 509681"/>
              <a:gd name="connsiteX70" fmla="*/ 336052 w 510715"/>
              <a:gd name="connsiteY70" fmla="*/ 79659 h 509681"/>
              <a:gd name="connsiteX71" fmla="*/ 366226 w 510715"/>
              <a:gd name="connsiteY71" fmla="*/ 88246 h 509681"/>
              <a:gd name="connsiteX72" fmla="*/ 389934 w 510715"/>
              <a:gd name="connsiteY72" fmla="*/ 165525 h 509681"/>
              <a:gd name="connsiteX73" fmla="*/ 312343 w 510715"/>
              <a:gd name="connsiteY73" fmla="*/ 144058 h 509681"/>
              <a:gd name="connsiteX74" fmla="*/ 271393 w 510715"/>
              <a:gd name="connsiteY74" fmla="*/ 105419 h 509681"/>
              <a:gd name="connsiteX75" fmla="*/ 336052 w 510715"/>
              <a:gd name="connsiteY75" fmla="*/ 79659 h 509681"/>
              <a:gd name="connsiteX76" fmla="*/ 174504 w 510715"/>
              <a:gd name="connsiteY76" fmla="*/ 79659 h 509681"/>
              <a:gd name="connsiteX77" fmla="*/ 238978 w 510715"/>
              <a:gd name="connsiteY77" fmla="*/ 105419 h 509681"/>
              <a:gd name="connsiteX78" fmla="*/ 198145 w 510715"/>
              <a:gd name="connsiteY78" fmla="*/ 144058 h 509681"/>
              <a:gd name="connsiteX79" fmla="*/ 120776 w 510715"/>
              <a:gd name="connsiteY79" fmla="*/ 165525 h 509681"/>
              <a:gd name="connsiteX80" fmla="*/ 144417 w 510715"/>
              <a:gd name="connsiteY80" fmla="*/ 88246 h 509681"/>
              <a:gd name="connsiteX81" fmla="*/ 174504 w 510715"/>
              <a:gd name="connsiteY81" fmla="*/ 79659 h 509681"/>
              <a:gd name="connsiteX82" fmla="*/ 174548 w 510715"/>
              <a:gd name="connsiteY82" fmla="*/ 62366 h 509681"/>
              <a:gd name="connsiteX83" fmla="*/ 135760 w 510715"/>
              <a:gd name="connsiteY83" fmla="*/ 73119 h 509681"/>
              <a:gd name="connsiteX84" fmla="*/ 103436 w 510715"/>
              <a:gd name="connsiteY84" fmla="*/ 172044 h 509681"/>
              <a:gd name="connsiteX85" fmla="*/ 38789 w 510715"/>
              <a:gd name="connsiteY85" fmla="*/ 253765 h 509681"/>
              <a:gd name="connsiteX86" fmla="*/ 103436 w 510715"/>
              <a:gd name="connsiteY86" fmla="*/ 335486 h 509681"/>
              <a:gd name="connsiteX87" fmla="*/ 135760 w 510715"/>
              <a:gd name="connsiteY87" fmla="*/ 434412 h 509681"/>
              <a:gd name="connsiteX88" fmla="*/ 174548 w 510715"/>
              <a:gd name="connsiteY88" fmla="*/ 445164 h 509681"/>
              <a:gd name="connsiteX89" fmla="*/ 256435 w 510715"/>
              <a:gd name="connsiteY89" fmla="*/ 412906 h 509681"/>
              <a:gd name="connsiteX90" fmla="*/ 336167 w 510715"/>
              <a:gd name="connsiteY90" fmla="*/ 445164 h 509681"/>
              <a:gd name="connsiteX91" fmla="*/ 374955 w 510715"/>
              <a:gd name="connsiteY91" fmla="*/ 434412 h 509681"/>
              <a:gd name="connsiteX92" fmla="*/ 407279 w 510715"/>
              <a:gd name="connsiteY92" fmla="*/ 335486 h 509681"/>
              <a:gd name="connsiteX93" fmla="*/ 471927 w 510715"/>
              <a:gd name="connsiteY93" fmla="*/ 253765 h 509681"/>
              <a:gd name="connsiteX94" fmla="*/ 407279 w 510715"/>
              <a:gd name="connsiteY94" fmla="*/ 172044 h 509681"/>
              <a:gd name="connsiteX95" fmla="*/ 374955 w 510715"/>
              <a:gd name="connsiteY95" fmla="*/ 73119 h 509681"/>
              <a:gd name="connsiteX96" fmla="*/ 336167 w 510715"/>
              <a:gd name="connsiteY96" fmla="*/ 62366 h 509681"/>
              <a:gd name="connsiteX97" fmla="*/ 256435 w 510715"/>
              <a:gd name="connsiteY97" fmla="*/ 92474 h 509681"/>
              <a:gd name="connsiteX98" fmla="*/ 174548 w 510715"/>
              <a:gd name="connsiteY98" fmla="*/ 62366 h 509681"/>
              <a:gd name="connsiteX99" fmla="*/ 256435 w 510715"/>
              <a:gd name="connsiteY99" fmla="*/ 0 h 509681"/>
              <a:gd name="connsiteX100" fmla="*/ 510715 w 510715"/>
              <a:gd name="connsiteY100" fmla="*/ 255916 h 509681"/>
              <a:gd name="connsiteX101" fmla="*/ 256435 w 510715"/>
              <a:gd name="connsiteY101" fmla="*/ 509681 h 509681"/>
              <a:gd name="connsiteX102" fmla="*/ 0 w 510715"/>
              <a:gd name="connsiteY102" fmla="*/ 255916 h 509681"/>
              <a:gd name="connsiteX103" fmla="*/ 256435 w 510715"/>
              <a:gd name="connsiteY103" fmla="*/ 0 h 509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Lst>
            <a:rect l="l" t="t" r="r" b="b"/>
            <a:pathLst>
              <a:path w="510715" h="509681">
                <a:moveTo>
                  <a:pt x="224149" y="365536"/>
                </a:moveTo>
                <a:cubicBezTo>
                  <a:pt x="234911" y="365536"/>
                  <a:pt x="245672" y="365536"/>
                  <a:pt x="256434" y="365536"/>
                </a:cubicBezTo>
                <a:cubicBezTo>
                  <a:pt x="265043" y="365536"/>
                  <a:pt x="275804" y="365536"/>
                  <a:pt x="286566" y="365536"/>
                </a:cubicBezTo>
                <a:cubicBezTo>
                  <a:pt x="275804" y="374157"/>
                  <a:pt x="265043" y="382778"/>
                  <a:pt x="256434" y="391399"/>
                </a:cubicBezTo>
                <a:cubicBezTo>
                  <a:pt x="245672" y="382778"/>
                  <a:pt x="234911" y="374157"/>
                  <a:pt x="224149" y="365536"/>
                </a:cubicBezTo>
                <a:close/>
                <a:moveTo>
                  <a:pt x="389934" y="342086"/>
                </a:moveTo>
                <a:cubicBezTo>
                  <a:pt x="392089" y="378613"/>
                  <a:pt x="385623" y="406545"/>
                  <a:pt x="366226" y="419437"/>
                </a:cubicBezTo>
                <a:cubicBezTo>
                  <a:pt x="357604" y="423734"/>
                  <a:pt x="348983" y="425883"/>
                  <a:pt x="336052" y="425883"/>
                </a:cubicBezTo>
                <a:cubicBezTo>
                  <a:pt x="316654" y="425883"/>
                  <a:pt x="295101" y="417288"/>
                  <a:pt x="271393" y="402248"/>
                </a:cubicBezTo>
                <a:cubicBezTo>
                  <a:pt x="284325" y="391505"/>
                  <a:pt x="299412" y="376464"/>
                  <a:pt x="312343" y="361424"/>
                </a:cubicBezTo>
                <a:cubicBezTo>
                  <a:pt x="342517" y="357126"/>
                  <a:pt x="366226" y="350681"/>
                  <a:pt x="389934" y="342086"/>
                </a:cubicBezTo>
                <a:close/>
                <a:moveTo>
                  <a:pt x="120776" y="342086"/>
                </a:moveTo>
                <a:cubicBezTo>
                  <a:pt x="144417" y="350681"/>
                  <a:pt x="168057" y="357126"/>
                  <a:pt x="198145" y="361424"/>
                </a:cubicBezTo>
                <a:cubicBezTo>
                  <a:pt x="211039" y="376464"/>
                  <a:pt x="226083" y="391505"/>
                  <a:pt x="238978" y="402248"/>
                </a:cubicBezTo>
                <a:cubicBezTo>
                  <a:pt x="215338" y="417288"/>
                  <a:pt x="193846" y="425883"/>
                  <a:pt x="174504" y="425883"/>
                </a:cubicBezTo>
                <a:cubicBezTo>
                  <a:pt x="161610" y="425883"/>
                  <a:pt x="153013" y="423734"/>
                  <a:pt x="144417" y="419437"/>
                </a:cubicBezTo>
                <a:cubicBezTo>
                  <a:pt x="125074" y="406545"/>
                  <a:pt x="118627" y="378613"/>
                  <a:pt x="120776" y="342086"/>
                </a:cubicBezTo>
                <a:close/>
                <a:moveTo>
                  <a:pt x="372626" y="275186"/>
                </a:moveTo>
                <a:cubicBezTo>
                  <a:pt x="379081" y="292382"/>
                  <a:pt x="383385" y="307429"/>
                  <a:pt x="385537" y="324625"/>
                </a:cubicBezTo>
                <a:cubicBezTo>
                  <a:pt x="370474" y="331074"/>
                  <a:pt x="351108" y="337522"/>
                  <a:pt x="331741" y="339672"/>
                </a:cubicBezTo>
                <a:cubicBezTo>
                  <a:pt x="338197" y="333223"/>
                  <a:pt x="342500" y="324625"/>
                  <a:pt x="348956" y="316027"/>
                </a:cubicBezTo>
                <a:cubicBezTo>
                  <a:pt x="357563" y="303130"/>
                  <a:pt x="366170" y="288083"/>
                  <a:pt x="372626" y="275186"/>
                </a:cubicBezTo>
                <a:close/>
                <a:moveTo>
                  <a:pt x="137828" y="275186"/>
                </a:moveTo>
                <a:cubicBezTo>
                  <a:pt x="144325" y="288083"/>
                  <a:pt x="152987" y="303130"/>
                  <a:pt x="161650" y="316027"/>
                </a:cubicBezTo>
                <a:cubicBezTo>
                  <a:pt x="168147" y="324625"/>
                  <a:pt x="172478" y="333223"/>
                  <a:pt x="178975" y="339672"/>
                </a:cubicBezTo>
                <a:cubicBezTo>
                  <a:pt x="159484" y="337522"/>
                  <a:pt x="139994" y="331074"/>
                  <a:pt x="124834" y="324625"/>
                </a:cubicBezTo>
                <a:cubicBezTo>
                  <a:pt x="127000" y="307429"/>
                  <a:pt x="131331" y="292382"/>
                  <a:pt x="137828" y="275186"/>
                </a:cubicBezTo>
                <a:close/>
                <a:moveTo>
                  <a:pt x="256435" y="221594"/>
                </a:moveTo>
                <a:cubicBezTo>
                  <a:pt x="237045" y="221594"/>
                  <a:pt x="224118" y="236626"/>
                  <a:pt x="224118" y="253806"/>
                </a:cubicBezTo>
                <a:cubicBezTo>
                  <a:pt x="224118" y="270985"/>
                  <a:pt x="237045" y="286017"/>
                  <a:pt x="256435" y="286017"/>
                </a:cubicBezTo>
                <a:cubicBezTo>
                  <a:pt x="273670" y="286017"/>
                  <a:pt x="286597" y="270985"/>
                  <a:pt x="286597" y="253806"/>
                </a:cubicBezTo>
                <a:cubicBezTo>
                  <a:pt x="286597" y="236626"/>
                  <a:pt x="273670" y="221594"/>
                  <a:pt x="256435" y="221594"/>
                </a:cubicBezTo>
                <a:close/>
                <a:moveTo>
                  <a:pt x="402841" y="191389"/>
                </a:moveTo>
                <a:cubicBezTo>
                  <a:pt x="435131" y="208607"/>
                  <a:pt x="454505" y="230131"/>
                  <a:pt x="454505" y="253806"/>
                </a:cubicBezTo>
                <a:cubicBezTo>
                  <a:pt x="454505" y="277481"/>
                  <a:pt x="435131" y="299005"/>
                  <a:pt x="402841" y="316223"/>
                </a:cubicBezTo>
                <a:cubicBezTo>
                  <a:pt x="398536" y="296852"/>
                  <a:pt x="392078" y="275329"/>
                  <a:pt x="383467" y="253806"/>
                </a:cubicBezTo>
                <a:cubicBezTo>
                  <a:pt x="392078" y="232283"/>
                  <a:pt x="398536" y="210760"/>
                  <a:pt x="402841" y="191389"/>
                </a:cubicBezTo>
                <a:close/>
                <a:moveTo>
                  <a:pt x="107780" y="191389"/>
                </a:moveTo>
                <a:cubicBezTo>
                  <a:pt x="112106" y="210760"/>
                  <a:pt x="118596" y="232283"/>
                  <a:pt x="127248" y="253806"/>
                </a:cubicBezTo>
                <a:cubicBezTo>
                  <a:pt x="118596" y="275329"/>
                  <a:pt x="112106" y="296852"/>
                  <a:pt x="107780" y="316223"/>
                </a:cubicBezTo>
                <a:cubicBezTo>
                  <a:pt x="75333" y="299005"/>
                  <a:pt x="55865" y="277481"/>
                  <a:pt x="55865" y="253806"/>
                </a:cubicBezTo>
                <a:cubicBezTo>
                  <a:pt x="55865" y="230131"/>
                  <a:pt x="75333" y="208607"/>
                  <a:pt x="107780" y="191389"/>
                </a:cubicBezTo>
                <a:close/>
                <a:moveTo>
                  <a:pt x="331741" y="165526"/>
                </a:moveTo>
                <a:cubicBezTo>
                  <a:pt x="351198" y="169842"/>
                  <a:pt x="370656" y="176316"/>
                  <a:pt x="387951" y="182791"/>
                </a:cubicBezTo>
                <a:cubicBezTo>
                  <a:pt x="383627" y="197897"/>
                  <a:pt x="379303" y="215161"/>
                  <a:pt x="372818" y="232426"/>
                </a:cubicBezTo>
                <a:cubicBezTo>
                  <a:pt x="366332" y="217320"/>
                  <a:pt x="357684" y="204371"/>
                  <a:pt x="349036" y="191423"/>
                </a:cubicBezTo>
                <a:cubicBezTo>
                  <a:pt x="342551" y="182791"/>
                  <a:pt x="338227" y="174158"/>
                  <a:pt x="331741" y="165526"/>
                </a:cubicBezTo>
                <a:close/>
                <a:moveTo>
                  <a:pt x="178975" y="165526"/>
                </a:moveTo>
                <a:cubicBezTo>
                  <a:pt x="172489" y="174158"/>
                  <a:pt x="168165" y="182791"/>
                  <a:pt x="161680" y="191423"/>
                </a:cubicBezTo>
                <a:cubicBezTo>
                  <a:pt x="153032" y="204371"/>
                  <a:pt x="144384" y="217320"/>
                  <a:pt x="137899" y="232426"/>
                </a:cubicBezTo>
                <a:cubicBezTo>
                  <a:pt x="131413" y="215161"/>
                  <a:pt x="127089" y="197897"/>
                  <a:pt x="122765" y="182791"/>
                </a:cubicBezTo>
                <a:cubicBezTo>
                  <a:pt x="140060" y="176316"/>
                  <a:pt x="159518" y="169842"/>
                  <a:pt x="178975" y="165526"/>
                </a:cubicBezTo>
                <a:close/>
                <a:moveTo>
                  <a:pt x="256435" y="159318"/>
                </a:moveTo>
                <a:cubicBezTo>
                  <a:pt x="271516" y="159318"/>
                  <a:pt x="288751" y="159318"/>
                  <a:pt x="303832" y="161465"/>
                </a:cubicBezTo>
                <a:cubicBezTo>
                  <a:pt x="314604" y="174350"/>
                  <a:pt x="325376" y="187235"/>
                  <a:pt x="333994" y="200119"/>
                </a:cubicBezTo>
                <a:cubicBezTo>
                  <a:pt x="346921" y="219446"/>
                  <a:pt x="355538" y="236626"/>
                  <a:pt x="364156" y="253806"/>
                </a:cubicBezTo>
                <a:cubicBezTo>
                  <a:pt x="355538" y="270985"/>
                  <a:pt x="346921" y="288165"/>
                  <a:pt x="333994" y="305344"/>
                </a:cubicBezTo>
                <a:cubicBezTo>
                  <a:pt x="325376" y="320376"/>
                  <a:pt x="314604" y="333261"/>
                  <a:pt x="303832" y="343998"/>
                </a:cubicBezTo>
                <a:cubicBezTo>
                  <a:pt x="288751" y="346146"/>
                  <a:pt x="271516" y="348293"/>
                  <a:pt x="256435" y="348293"/>
                </a:cubicBezTo>
                <a:cubicBezTo>
                  <a:pt x="239199" y="348293"/>
                  <a:pt x="221964" y="346146"/>
                  <a:pt x="206883" y="343998"/>
                </a:cubicBezTo>
                <a:cubicBezTo>
                  <a:pt x="196111" y="333261"/>
                  <a:pt x="185339" y="320376"/>
                  <a:pt x="176721" y="305344"/>
                </a:cubicBezTo>
                <a:cubicBezTo>
                  <a:pt x="163794" y="288165"/>
                  <a:pt x="155177" y="270985"/>
                  <a:pt x="146559" y="253806"/>
                </a:cubicBezTo>
                <a:cubicBezTo>
                  <a:pt x="155177" y="236626"/>
                  <a:pt x="163794" y="219446"/>
                  <a:pt x="176721" y="200119"/>
                </a:cubicBezTo>
                <a:cubicBezTo>
                  <a:pt x="185339" y="187235"/>
                  <a:pt x="196111" y="174350"/>
                  <a:pt x="206883" y="161465"/>
                </a:cubicBezTo>
                <a:cubicBezTo>
                  <a:pt x="221964" y="159318"/>
                  <a:pt x="239199" y="159318"/>
                  <a:pt x="256435" y="159318"/>
                </a:cubicBezTo>
                <a:close/>
                <a:moveTo>
                  <a:pt x="256434" y="114144"/>
                </a:moveTo>
                <a:cubicBezTo>
                  <a:pt x="265043" y="122738"/>
                  <a:pt x="275804" y="131333"/>
                  <a:pt x="286566" y="142076"/>
                </a:cubicBezTo>
                <a:cubicBezTo>
                  <a:pt x="275804" y="142076"/>
                  <a:pt x="265043" y="142076"/>
                  <a:pt x="256434" y="142076"/>
                </a:cubicBezTo>
                <a:cubicBezTo>
                  <a:pt x="245672" y="142076"/>
                  <a:pt x="234911" y="142076"/>
                  <a:pt x="224149" y="142076"/>
                </a:cubicBezTo>
                <a:cubicBezTo>
                  <a:pt x="234911" y="131333"/>
                  <a:pt x="245672" y="122738"/>
                  <a:pt x="256434" y="114144"/>
                </a:cubicBezTo>
                <a:close/>
                <a:moveTo>
                  <a:pt x="336052" y="79659"/>
                </a:moveTo>
                <a:cubicBezTo>
                  <a:pt x="346828" y="79659"/>
                  <a:pt x="357604" y="83952"/>
                  <a:pt x="366226" y="88246"/>
                </a:cubicBezTo>
                <a:cubicBezTo>
                  <a:pt x="383468" y="101126"/>
                  <a:pt x="392089" y="126885"/>
                  <a:pt x="389934" y="165525"/>
                </a:cubicBezTo>
                <a:cubicBezTo>
                  <a:pt x="366226" y="154792"/>
                  <a:pt x="342517" y="148352"/>
                  <a:pt x="312343" y="144058"/>
                </a:cubicBezTo>
                <a:cubicBezTo>
                  <a:pt x="299412" y="129032"/>
                  <a:pt x="284325" y="116152"/>
                  <a:pt x="271393" y="105419"/>
                </a:cubicBezTo>
                <a:cubicBezTo>
                  <a:pt x="295101" y="88246"/>
                  <a:pt x="316654" y="79659"/>
                  <a:pt x="336052" y="79659"/>
                </a:cubicBezTo>
                <a:close/>
                <a:moveTo>
                  <a:pt x="174504" y="79659"/>
                </a:moveTo>
                <a:cubicBezTo>
                  <a:pt x="193846" y="79659"/>
                  <a:pt x="215338" y="88246"/>
                  <a:pt x="238978" y="105419"/>
                </a:cubicBezTo>
                <a:cubicBezTo>
                  <a:pt x="226083" y="116152"/>
                  <a:pt x="211039" y="129032"/>
                  <a:pt x="198145" y="144058"/>
                </a:cubicBezTo>
                <a:cubicBezTo>
                  <a:pt x="168057" y="148352"/>
                  <a:pt x="144417" y="154792"/>
                  <a:pt x="120776" y="165525"/>
                </a:cubicBezTo>
                <a:cubicBezTo>
                  <a:pt x="118627" y="126885"/>
                  <a:pt x="127224" y="101126"/>
                  <a:pt x="144417" y="88246"/>
                </a:cubicBezTo>
                <a:cubicBezTo>
                  <a:pt x="153013" y="83952"/>
                  <a:pt x="161610" y="79659"/>
                  <a:pt x="174504" y="79659"/>
                </a:cubicBezTo>
                <a:close/>
                <a:moveTo>
                  <a:pt x="174548" y="62366"/>
                </a:moveTo>
                <a:cubicBezTo>
                  <a:pt x="159464" y="62366"/>
                  <a:pt x="146534" y="66667"/>
                  <a:pt x="135760" y="73119"/>
                </a:cubicBezTo>
                <a:cubicBezTo>
                  <a:pt x="109901" y="90323"/>
                  <a:pt x="99126" y="124732"/>
                  <a:pt x="103436" y="172044"/>
                </a:cubicBezTo>
                <a:cubicBezTo>
                  <a:pt x="64648" y="193550"/>
                  <a:pt x="38789" y="221507"/>
                  <a:pt x="38789" y="253765"/>
                </a:cubicBezTo>
                <a:cubicBezTo>
                  <a:pt x="38789" y="286024"/>
                  <a:pt x="64648" y="313981"/>
                  <a:pt x="103436" y="335486"/>
                </a:cubicBezTo>
                <a:cubicBezTo>
                  <a:pt x="99126" y="378497"/>
                  <a:pt x="107746" y="415057"/>
                  <a:pt x="135760" y="434412"/>
                </a:cubicBezTo>
                <a:cubicBezTo>
                  <a:pt x="146534" y="440863"/>
                  <a:pt x="159464" y="445164"/>
                  <a:pt x="174548" y="445164"/>
                </a:cubicBezTo>
                <a:cubicBezTo>
                  <a:pt x="198252" y="445164"/>
                  <a:pt x="226266" y="432261"/>
                  <a:pt x="256435" y="412906"/>
                </a:cubicBezTo>
                <a:cubicBezTo>
                  <a:pt x="284449" y="432261"/>
                  <a:pt x="312463" y="445164"/>
                  <a:pt x="336167" y="445164"/>
                </a:cubicBezTo>
                <a:cubicBezTo>
                  <a:pt x="351251" y="445164"/>
                  <a:pt x="364181" y="440863"/>
                  <a:pt x="374955" y="434412"/>
                </a:cubicBezTo>
                <a:cubicBezTo>
                  <a:pt x="402969" y="415057"/>
                  <a:pt x="411589" y="378497"/>
                  <a:pt x="407279" y="335486"/>
                </a:cubicBezTo>
                <a:cubicBezTo>
                  <a:pt x="446068" y="313981"/>
                  <a:pt x="471927" y="286024"/>
                  <a:pt x="471927" y="253765"/>
                </a:cubicBezTo>
                <a:cubicBezTo>
                  <a:pt x="471927" y="221507"/>
                  <a:pt x="446068" y="193550"/>
                  <a:pt x="407279" y="172044"/>
                </a:cubicBezTo>
                <a:cubicBezTo>
                  <a:pt x="411589" y="124732"/>
                  <a:pt x="400814" y="90323"/>
                  <a:pt x="374955" y="73119"/>
                </a:cubicBezTo>
                <a:cubicBezTo>
                  <a:pt x="364181" y="66667"/>
                  <a:pt x="351251" y="62366"/>
                  <a:pt x="336167" y="62366"/>
                </a:cubicBezTo>
                <a:cubicBezTo>
                  <a:pt x="312463" y="62366"/>
                  <a:pt x="284449" y="73119"/>
                  <a:pt x="256435" y="92474"/>
                </a:cubicBezTo>
                <a:cubicBezTo>
                  <a:pt x="226266" y="73119"/>
                  <a:pt x="198252" y="62366"/>
                  <a:pt x="174548" y="62366"/>
                </a:cubicBezTo>
                <a:close/>
                <a:moveTo>
                  <a:pt x="256435" y="0"/>
                </a:moveTo>
                <a:cubicBezTo>
                  <a:pt x="396504" y="0"/>
                  <a:pt x="510715" y="113979"/>
                  <a:pt x="510715" y="255916"/>
                </a:cubicBezTo>
                <a:cubicBezTo>
                  <a:pt x="510715" y="395702"/>
                  <a:pt x="396504" y="509681"/>
                  <a:pt x="256435" y="509681"/>
                </a:cubicBezTo>
                <a:cubicBezTo>
                  <a:pt x="114211" y="509681"/>
                  <a:pt x="0" y="395702"/>
                  <a:pt x="0" y="255916"/>
                </a:cubicBezTo>
                <a:cubicBezTo>
                  <a:pt x="0" y="113979"/>
                  <a:pt x="114211" y="0"/>
                  <a:pt x="256435" y="0"/>
                </a:cubicBezTo>
                <a:close/>
              </a:path>
            </a:pathLst>
          </a:custGeom>
          <a:solidFill>
            <a:schemeClr val="accent4"/>
          </a:solidFill>
          <a:ln>
            <a:noFill/>
          </a:ln>
        </p:spPr>
      </p:sp>
      <p:sp>
        <p:nvSpPr>
          <p:cNvPr id="41" name="financial-chart_72334">
            <a:extLst>
              <a:ext uri="{FF2B5EF4-FFF2-40B4-BE49-F238E27FC236}">
                <a16:creationId xmlns:a16="http://schemas.microsoft.com/office/drawing/2014/main" id="{7697E829-4494-480A-BD11-B7F711023B45}"/>
              </a:ext>
            </a:extLst>
          </p:cNvPr>
          <p:cNvSpPr>
            <a:spLocks noChangeAspect="1"/>
          </p:cNvSpPr>
          <p:nvPr/>
        </p:nvSpPr>
        <p:spPr bwMode="auto">
          <a:xfrm>
            <a:off x="1401758" y="2703126"/>
            <a:ext cx="609685" cy="608696"/>
          </a:xfrm>
          <a:custGeom>
            <a:avLst/>
            <a:gdLst>
              <a:gd name="connsiteX0" fmla="*/ 282573 w 608697"/>
              <a:gd name="connsiteY0" fmla="*/ 19758 h 607710"/>
              <a:gd name="connsiteX1" fmla="*/ 282573 w 608697"/>
              <a:gd name="connsiteY1" fmla="*/ 294106 h 607710"/>
              <a:gd name="connsiteX2" fmla="*/ 314128 w 608697"/>
              <a:gd name="connsiteY2" fmla="*/ 325615 h 607710"/>
              <a:gd name="connsiteX3" fmla="*/ 588868 w 608697"/>
              <a:gd name="connsiteY3" fmla="*/ 325615 h 607710"/>
              <a:gd name="connsiteX4" fmla="*/ 294583 w 608697"/>
              <a:gd name="connsiteY4" fmla="*/ 607710 h 607710"/>
              <a:gd name="connsiteX5" fmla="*/ 0 w 608697"/>
              <a:gd name="connsiteY5" fmla="*/ 313622 h 607710"/>
              <a:gd name="connsiteX6" fmla="*/ 282573 w 608697"/>
              <a:gd name="connsiteY6" fmla="*/ 19758 h 607710"/>
              <a:gd name="connsiteX7" fmla="*/ 314157 w 608697"/>
              <a:gd name="connsiteY7" fmla="*/ 0 h 607710"/>
              <a:gd name="connsiteX8" fmla="*/ 608697 w 608697"/>
              <a:gd name="connsiteY8" fmla="*/ 294117 h 607710"/>
              <a:gd name="connsiteX9" fmla="*/ 314157 w 608697"/>
              <a:gd name="connsiteY9" fmla="*/ 294117 h 607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8697" h="607710">
                <a:moveTo>
                  <a:pt x="282573" y="19758"/>
                </a:moveTo>
                <a:lnTo>
                  <a:pt x="282573" y="294106"/>
                </a:lnTo>
                <a:cubicBezTo>
                  <a:pt x="282573" y="311537"/>
                  <a:pt x="296747" y="325615"/>
                  <a:pt x="314128" y="325615"/>
                </a:cubicBezTo>
                <a:lnTo>
                  <a:pt x="588868" y="325615"/>
                </a:lnTo>
                <a:cubicBezTo>
                  <a:pt x="582527" y="482492"/>
                  <a:pt x="453176" y="607710"/>
                  <a:pt x="294583" y="607710"/>
                </a:cubicBezTo>
                <a:cubicBezTo>
                  <a:pt x="131887" y="607710"/>
                  <a:pt x="0" y="476086"/>
                  <a:pt x="0" y="313622"/>
                </a:cubicBezTo>
                <a:cubicBezTo>
                  <a:pt x="0" y="155181"/>
                  <a:pt x="125472" y="26015"/>
                  <a:pt x="282573" y="19758"/>
                </a:cubicBezTo>
                <a:close/>
                <a:moveTo>
                  <a:pt x="314157" y="0"/>
                </a:moveTo>
                <a:cubicBezTo>
                  <a:pt x="476829" y="0"/>
                  <a:pt x="608697" y="131637"/>
                  <a:pt x="608697" y="294117"/>
                </a:cubicBezTo>
                <a:lnTo>
                  <a:pt x="314157" y="294117"/>
                </a:lnTo>
                <a:close/>
              </a:path>
            </a:pathLst>
          </a:custGeom>
          <a:solidFill>
            <a:schemeClr val="accent1"/>
          </a:solidFill>
          <a:ln>
            <a:noFill/>
          </a:ln>
        </p:spPr>
      </p:sp>
      <p:sp>
        <p:nvSpPr>
          <p:cNvPr id="42" name="world_52349">
            <a:extLst>
              <a:ext uri="{FF2B5EF4-FFF2-40B4-BE49-F238E27FC236}">
                <a16:creationId xmlns:a16="http://schemas.microsoft.com/office/drawing/2014/main" id="{A1D1108D-2B38-4F96-81D1-310D22A5711F}"/>
              </a:ext>
            </a:extLst>
          </p:cNvPr>
          <p:cNvSpPr>
            <a:spLocks noChangeAspect="1"/>
          </p:cNvSpPr>
          <p:nvPr/>
        </p:nvSpPr>
        <p:spPr bwMode="auto">
          <a:xfrm>
            <a:off x="5793320" y="1926641"/>
            <a:ext cx="609685" cy="60875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 name="connsiteX68" fmla="*/ 373273 h 605239"/>
              <a:gd name="connsiteY68" fmla="*/ 373273 h 605239"/>
              <a:gd name="connsiteX69" fmla="*/ 373273 h 605239"/>
              <a:gd name="connsiteY69" fmla="*/ 373273 h 605239"/>
              <a:gd name="connsiteX70" fmla="*/ 373273 h 605239"/>
              <a:gd name="connsiteY70" fmla="*/ 373273 h 605239"/>
              <a:gd name="connsiteX71" fmla="*/ 373273 h 605239"/>
              <a:gd name="connsiteY71" fmla="*/ 373273 h 605239"/>
              <a:gd name="connsiteX72" fmla="*/ 373273 h 605239"/>
              <a:gd name="connsiteY72" fmla="*/ 373273 h 605239"/>
              <a:gd name="connsiteX73" fmla="*/ 373273 h 605239"/>
              <a:gd name="connsiteY73" fmla="*/ 373273 h 605239"/>
              <a:gd name="connsiteX74" fmla="*/ 373273 h 605239"/>
              <a:gd name="connsiteY74" fmla="*/ 373273 h 605239"/>
              <a:gd name="connsiteX75" fmla="*/ 373273 h 605239"/>
              <a:gd name="connsiteY75" fmla="*/ 373273 h 605239"/>
              <a:gd name="connsiteX76" fmla="*/ 373273 h 605239"/>
              <a:gd name="connsiteY76" fmla="*/ 373273 h 605239"/>
              <a:gd name="connsiteX77" fmla="*/ 373273 h 605239"/>
              <a:gd name="connsiteY77" fmla="*/ 373273 h 605239"/>
              <a:gd name="connsiteX78" fmla="*/ 373273 h 605239"/>
              <a:gd name="connsiteY78" fmla="*/ 373273 h 605239"/>
              <a:gd name="connsiteX79" fmla="*/ 373273 h 605239"/>
              <a:gd name="connsiteY79" fmla="*/ 373273 h 605239"/>
              <a:gd name="connsiteX80" fmla="*/ 373273 h 605239"/>
              <a:gd name="connsiteY80" fmla="*/ 373273 h 605239"/>
              <a:gd name="connsiteX81" fmla="*/ 373273 h 605239"/>
              <a:gd name="connsiteY81" fmla="*/ 373273 h 605239"/>
              <a:gd name="connsiteX82" fmla="*/ 373273 h 605239"/>
              <a:gd name="connsiteY82" fmla="*/ 373273 h 605239"/>
              <a:gd name="connsiteX83" fmla="*/ 373273 h 605239"/>
              <a:gd name="connsiteY83" fmla="*/ 373273 h 605239"/>
              <a:gd name="connsiteX84" fmla="*/ 373273 h 605239"/>
              <a:gd name="connsiteY84" fmla="*/ 373273 h 605239"/>
              <a:gd name="connsiteX85" fmla="*/ 373273 h 605239"/>
              <a:gd name="connsiteY85" fmla="*/ 373273 h 605239"/>
              <a:gd name="connsiteX86" fmla="*/ 373273 h 605239"/>
              <a:gd name="connsiteY86" fmla="*/ 373273 h 605239"/>
              <a:gd name="connsiteX87" fmla="*/ 373273 h 605239"/>
              <a:gd name="connsiteY87" fmla="*/ 373273 h 605239"/>
              <a:gd name="connsiteX88" fmla="*/ 373273 h 605239"/>
              <a:gd name="connsiteY88" fmla="*/ 373273 h 605239"/>
              <a:gd name="connsiteX89" fmla="*/ 373273 h 605239"/>
              <a:gd name="connsiteY89" fmla="*/ 373273 h 605239"/>
              <a:gd name="connsiteX90" fmla="*/ 373273 h 605239"/>
              <a:gd name="connsiteY90" fmla="*/ 373273 h 605239"/>
              <a:gd name="connsiteX91" fmla="*/ 373273 h 605239"/>
              <a:gd name="connsiteY91" fmla="*/ 373273 h 605239"/>
              <a:gd name="connsiteX92" fmla="*/ 373273 h 605239"/>
              <a:gd name="connsiteY92" fmla="*/ 373273 h 605239"/>
              <a:gd name="connsiteX93" fmla="*/ 373273 h 605239"/>
              <a:gd name="connsiteY93" fmla="*/ 373273 h 605239"/>
              <a:gd name="connsiteX94" fmla="*/ 373273 h 605239"/>
              <a:gd name="connsiteY94" fmla="*/ 373273 h 605239"/>
              <a:gd name="connsiteX95" fmla="*/ 373273 h 605239"/>
              <a:gd name="connsiteY95" fmla="*/ 373273 h 605239"/>
              <a:gd name="connsiteX96" fmla="*/ 373273 h 605239"/>
              <a:gd name="connsiteY96" fmla="*/ 373273 h 605239"/>
              <a:gd name="connsiteX97" fmla="*/ 373273 h 605239"/>
              <a:gd name="connsiteY97" fmla="*/ 373273 h 605239"/>
              <a:gd name="connsiteX98" fmla="*/ 373273 h 605239"/>
              <a:gd name="connsiteY98" fmla="*/ 373273 h 605239"/>
              <a:gd name="connsiteX99" fmla="*/ 373273 h 605239"/>
              <a:gd name="connsiteY99" fmla="*/ 373273 h 605239"/>
              <a:gd name="connsiteX100" fmla="*/ 373273 h 605239"/>
              <a:gd name="connsiteY100" fmla="*/ 373273 h 605239"/>
              <a:gd name="connsiteX101" fmla="*/ 373273 h 605239"/>
              <a:gd name="connsiteY101" fmla="*/ 373273 h 605239"/>
              <a:gd name="connsiteX102" fmla="*/ 373273 h 605239"/>
              <a:gd name="connsiteY102"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601409" h="600489">
                <a:moveTo>
                  <a:pt x="63148" y="143225"/>
                </a:moveTo>
                <a:lnTo>
                  <a:pt x="41620" y="160426"/>
                </a:lnTo>
                <a:lnTo>
                  <a:pt x="58843" y="171894"/>
                </a:lnTo>
                <a:lnTo>
                  <a:pt x="91853" y="171894"/>
                </a:lnTo>
                <a:lnTo>
                  <a:pt x="142085" y="163293"/>
                </a:lnTo>
                <a:lnTo>
                  <a:pt x="173659" y="214896"/>
                </a:lnTo>
                <a:lnTo>
                  <a:pt x="173659" y="262200"/>
                </a:lnTo>
                <a:lnTo>
                  <a:pt x="216715" y="320970"/>
                </a:lnTo>
                <a:lnTo>
                  <a:pt x="223891" y="320970"/>
                </a:lnTo>
                <a:lnTo>
                  <a:pt x="223891" y="299469"/>
                </a:lnTo>
                <a:lnTo>
                  <a:pt x="241113" y="335305"/>
                </a:lnTo>
                <a:lnTo>
                  <a:pt x="291345" y="345339"/>
                </a:lnTo>
                <a:lnTo>
                  <a:pt x="312873" y="368273"/>
                </a:lnTo>
                <a:lnTo>
                  <a:pt x="332966" y="374007"/>
                </a:lnTo>
                <a:lnTo>
                  <a:pt x="312873" y="417010"/>
                </a:lnTo>
                <a:lnTo>
                  <a:pt x="335836" y="457146"/>
                </a:lnTo>
                <a:cubicBezTo>
                  <a:pt x="335836" y="457146"/>
                  <a:pt x="348753" y="503016"/>
                  <a:pt x="348753" y="505883"/>
                </a:cubicBezTo>
                <a:cubicBezTo>
                  <a:pt x="348753" y="507316"/>
                  <a:pt x="335836" y="561786"/>
                  <a:pt x="335836" y="561786"/>
                </a:cubicBezTo>
                <a:lnTo>
                  <a:pt x="338707" y="597622"/>
                </a:lnTo>
                <a:cubicBezTo>
                  <a:pt x="325790" y="599056"/>
                  <a:pt x="312873" y="600489"/>
                  <a:pt x="299957" y="600489"/>
                </a:cubicBezTo>
                <a:cubicBezTo>
                  <a:pt x="134909" y="600489"/>
                  <a:pt x="0" y="465747"/>
                  <a:pt x="0" y="299469"/>
                </a:cubicBezTo>
                <a:cubicBezTo>
                  <a:pt x="0" y="244998"/>
                  <a:pt x="15787" y="193395"/>
                  <a:pt x="41620" y="148959"/>
                </a:cubicBezTo>
                <a:close/>
                <a:moveTo>
                  <a:pt x="367486" y="60233"/>
                </a:moveTo>
                <a:lnTo>
                  <a:pt x="394753" y="65966"/>
                </a:lnTo>
                <a:lnTo>
                  <a:pt x="419150" y="87465"/>
                </a:lnTo>
                <a:lnTo>
                  <a:pt x="426326" y="106098"/>
                </a:lnTo>
                <a:lnTo>
                  <a:pt x="432066" y="124731"/>
                </a:lnTo>
                <a:lnTo>
                  <a:pt x="469379" y="159130"/>
                </a:lnTo>
                <a:lnTo>
                  <a:pt x="479425" y="161996"/>
                </a:lnTo>
                <a:lnTo>
                  <a:pt x="493776" y="140497"/>
                </a:lnTo>
                <a:lnTo>
                  <a:pt x="541135" y="136197"/>
                </a:lnTo>
                <a:lnTo>
                  <a:pt x="549745" y="133331"/>
                </a:lnTo>
                <a:cubicBezTo>
                  <a:pt x="582753" y="180629"/>
                  <a:pt x="601409" y="237961"/>
                  <a:pt x="601409" y="299592"/>
                </a:cubicBezTo>
                <a:cubicBezTo>
                  <a:pt x="601409" y="441488"/>
                  <a:pt x="503822" y="560451"/>
                  <a:pt x="371791" y="591983"/>
                </a:cubicBezTo>
                <a:lnTo>
                  <a:pt x="376097" y="571917"/>
                </a:lnTo>
                <a:lnTo>
                  <a:pt x="427761" y="537518"/>
                </a:lnTo>
                <a:lnTo>
                  <a:pt x="442112" y="500253"/>
                </a:lnTo>
                <a:lnTo>
                  <a:pt x="477990" y="484486"/>
                </a:lnTo>
                <a:lnTo>
                  <a:pt x="510997" y="419988"/>
                </a:lnTo>
                <a:lnTo>
                  <a:pt x="459333" y="388456"/>
                </a:lnTo>
                <a:lnTo>
                  <a:pt x="432066" y="358357"/>
                </a:lnTo>
                <a:lnTo>
                  <a:pt x="416280" y="356924"/>
                </a:lnTo>
                <a:lnTo>
                  <a:pt x="384707" y="348324"/>
                </a:lnTo>
                <a:lnTo>
                  <a:pt x="356005" y="344024"/>
                </a:lnTo>
                <a:lnTo>
                  <a:pt x="333043" y="349757"/>
                </a:lnTo>
                <a:lnTo>
                  <a:pt x="317257" y="333991"/>
                </a:lnTo>
                <a:lnTo>
                  <a:pt x="302906" y="329691"/>
                </a:lnTo>
                <a:lnTo>
                  <a:pt x="304341" y="306759"/>
                </a:lnTo>
                <a:lnTo>
                  <a:pt x="285684" y="308192"/>
                </a:lnTo>
                <a:lnTo>
                  <a:pt x="275639" y="319658"/>
                </a:lnTo>
                <a:lnTo>
                  <a:pt x="269898" y="295292"/>
                </a:lnTo>
                <a:lnTo>
                  <a:pt x="294295" y="283826"/>
                </a:lnTo>
                <a:lnTo>
                  <a:pt x="317257" y="295292"/>
                </a:lnTo>
                <a:lnTo>
                  <a:pt x="330173" y="295292"/>
                </a:lnTo>
                <a:lnTo>
                  <a:pt x="335913" y="276660"/>
                </a:lnTo>
                <a:lnTo>
                  <a:pt x="371791" y="233661"/>
                </a:lnTo>
                <a:lnTo>
                  <a:pt x="420585" y="207862"/>
                </a:lnTo>
                <a:lnTo>
                  <a:pt x="449287" y="212162"/>
                </a:lnTo>
                <a:lnTo>
                  <a:pt x="452158" y="197829"/>
                </a:lnTo>
                <a:lnTo>
                  <a:pt x="416280" y="160563"/>
                </a:lnTo>
                <a:lnTo>
                  <a:pt x="403364" y="134764"/>
                </a:lnTo>
                <a:lnTo>
                  <a:pt x="383272" y="134764"/>
                </a:lnTo>
                <a:lnTo>
                  <a:pt x="371791" y="127598"/>
                </a:lnTo>
                <a:lnTo>
                  <a:pt x="344524" y="123298"/>
                </a:lnTo>
                <a:lnTo>
                  <a:pt x="338784" y="154830"/>
                </a:lnTo>
                <a:lnTo>
                  <a:pt x="307211" y="147664"/>
                </a:lnTo>
                <a:lnTo>
                  <a:pt x="304341" y="129031"/>
                </a:lnTo>
                <a:lnTo>
                  <a:pt x="328738" y="123298"/>
                </a:lnTo>
                <a:lnTo>
                  <a:pt x="337349" y="87465"/>
                </a:lnTo>
                <a:lnTo>
                  <a:pt x="361745" y="97498"/>
                </a:lnTo>
                <a:lnTo>
                  <a:pt x="361745" y="113265"/>
                </a:lnTo>
                <a:lnTo>
                  <a:pt x="380402" y="120431"/>
                </a:lnTo>
                <a:lnTo>
                  <a:pt x="391883" y="124731"/>
                </a:lnTo>
                <a:lnTo>
                  <a:pt x="407669" y="116131"/>
                </a:lnTo>
                <a:lnTo>
                  <a:pt x="393318" y="100365"/>
                </a:lnTo>
                <a:lnTo>
                  <a:pt x="366051" y="73133"/>
                </a:lnTo>
                <a:close/>
                <a:moveTo>
                  <a:pt x="222541" y="32978"/>
                </a:moveTo>
                <a:cubicBezTo>
                  <a:pt x="222541" y="35846"/>
                  <a:pt x="202448" y="48750"/>
                  <a:pt x="202448" y="48750"/>
                </a:cubicBezTo>
                <a:lnTo>
                  <a:pt x="222541" y="60221"/>
                </a:lnTo>
                <a:lnTo>
                  <a:pt x="262728" y="48750"/>
                </a:lnTo>
                <a:lnTo>
                  <a:pt x="254117" y="32978"/>
                </a:lnTo>
                <a:lnTo>
                  <a:pt x="235458" y="37280"/>
                </a:lnTo>
                <a:close/>
                <a:moveTo>
                  <a:pt x="344537" y="12904"/>
                </a:moveTo>
                <a:lnTo>
                  <a:pt x="312962" y="30110"/>
                </a:lnTo>
                <a:lnTo>
                  <a:pt x="295739" y="40147"/>
                </a:lnTo>
                <a:lnTo>
                  <a:pt x="308656" y="48750"/>
                </a:lnTo>
                <a:lnTo>
                  <a:pt x="335926" y="45883"/>
                </a:lnTo>
                <a:lnTo>
                  <a:pt x="363196" y="24375"/>
                </a:lnTo>
                <a:close/>
                <a:moveTo>
                  <a:pt x="300045" y="0"/>
                </a:moveTo>
                <a:cubicBezTo>
                  <a:pt x="345973" y="0"/>
                  <a:pt x="390465" y="10037"/>
                  <a:pt x="429217" y="28677"/>
                </a:cubicBezTo>
                <a:lnTo>
                  <a:pt x="417735" y="30110"/>
                </a:lnTo>
                <a:lnTo>
                  <a:pt x="389030" y="25809"/>
                </a:lnTo>
                <a:lnTo>
                  <a:pt x="367501" y="40147"/>
                </a:lnTo>
                <a:lnTo>
                  <a:pt x="353149" y="55919"/>
                </a:lnTo>
                <a:lnTo>
                  <a:pt x="298609" y="61655"/>
                </a:lnTo>
                <a:lnTo>
                  <a:pt x="277081" y="57353"/>
                </a:lnTo>
                <a:lnTo>
                  <a:pt x="261293" y="81728"/>
                </a:lnTo>
                <a:lnTo>
                  <a:pt x="218235" y="84596"/>
                </a:lnTo>
                <a:lnTo>
                  <a:pt x="189530" y="75993"/>
                </a:lnTo>
                <a:lnTo>
                  <a:pt x="165131" y="88897"/>
                </a:lnTo>
                <a:lnTo>
                  <a:pt x="112027" y="97500"/>
                </a:lnTo>
                <a:lnTo>
                  <a:pt x="68969" y="108971"/>
                </a:lnTo>
                <a:cubicBezTo>
                  <a:pt x="123509" y="43015"/>
                  <a:pt x="206753" y="0"/>
                  <a:pt x="300045" y="0"/>
                </a:cubicBezTo>
                <a:close/>
              </a:path>
            </a:pathLst>
          </a:custGeom>
          <a:solidFill>
            <a:schemeClr val="accent1"/>
          </a:solidFill>
          <a:ln>
            <a:noFill/>
          </a:ln>
        </p:spPr>
      </p:sp>
      <p:sp>
        <p:nvSpPr>
          <p:cNvPr id="43" name="tourist-information_64672">
            <a:extLst>
              <a:ext uri="{FF2B5EF4-FFF2-40B4-BE49-F238E27FC236}">
                <a16:creationId xmlns:a16="http://schemas.microsoft.com/office/drawing/2014/main" id="{6825C19C-3640-4214-8C2F-74D5E2495C88}"/>
              </a:ext>
            </a:extLst>
          </p:cNvPr>
          <p:cNvSpPr>
            <a:spLocks noChangeAspect="1"/>
          </p:cNvSpPr>
          <p:nvPr/>
        </p:nvSpPr>
        <p:spPr bwMode="auto">
          <a:xfrm>
            <a:off x="8112364" y="2333919"/>
            <a:ext cx="609684" cy="608730"/>
          </a:xfrm>
          <a:custGeom>
            <a:avLst/>
            <a:gdLst>
              <a:gd name="connsiteX0" fmla="*/ 284148 w 567225"/>
              <a:gd name="connsiteY0" fmla="*/ 251399 h 566337"/>
              <a:gd name="connsiteX1" fmla="*/ 247246 w 567225"/>
              <a:gd name="connsiteY1" fmla="*/ 286391 h 566337"/>
              <a:gd name="connsiteX2" fmla="*/ 247246 w 567225"/>
              <a:gd name="connsiteY2" fmla="*/ 409786 h 566337"/>
              <a:gd name="connsiteX3" fmla="*/ 284148 w 567225"/>
              <a:gd name="connsiteY3" fmla="*/ 444778 h 566337"/>
              <a:gd name="connsiteX4" fmla="*/ 321972 w 567225"/>
              <a:gd name="connsiteY4" fmla="*/ 409786 h 566337"/>
              <a:gd name="connsiteX5" fmla="*/ 321972 w 567225"/>
              <a:gd name="connsiteY5" fmla="*/ 286391 h 566337"/>
              <a:gd name="connsiteX6" fmla="*/ 284148 w 567225"/>
              <a:gd name="connsiteY6" fmla="*/ 251399 h 566337"/>
              <a:gd name="connsiteX7" fmla="*/ 284148 w 567225"/>
              <a:gd name="connsiteY7" fmla="*/ 129846 h 566337"/>
              <a:gd name="connsiteX8" fmla="*/ 238020 w 567225"/>
              <a:gd name="connsiteY8" fmla="*/ 176810 h 566337"/>
              <a:gd name="connsiteX9" fmla="*/ 284148 w 567225"/>
              <a:gd name="connsiteY9" fmla="*/ 222853 h 566337"/>
              <a:gd name="connsiteX10" fmla="*/ 330275 w 567225"/>
              <a:gd name="connsiteY10" fmla="*/ 176810 h 566337"/>
              <a:gd name="connsiteX11" fmla="*/ 284148 w 567225"/>
              <a:gd name="connsiteY11" fmla="*/ 129846 h 566337"/>
              <a:gd name="connsiteX12" fmla="*/ 284148 w 567225"/>
              <a:gd name="connsiteY12" fmla="*/ 81962 h 566337"/>
              <a:gd name="connsiteX13" fmla="*/ 485263 w 567225"/>
              <a:gd name="connsiteY13" fmla="*/ 283629 h 566337"/>
              <a:gd name="connsiteX14" fmla="*/ 284148 w 567225"/>
              <a:gd name="connsiteY14" fmla="*/ 484375 h 566337"/>
              <a:gd name="connsiteX15" fmla="*/ 82110 w 567225"/>
              <a:gd name="connsiteY15" fmla="*/ 283629 h 566337"/>
              <a:gd name="connsiteX16" fmla="*/ 284148 w 567225"/>
              <a:gd name="connsiteY16" fmla="*/ 81962 h 566337"/>
              <a:gd name="connsiteX17" fmla="*/ 284074 w 567225"/>
              <a:gd name="connsiteY17" fmla="*/ 45123 h 566337"/>
              <a:gd name="connsiteX18" fmla="*/ 45194 w 567225"/>
              <a:gd name="connsiteY18" fmla="*/ 283629 h 566337"/>
              <a:gd name="connsiteX19" fmla="*/ 284074 w 567225"/>
              <a:gd name="connsiteY19" fmla="*/ 521214 h 566337"/>
              <a:gd name="connsiteX20" fmla="*/ 522031 w 567225"/>
              <a:gd name="connsiteY20" fmla="*/ 283629 h 566337"/>
              <a:gd name="connsiteX21" fmla="*/ 284074 w 567225"/>
              <a:gd name="connsiteY21" fmla="*/ 45123 h 566337"/>
              <a:gd name="connsiteX22" fmla="*/ 284074 w 567225"/>
              <a:gd name="connsiteY22" fmla="*/ 0 h 566337"/>
              <a:gd name="connsiteX23" fmla="*/ 567225 w 567225"/>
              <a:gd name="connsiteY23" fmla="*/ 283629 h 566337"/>
              <a:gd name="connsiteX24" fmla="*/ 284074 w 567225"/>
              <a:gd name="connsiteY24" fmla="*/ 566337 h 566337"/>
              <a:gd name="connsiteX25" fmla="*/ 0 w 567225"/>
              <a:gd name="connsiteY25" fmla="*/ 283629 h 566337"/>
              <a:gd name="connsiteX26" fmla="*/ 284074 w 567225"/>
              <a:gd name="connsiteY26" fmla="*/ 0 h 566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67225" h="566337">
                <a:moveTo>
                  <a:pt x="284148" y="251399"/>
                </a:moveTo>
                <a:cubicBezTo>
                  <a:pt x="264774" y="251399"/>
                  <a:pt x="247246" y="267054"/>
                  <a:pt x="247246" y="286391"/>
                </a:cubicBezTo>
                <a:lnTo>
                  <a:pt x="247246" y="409786"/>
                </a:lnTo>
                <a:cubicBezTo>
                  <a:pt x="247246" y="429124"/>
                  <a:pt x="264774" y="444778"/>
                  <a:pt x="284148" y="444778"/>
                </a:cubicBezTo>
                <a:cubicBezTo>
                  <a:pt x="303521" y="444778"/>
                  <a:pt x="321972" y="429124"/>
                  <a:pt x="321972" y="409786"/>
                </a:cubicBezTo>
                <a:lnTo>
                  <a:pt x="321972" y="286391"/>
                </a:lnTo>
                <a:cubicBezTo>
                  <a:pt x="321972" y="267054"/>
                  <a:pt x="303521" y="251399"/>
                  <a:pt x="284148" y="251399"/>
                </a:cubicBezTo>
                <a:close/>
                <a:moveTo>
                  <a:pt x="284148" y="129846"/>
                </a:moveTo>
                <a:cubicBezTo>
                  <a:pt x="258316" y="129846"/>
                  <a:pt x="238020" y="151026"/>
                  <a:pt x="238020" y="176810"/>
                </a:cubicBezTo>
                <a:cubicBezTo>
                  <a:pt x="238020" y="201673"/>
                  <a:pt x="258316" y="222853"/>
                  <a:pt x="284148" y="222853"/>
                </a:cubicBezTo>
                <a:cubicBezTo>
                  <a:pt x="309057" y="222853"/>
                  <a:pt x="330275" y="201673"/>
                  <a:pt x="330275" y="176810"/>
                </a:cubicBezTo>
                <a:cubicBezTo>
                  <a:pt x="330275" y="151026"/>
                  <a:pt x="309057" y="129846"/>
                  <a:pt x="284148" y="129846"/>
                </a:cubicBezTo>
                <a:close/>
                <a:moveTo>
                  <a:pt x="284148" y="81962"/>
                </a:moveTo>
                <a:cubicBezTo>
                  <a:pt x="394853" y="81962"/>
                  <a:pt x="485263" y="172206"/>
                  <a:pt x="485263" y="283629"/>
                </a:cubicBezTo>
                <a:cubicBezTo>
                  <a:pt x="485263" y="394131"/>
                  <a:pt x="394853" y="484375"/>
                  <a:pt x="284148" y="484375"/>
                </a:cubicBezTo>
                <a:cubicBezTo>
                  <a:pt x="172520" y="484375"/>
                  <a:pt x="82110" y="394131"/>
                  <a:pt x="82110" y="283629"/>
                </a:cubicBezTo>
                <a:cubicBezTo>
                  <a:pt x="82110" y="172206"/>
                  <a:pt x="172520" y="81962"/>
                  <a:pt x="284148" y="81962"/>
                </a:cubicBezTo>
                <a:close/>
                <a:moveTo>
                  <a:pt x="284074" y="45123"/>
                </a:moveTo>
                <a:cubicBezTo>
                  <a:pt x="152182" y="45123"/>
                  <a:pt x="45194" y="151944"/>
                  <a:pt x="45194" y="283629"/>
                </a:cubicBezTo>
                <a:cubicBezTo>
                  <a:pt x="45194" y="414393"/>
                  <a:pt x="152182" y="521214"/>
                  <a:pt x="284074" y="521214"/>
                </a:cubicBezTo>
                <a:cubicBezTo>
                  <a:pt x="415043" y="521214"/>
                  <a:pt x="522031" y="414393"/>
                  <a:pt x="522031" y="283629"/>
                </a:cubicBezTo>
                <a:cubicBezTo>
                  <a:pt x="522031" y="151944"/>
                  <a:pt x="415043" y="45123"/>
                  <a:pt x="284074" y="45123"/>
                </a:cubicBezTo>
                <a:close/>
                <a:moveTo>
                  <a:pt x="284074" y="0"/>
                </a:moveTo>
                <a:cubicBezTo>
                  <a:pt x="440868" y="0"/>
                  <a:pt x="567225" y="127080"/>
                  <a:pt x="567225" y="283629"/>
                </a:cubicBezTo>
                <a:cubicBezTo>
                  <a:pt x="567225" y="440177"/>
                  <a:pt x="440868" y="566337"/>
                  <a:pt x="284074" y="566337"/>
                </a:cubicBezTo>
                <a:cubicBezTo>
                  <a:pt x="127280" y="566337"/>
                  <a:pt x="0" y="440177"/>
                  <a:pt x="0" y="283629"/>
                </a:cubicBezTo>
                <a:cubicBezTo>
                  <a:pt x="0" y="127080"/>
                  <a:pt x="127280" y="0"/>
                  <a:pt x="284074" y="0"/>
                </a:cubicBezTo>
                <a:close/>
              </a:path>
            </a:pathLst>
          </a:custGeom>
          <a:solidFill>
            <a:schemeClr val="accent4"/>
          </a:solidFill>
          <a:ln>
            <a:noFill/>
          </a:ln>
        </p:spPr>
      </p:sp>
      <p:sp>
        <p:nvSpPr>
          <p:cNvPr id="44" name="horizontal-scrolling_1042">
            <a:extLst>
              <a:ext uri="{FF2B5EF4-FFF2-40B4-BE49-F238E27FC236}">
                <a16:creationId xmlns:a16="http://schemas.microsoft.com/office/drawing/2014/main" id="{17FE4409-3F91-4D24-BC32-25003493A2D0}"/>
              </a:ext>
            </a:extLst>
          </p:cNvPr>
          <p:cNvSpPr>
            <a:spLocks noChangeAspect="1"/>
          </p:cNvSpPr>
          <p:nvPr/>
        </p:nvSpPr>
        <p:spPr bwMode="auto">
          <a:xfrm>
            <a:off x="10132777" y="2703126"/>
            <a:ext cx="609685" cy="608998"/>
          </a:xfrm>
          <a:custGeom>
            <a:avLst/>
            <a:gdLst>
              <a:gd name="T0" fmla="*/ 427 w 427"/>
              <a:gd name="T1" fmla="*/ 213 h 427"/>
              <a:gd name="T2" fmla="*/ 213 w 427"/>
              <a:gd name="T3" fmla="*/ 0 h 427"/>
              <a:gd name="T4" fmla="*/ 0 w 427"/>
              <a:gd name="T5" fmla="*/ 213 h 427"/>
              <a:gd name="T6" fmla="*/ 213 w 427"/>
              <a:gd name="T7" fmla="*/ 427 h 427"/>
              <a:gd name="T8" fmla="*/ 427 w 427"/>
              <a:gd name="T9" fmla="*/ 213 h 427"/>
              <a:gd name="T10" fmla="*/ 133 w 427"/>
              <a:gd name="T11" fmla="*/ 240 h 427"/>
              <a:gd name="T12" fmla="*/ 133 w 427"/>
              <a:gd name="T13" fmla="*/ 267 h 427"/>
              <a:gd name="T14" fmla="*/ 80 w 427"/>
              <a:gd name="T15" fmla="*/ 213 h 427"/>
              <a:gd name="T16" fmla="*/ 133 w 427"/>
              <a:gd name="T17" fmla="*/ 160 h 427"/>
              <a:gd name="T18" fmla="*/ 133 w 427"/>
              <a:gd name="T19" fmla="*/ 187 h 427"/>
              <a:gd name="T20" fmla="*/ 293 w 427"/>
              <a:gd name="T21" fmla="*/ 187 h 427"/>
              <a:gd name="T22" fmla="*/ 293 w 427"/>
              <a:gd name="T23" fmla="*/ 160 h 427"/>
              <a:gd name="T24" fmla="*/ 347 w 427"/>
              <a:gd name="T25" fmla="*/ 213 h 427"/>
              <a:gd name="T26" fmla="*/ 293 w 427"/>
              <a:gd name="T27" fmla="*/ 267 h 427"/>
              <a:gd name="T28" fmla="*/ 293 w 427"/>
              <a:gd name="T29" fmla="*/ 240 h 427"/>
              <a:gd name="T30" fmla="*/ 133 w 427"/>
              <a:gd name="T31" fmla="*/ 240 h 4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27" h="427">
                <a:moveTo>
                  <a:pt x="427" y="213"/>
                </a:moveTo>
                <a:cubicBezTo>
                  <a:pt x="427" y="96"/>
                  <a:pt x="331" y="0"/>
                  <a:pt x="213" y="0"/>
                </a:cubicBezTo>
                <a:cubicBezTo>
                  <a:pt x="96" y="0"/>
                  <a:pt x="0" y="96"/>
                  <a:pt x="0" y="213"/>
                </a:cubicBezTo>
                <a:cubicBezTo>
                  <a:pt x="0" y="331"/>
                  <a:pt x="96" y="427"/>
                  <a:pt x="213" y="427"/>
                </a:cubicBezTo>
                <a:cubicBezTo>
                  <a:pt x="331" y="427"/>
                  <a:pt x="427" y="331"/>
                  <a:pt x="427" y="213"/>
                </a:cubicBezTo>
                <a:close/>
                <a:moveTo>
                  <a:pt x="133" y="240"/>
                </a:moveTo>
                <a:lnTo>
                  <a:pt x="133" y="267"/>
                </a:lnTo>
                <a:lnTo>
                  <a:pt x="80" y="213"/>
                </a:lnTo>
                <a:lnTo>
                  <a:pt x="133" y="160"/>
                </a:lnTo>
                <a:lnTo>
                  <a:pt x="133" y="187"/>
                </a:lnTo>
                <a:lnTo>
                  <a:pt x="293" y="187"/>
                </a:lnTo>
                <a:lnTo>
                  <a:pt x="293" y="160"/>
                </a:lnTo>
                <a:lnTo>
                  <a:pt x="347" y="213"/>
                </a:lnTo>
                <a:lnTo>
                  <a:pt x="293" y="267"/>
                </a:lnTo>
                <a:lnTo>
                  <a:pt x="293" y="240"/>
                </a:lnTo>
                <a:lnTo>
                  <a:pt x="133" y="240"/>
                </a:lnTo>
                <a:close/>
              </a:path>
            </a:pathLst>
          </a:custGeom>
          <a:solidFill>
            <a:schemeClr val="accent1"/>
          </a:solidFill>
          <a:ln>
            <a:noFill/>
          </a:ln>
        </p:spPr>
      </p:sp>
      <p:sp>
        <p:nvSpPr>
          <p:cNvPr id="45" name="文本框 44">
            <a:extLst>
              <a:ext uri="{FF2B5EF4-FFF2-40B4-BE49-F238E27FC236}">
                <a16:creationId xmlns:a16="http://schemas.microsoft.com/office/drawing/2014/main" id="{CDEADC5B-768D-48A8-8D04-40E65ADF6DE9}"/>
              </a:ext>
            </a:extLst>
          </p:cNvPr>
          <p:cNvSpPr txBox="1"/>
          <p:nvPr/>
        </p:nvSpPr>
        <p:spPr>
          <a:xfrm>
            <a:off x="3063316" y="3307828"/>
            <a:ext cx="1479691" cy="1888915"/>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这里可以输入一段话，充分解释这个论点可根据实际情况灵活调整充分解释</a:t>
            </a:r>
          </a:p>
        </p:txBody>
      </p:sp>
    </p:spTree>
    <p:extLst>
      <p:ext uri="{BB962C8B-B14F-4D97-AF65-F5344CB8AC3E}">
        <p14:creationId xmlns:p14="http://schemas.microsoft.com/office/powerpoint/2010/main" val="78245120"/>
      </p:ext>
    </p:extLst>
  </p:cSld>
  <p:clrMapOvr>
    <a:masterClrMapping/>
  </p:clrMapOvr>
  <p:transition spd="med">
    <p:pull/>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五个观点</a:t>
            </a:r>
          </a:p>
        </p:txBody>
      </p:sp>
      <p:grpSp>
        <p:nvGrpSpPr>
          <p:cNvPr id="19" name="组合 18">
            <a:extLst>
              <a:ext uri="{FF2B5EF4-FFF2-40B4-BE49-F238E27FC236}">
                <a16:creationId xmlns:a16="http://schemas.microsoft.com/office/drawing/2014/main" id="{37B82EF6-30C4-4B2A-81CB-67B7A3B1BC8B}"/>
              </a:ext>
            </a:extLst>
          </p:cNvPr>
          <p:cNvGrpSpPr/>
          <p:nvPr/>
        </p:nvGrpSpPr>
        <p:grpSpPr>
          <a:xfrm>
            <a:off x="2673819" y="1414624"/>
            <a:ext cx="3273369" cy="1889143"/>
            <a:chOff x="2673819" y="1526767"/>
            <a:chExt cx="3273369" cy="1889143"/>
          </a:xfrm>
        </p:grpSpPr>
        <p:sp>
          <p:nvSpPr>
            <p:cNvPr id="20" name="椭圆 19">
              <a:extLst>
                <a:ext uri="{FF2B5EF4-FFF2-40B4-BE49-F238E27FC236}">
                  <a16:creationId xmlns:a16="http://schemas.microsoft.com/office/drawing/2014/main" id="{42A43CB9-142A-428C-92B3-7F809E33B2FC}"/>
                </a:ext>
              </a:extLst>
            </p:cNvPr>
            <p:cNvSpPr/>
            <p:nvPr/>
          </p:nvSpPr>
          <p:spPr>
            <a:xfrm>
              <a:off x="4076785" y="1558445"/>
              <a:ext cx="550893" cy="550893"/>
            </a:xfrm>
            <a:prstGeom prst="ellipse">
              <a:avLst/>
            </a:prstGeom>
            <a:noFill/>
            <a:ln w="6350" cap="flat" cmpd="sng" algn="ctr">
              <a:solidFill>
                <a:srgbClr val="FFFFFF">
                  <a:lumMod val="6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21" name="椭圆 20">
              <a:extLst>
                <a:ext uri="{FF2B5EF4-FFF2-40B4-BE49-F238E27FC236}">
                  <a16:creationId xmlns:a16="http://schemas.microsoft.com/office/drawing/2014/main" id="{C6FEE9BC-B961-4035-AED7-758020A67F8C}"/>
                </a:ext>
              </a:extLst>
            </p:cNvPr>
            <p:cNvSpPr/>
            <p:nvPr/>
          </p:nvSpPr>
          <p:spPr>
            <a:xfrm>
              <a:off x="4035058" y="1526767"/>
              <a:ext cx="550893" cy="55089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srgbClr val="FFFFFF"/>
                  </a:solidFill>
                  <a:effectLst/>
                  <a:uLnTx/>
                  <a:uFillTx/>
                  <a:latin typeface="微软雅黑"/>
                  <a:ea typeface="微软雅黑"/>
                  <a:cs typeface="+mn-cs"/>
                </a:rPr>
                <a:t>1</a:t>
              </a:r>
              <a:endParaRPr kumimoji="0" lang="zh-CN" altLang="en-US" sz="2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23" name="文本框 22">
              <a:extLst>
                <a:ext uri="{FF2B5EF4-FFF2-40B4-BE49-F238E27FC236}">
                  <a16:creationId xmlns:a16="http://schemas.microsoft.com/office/drawing/2014/main" id="{0C91A019-CEE9-4118-86F9-58F17466C871}"/>
                </a:ext>
              </a:extLst>
            </p:cNvPr>
            <p:cNvSpPr txBox="1"/>
            <p:nvPr/>
          </p:nvSpPr>
          <p:spPr>
            <a:xfrm>
              <a:off x="2673819" y="2191796"/>
              <a:ext cx="327336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A13F0B"/>
                  </a:solidFill>
                  <a:effectLst/>
                  <a:uLnTx/>
                  <a:uFillTx/>
                  <a:latin typeface="微软雅黑"/>
                  <a:ea typeface="微软雅黑"/>
                  <a:cs typeface="+mn-cs"/>
                </a:rPr>
                <a:t>标题关键词</a:t>
              </a:r>
            </a:p>
          </p:txBody>
        </p:sp>
        <p:sp>
          <p:nvSpPr>
            <p:cNvPr id="24" name="文本框 23">
              <a:extLst>
                <a:ext uri="{FF2B5EF4-FFF2-40B4-BE49-F238E27FC236}">
                  <a16:creationId xmlns:a16="http://schemas.microsoft.com/office/drawing/2014/main" id="{99B54065-2A95-4A77-89E3-D702A5EBD8B9}"/>
                </a:ext>
              </a:extLst>
            </p:cNvPr>
            <p:cNvSpPr txBox="1"/>
            <p:nvPr/>
          </p:nvSpPr>
          <p:spPr>
            <a:xfrm>
              <a:off x="2673819" y="2731235"/>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grpSp>
      <p:grpSp>
        <p:nvGrpSpPr>
          <p:cNvPr id="25" name="组合 24">
            <a:extLst>
              <a:ext uri="{FF2B5EF4-FFF2-40B4-BE49-F238E27FC236}">
                <a16:creationId xmlns:a16="http://schemas.microsoft.com/office/drawing/2014/main" id="{D7B2D0AE-D415-4C2A-A6F1-A2F1581FB2BE}"/>
              </a:ext>
            </a:extLst>
          </p:cNvPr>
          <p:cNvGrpSpPr/>
          <p:nvPr/>
        </p:nvGrpSpPr>
        <p:grpSpPr>
          <a:xfrm>
            <a:off x="6244814" y="1414624"/>
            <a:ext cx="3273369" cy="1889143"/>
            <a:chOff x="6244814" y="1526767"/>
            <a:chExt cx="3273369" cy="1889143"/>
          </a:xfrm>
        </p:grpSpPr>
        <p:sp>
          <p:nvSpPr>
            <p:cNvPr id="26" name="椭圆 25">
              <a:extLst>
                <a:ext uri="{FF2B5EF4-FFF2-40B4-BE49-F238E27FC236}">
                  <a16:creationId xmlns:a16="http://schemas.microsoft.com/office/drawing/2014/main" id="{457BA12D-AD05-4D78-A340-396E79C50788}"/>
                </a:ext>
              </a:extLst>
            </p:cNvPr>
            <p:cNvSpPr/>
            <p:nvPr/>
          </p:nvSpPr>
          <p:spPr>
            <a:xfrm>
              <a:off x="7647780" y="1558445"/>
              <a:ext cx="550893" cy="550893"/>
            </a:xfrm>
            <a:prstGeom prst="ellipse">
              <a:avLst/>
            </a:prstGeom>
            <a:noFill/>
            <a:ln w="6350" cap="flat" cmpd="sng" algn="ctr">
              <a:solidFill>
                <a:srgbClr val="FFFFFF">
                  <a:lumMod val="6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27" name="椭圆 26">
              <a:extLst>
                <a:ext uri="{FF2B5EF4-FFF2-40B4-BE49-F238E27FC236}">
                  <a16:creationId xmlns:a16="http://schemas.microsoft.com/office/drawing/2014/main" id="{BB424AFF-CEE3-497E-B352-3AB5A43B722B}"/>
                </a:ext>
              </a:extLst>
            </p:cNvPr>
            <p:cNvSpPr/>
            <p:nvPr/>
          </p:nvSpPr>
          <p:spPr>
            <a:xfrm>
              <a:off x="7606053" y="1526767"/>
              <a:ext cx="550893" cy="55089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srgbClr val="FFFFFF"/>
                  </a:solidFill>
                  <a:effectLst/>
                  <a:uLnTx/>
                  <a:uFillTx/>
                  <a:latin typeface="微软雅黑"/>
                  <a:ea typeface="微软雅黑"/>
                  <a:cs typeface="+mn-cs"/>
                </a:rPr>
                <a:t>2</a:t>
              </a:r>
              <a:endParaRPr kumimoji="0" lang="zh-CN" altLang="en-US" sz="2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29" name="文本框 28">
              <a:extLst>
                <a:ext uri="{FF2B5EF4-FFF2-40B4-BE49-F238E27FC236}">
                  <a16:creationId xmlns:a16="http://schemas.microsoft.com/office/drawing/2014/main" id="{F4EB7766-6C16-42BA-B49E-B9AAB36DE8CF}"/>
                </a:ext>
              </a:extLst>
            </p:cNvPr>
            <p:cNvSpPr txBox="1"/>
            <p:nvPr/>
          </p:nvSpPr>
          <p:spPr>
            <a:xfrm>
              <a:off x="6244814" y="2191796"/>
              <a:ext cx="327336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A13F0B"/>
                  </a:solidFill>
                  <a:effectLst/>
                  <a:uLnTx/>
                  <a:uFillTx/>
                  <a:latin typeface="微软雅黑"/>
                  <a:ea typeface="微软雅黑"/>
                  <a:cs typeface="+mn-cs"/>
                </a:rPr>
                <a:t>标题关键词</a:t>
              </a:r>
            </a:p>
          </p:txBody>
        </p:sp>
        <p:sp>
          <p:nvSpPr>
            <p:cNvPr id="30" name="文本框 29">
              <a:extLst>
                <a:ext uri="{FF2B5EF4-FFF2-40B4-BE49-F238E27FC236}">
                  <a16:creationId xmlns:a16="http://schemas.microsoft.com/office/drawing/2014/main" id="{42479119-2211-4336-8F06-9C9F87A793DD}"/>
                </a:ext>
              </a:extLst>
            </p:cNvPr>
            <p:cNvSpPr txBox="1"/>
            <p:nvPr/>
          </p:nvSpPr>
          <p:spPr>
            <a:xfrm>
              <a:off x="6244814" y="2731235"/>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这里可以输入一段话，解释论点根据实际情况调整</a:t>
              </a:r>
            </a:p>
          </p:txBody>
        </p:sp>
      </p:grpSp>
      <p:grpSp>
        <p:nvGrpSpPr>
          <p:cNvPr id="46" name="组合 45">
            <a:extLst>
              <a:ext uri="{FF2B5EF4-FFF2-40B4-BE49-F238E27FC236}">
                <a16:creationId xmlns:a16="http://schemas.microsoft.com/office/drawing/2014/main" id="{7FB38355-6987-4B19-99F9-222FB41E8104}"/>
              </a:ext>
            </a:extLst>
          </p:cNvPr>
          <p:cNvGrpSpPr/>
          <p:nvPr/>
        </p:nvGrpSpPr>
        <p:grpSpPr>
          <a:xfrm>
            <a:off x="4473829" y="3833752"/>
            <a:ext cx="3273369" cy="1889143"/>
            <a:chOff x="4459315" y="3916867"/>
            <a:chExt cx="3273369" cy="1889143"/>
          </a:xfrm>
        </p:grpSpPr>
        <p:sp>
          <p:nvSpPr>
            <p:cNvPr id="47" name="椭圆 46">
              <a:extLst>
                <a:ext uri="{FF2B5EF4-FFF2-40B4-BE49-F238E27FC236}">
                  <a16:creationId xmlns:a16="http://schemas.microsoft.com/office/drawing/2014/main" id="{918C3664-0853-491A-BE9B-D4A2794AF64C}"/>
                </a:ext>
              </a:extLst>
            </p:cNvPr>
            <p:cNvSpPr/>
            <p:nvPr/>
          </p:nvSpPr>
          <p:spPr>
            <a:xfrm>
              <a:off x="5862281" y="3948545"/>
              <a:ext cx="550893" cy="550893"/>
            </a:xfrm>
            <a:prstGeom prst="ellipse">
              <a:avLst/>
            </a:prstGeom>
            <a:noFill/>
            <a:ln w="6350" cap="flat" cmpd="sng" algn="ctr">
              <a:solidFill>
                <a:srgbClr val="FFFFFF">
                  <a:lumMod val="6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48" name="椭圆 47">
              <a:extLst>
                <a:ext uri="{FF2B5EF4-FFF2-40B4-BE49-F238E27FC236}">
                  <a16:creationId xmlns:a16="http://schemas.microsoft.com/office/drawing/2014/main" id="{931803C4-482D-4365-980C-415AD0E8AAAC}"/>
                </a:ext>
              </a:extLst>
            </p:cNvPr>
            <p:cNvSpPr/>
            <p:nvPr/>
          </p:nvSpPr>
          <p:spPr>
            <a:xfrm>
              <a:off x="5820554" y="3916867"/>
              <a:ext cx="550893" cy="55089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srgbClr val="FFFFFF"/>
                  </a:solidFill>
                  <a:effectLst/>
                  <a:uLnTx/>
                  <a:uFillTx/>
                  <a:latin typeface="微软雅黑"/>
                  <a:ea typeface="微软雅黑"/>
                  <a:cs typeface="+mn-cs"/>
                </a:rPr>
                <a:t>4</a:t>
              </a:r>
              <a:endParaRPr kumimoji="0" lang="zh-CN" altLang="en-US" sz="2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50" name="文本框 49">
              <a:extLst>
                <a:ext uri="{FF2B5EF4-FFF2-40B4-BE49-F238E27FC236}">
                  <a16:creationId xmlns:a16="http://schemas.microsoft.com/office/drawing/2014/main" id="{3DFC2586-BDBD-44D5-BBFA-48FCD92892AA}"/>
                </a:ext>
              </a:extLst>
            </p:cNvPr>
            <p:cNvSpPr txBox="1"/>
            <p:nvPr/>
          </p:nvSpPr>
          <p:spPr>
            <a:xfrm>
              <a:off x="4459315" y="4581896"/>
              <a:ext cx="327336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A13F0B"/>
                  </a:solidFill>
                  <a:effectLst/>
                  <a:uLnTx/>
                  <a:uFillTx/>
                  <a:latin typeface="微软雅黑"/>
                  <a:ea typeface="微软雅黑"/>
                  <a:cs typeface="+mn-cs"/>
                </a:rPr>
                <a:t>标题关键词</a:t>
              </a:r>
            </a:p>
          </p:txBody>
        </p:sp>
        <p:sp>
          <p:nvSpPr>
            <p:cNvPr id="51" name="文本框 50">
              <a:extLst>
                <a:ext uri="{FF2B5EF4-FFF2-40B4-BE49-F238E27FC236}">
                  <a16:creationId xmlns:a16="http://schemas.microsoft.com/office/drawing/2014/main" id="{61BC0EB4-12F7-4F37-8544-5BF315D05CFC}"/>
                </a:ext>
              </a:extLst>
            </p:cNvPr>
            <p:cNvSpPr txBox="1"/>
            <p:nvPr/>
          </p:nvSpPr>
          <p:spPr>
            <a:xfrm>
              <a:off x="4459315" y="5121335"/>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这里可以输入一段话，解释论点根据实际情况调整</a:t>
              </a:r>
            </a:p>
          </p:txBody>
        </p:sp>
      </p:grpSp>
      <p:grpSp>
        <p:nvGrpSpPr>
          <p:cNvPr id="52" name="组合 51">
            <a:extLst>
              <a:ext uri="{FF2B5EF4-FFF2-40B4-BE49-F238E27FC236}">
                <a16:creationId xmlns:a16="http://schemas.microsoft.com/office/drawing/2014/main" id="{70EE628E-4E4E-45AC-BC8C-5B9B5B8C2BD2}"/>
              </a:ext>
            </a:extLst>
          </p:cNvPr>
          <p:cNvGrpSpPr/>
          <p:nvPr/>
        </p:nvGrpSpPr>
        <p:grpSpPr>
          <a:xfrm>
            <a:off x="7896012" y="3836927"/>
            <a:ext cx="3273369" cy="1882793"/>
            <a:chOff x="7881498" y="3926541"/>
            <a:chExt cx="3273369" cy="1882793"/>
          </a:xfrm>
        </p:grpSpPr>
        <p:sp>
          <p:nvSpPr>
            <p:cNvPr id="53" name="椭圆 52">
              <a:extLst>
                <a:ext uri="{FF2B5EF4-FFF2-40B4-BE49-F238E27FC236}">
                  <a16:creationId xmlns:a16="http://schemas.microsoft.com/office/drawing/2014/main" id="{0F681F8E-B076-4E4C-88EB-41F1D7D4F718}"/>
                </a:ext>
              </a:extLst>
            </p:cNvPr>
            <p:cNvSpPr/>
            <p:nvPr/>
          </p:nvSpPr>
          <p:spPr>
            <a:xfrm>
              <a:off x="9284464" y="3958219"/>
              <a:ext cx="550893" cy="550893"/>
            </a:xfrm>
            <a:prstGeom prst="ellipse">
              <a:avLst/>
            </a:prstGeom>
            <a:noFill/>
            <a:ln w="6350" cap="flat" cmpd="sng" algn="ctr">
              <a:solidFill>
                <a:srgbClr val="FFFFFF">
                  <a:lumMod val="6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54" name="椭圆 53">
              <a:extLst>
                <a:ext uri="{FF2B5EF4-FFF2-40B4-BE49-F238E27FC236}">
                  <a16:creationId xmlns:a16="http://schemas.microsoft.com/office/drawing/2014/main" id="{30D17495-3BDC-4527-8562-91D730CD654F}"/>
                </a:ext>
              </a:extLst>
            </p:cNvPr>
            <p:cNvSpPr/>
            <p:nvPr/>
          </p:nvSpPr>
          <p:spPr>
            <a:xfrm>
              <a:off x="9242737" y="3926541"/>
              <a:ext cx="550893" cy="55089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srgbClr val="FFFFFF"/>
                  </a:solidFill>
                  <a:effectLst/>
                  <a:uLnTx/>
                  <a:uFillTx/>
                  <a:latin typeface="微软雅黑"/>
                  <a:ea typeface="微软雅黑"/>
                  <a:cs typeface="+mn-cs"/>
                </a:rPr>
                <a:t>5</a:t>
              </a:r>
              <a:endParaRPr kumimoji="0" lang="zh-CN" altLang="en-US" sz="2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56" name="文本框 55">
              <a:extLst>
                <a:ext uri="{FF2B5EF4-FFF2-40B4-BE49-F238E27FC236}">
                  <a16:creationId xmlns:a16="http://schemas.microsoft.com/office/drawing/2014/main" id="{AF8339EA-9CBA-4E24-B5E3-FF4A85E07C02}"/>
                </a:ext>
              </a:extLst>
            </p:cNvPr>
            <p:cNvSpPr txBox="1"/>
            <p:nvPr/>
          </p:nvSpPr>
          <p:spPr>
            <a:xfrm>
              <a:off x="7881498" y="4591570"/>
              <a:ext cx="327336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A13F0B"/>
                  </a:solidFill>
                  <a:effectLst/>
                  <a:uLnTx/>
                  <a:uFillTx/>
                  <a:latin typeface="微软雅黑"/>
                  <a:ea typeface="微软雅黑"/>
                  <a:cs typeface="+mn-cs"/>
                </a:rPr>
                <a:t>标题关键词</a:t>
              </a:r>
            </a:p>
          </p:txBody>
        </p:sp>
        <p:sp>
          <p:nvSpPr>
            <p:cNvPr id="57" name="文本框 56">
              <a:extLst>
                <a:ext uri="{FF2B5EF4-FFF2-40B4-BE49-F238E27FC236}">
                  <a16:creationId xmlns:a16="http://schemas.microsoft.com/office/drawing/2014/main" id="{A6F76D48-7DAA-467C-9AFC-9FD318CB0373}"/>
                </a:ext>
              </a:extLst>
            </p:cNvPr>
            <p:cNvSpPr txBox="1"/>
            <p:nvPr/>
          </p:nvSpPr>
          <p:spPr>
            <a:xfrm>
              <a:off x="7881498" y="5124659"/>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这里可以输入一段话，解释论点根据实际情况调整</a:t>
              </a:r>
            </a:p>
          </p:txBody>
        </p:sp>
      </p:grpSp>
      <p:grpSp>
        <p:nvGrpSpPr>
          <p:cNvPr id="58" name="组合 57">
            <a:extLst>
              <a:ext uri="{FF2B5EF4-FFF2-40B4-BE49-F238E27FC236}">
                <a16:creationId xmlns:a16="http://schemas.microsoft.com/office/drawing/2014/main" id="{4DCF633A-213F-41CC-89C2-7F067A88A0EA}"/>
              </a:ext>
            </a:extLst>
          </p:cNvPr>
          <p:cNvGrpSpPr/>
          <p:nvPr/>
        </p:nvGrpSpPr>
        <p:grpSpPr>
          <a:xfrm>
            <a:off x="1051648" y="3833752"/>
            <a:ext cx="3273369" cy="1889143"/>
            <a:chOff x="1037134" y="3929346"/>
            <a:chExt cx="3273369" cy="1889143"/>
          </a:xfrm>
        </p:grpSpPr>
        <p:sp>
          <p:nvSpPr>
            <p:cNvPr id="59" name="椭圆 58">
              <a:extLst>
                <a:ext uri="{FF2B5EF4-FFF2-40B4-BE49-F238E27FC236}">
                  <a16:creationId xmlns:a16="http://schemas.microsoft.com/office/drawing/2014/main" id="{024D736E-26A5-4106-A34E-FF3B9CBBF605}"/>
                </a:ext>
              </a:extLst>
            </p:cNvPr>
            <p:cNvSpPr/>
            <p:nvPr/>
          </p:nvSpPr>
          <p:spPr>
            <a:xfrm>
              <a:off x="2440100" y="3961024"/>
              <a:ext cx="550893" cy="550893"/>
            </a:xfrm>
            <a:prstGeom prst="ellipse">
              <a:avLst/>
            </a:prstGeom>
            <a:noFill/>
            <a:ln w="6350" cap="flat" cmpd="sng" algn="ctr">
              <a:solidFill>
                <a:srgbClr val="FFFFFF">
                  <a:lumMod val="6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60" name="椭圆 59">
              <a:extLst>
                <a:ext uri="{FF2B5EF4-FFF2-40B4-BE49-F238E27FC236}">
                  <a16:creationId xmlns:a16="http://schemas.microsoft.com/office/drawing/2014/main" id="{D5F9009D-C0F8-44B2-897A-3AEEB0508B56}"/>
                </a:ext>
              </a:extLst>
            </p:cNvPr>
            <p:cNvSpPr/>
            <p:nvPr/>
          </p:nvSpPr>
          <p:spPr>
            <a:xfrm>
              <a:off x="2398373" y="3929346"/>
              <a:ext cx="550893" cy="55089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srgbClr val="FFFFFF"/>
                  </a:solidFill>
                  <a:effectLst/>
                  <a:uLnTx/>
                  <a:uFillTx/>
                  <a:latin typeface="微软雅黑"/>
                  <a:ea typeface="微软雅黑"/>
                  <a:cs typeface="+mn-cs"/>
                </a:rPr>
                <a:t>3</a:t>
              </a:r>
              <a:endParaRPr kumimoji="0" lang="zh-CN" altLang="en-US" sz="2800" b="0" i="0" u="none" strike="noStrike" kern="0" cap="none" spc="0" normalizeH="0" baseline="0" noProof="0" dirty="0">
                <a:ln>
                  <a:noFill/>
                </a:ln>
                <a:solidFill>
                  <a:srgbClr val="FFFFFF"/>
                </a:solidFill>
                <a:effectLst/>
                <a:uLnTx/>
                <a:uFillTx/>
                <a:latin typeface="微软雅黑"/>
                <a:ea typeface="微软雅黑"/>
                <a:cs typeface="+mn-cs"/>
              </a:endParaRPr>
            </a:p>
          </p:txBody>
        </p:sp>
        <p:sp>
          <p:nvSpPr>
            <p:cNvPr id="62" name="文本框 61">
              <a:extLst>
                <a:ext uri="{FF2B5EF4-FFF2-40B4-BE49-F238E27FC236}">
                  <a16:creationId xmlns:a16="http://schemas.microsoft.com/office/drawing/2014/main" id="{3F49B9B3-DE29-4347-B6C2-B1208531A7A9}"/>
                </a:ext>
              </a:extLst>
            </p:cNvPr>
            <p:cNvSpPr txBox="1"/>
            <p:nvPr/>
          </p:nvSpPr>
          <p:spPr>
            <a:xfrm>
              <a:off x="1037134" y="4594375"/>
              <a:ext cx="327336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0" cap="none" spc="300" normalizeH="0" baseline="0" noProof="0" dirty="0">
                  <a:ln>
                    <a:noFill/>
                  </a:ln>
                  <a:solidFill>
                    <a:srgbClr val="A13F0B"/>
                  </a:solidFill>
                  <a:effectLst/>
                  <a:uLnTx/>
                  <a:uFillTx/>
                  <a:latin typeface="微软雅黑"/>
                  <a:ea typeface="微软雅黑"/>
                  <a:cs typeface="+mn-cs"/>
                </a:rPr>
                <a:t>标题关键词</a:t>
              </a:r>
            </a:p>
          </p:txBody>
        </p:sp>
        <p:sp>
          <p:nvSpPr>
            <p:cNvPr id="63" name="文本框 62">
              <a:extLst>
                <a:ext uri="{FF2B5EF4-FFF2-40B4-BE49-F238E27FC236}">
                  <a16:creationId xmlns:a16="http://schemas.microsoft.com/office/drawing/2014/main" id="{6B8069EE-72A5-46CD-980A-F639DEEE7FDF}"/>
                </a:ext>
              </a:extLst>
            </p:cNvPr>
            <p:cNvSpPr txBox="1"/>
            <p:nvPr/>
          </p:nvSpPr>
          <p:spPr>
            <a:xfrm>
              <a:off x="1037134" y="5133814"/>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0" cap="none" spc="300" normalizeH="0" baseline="0" noProof="0" dirty="0">
                  <a:ln>
                    <a:noFill/>
                  </a:ln>
                  <a:solidFill>
                    <a:srgbClr val="000000">
                      <a:lumMod val="85000"/>
                      <a:lumOff val="15000"/>
                    </a:srgbClr>
                  </a:solidFill>
                  <a:effectLst/>
                  <a:uLnTx/>
                  <a:uFillTx/>
                  <a:latin typeface="微软雅黑"/>
                  <a:ea typeface="微软雅黑"/>
                  <a:cs typeface="+mn-cs"/>
                </a:rPr>
                <a:t>这里可以输入一段话，解释论点根据实际情况调整</a:t>
              </a:r>
            </a:p>
          </p:txBody>
        </p:sp>
      </p:grpSp>
    </p:spTree>
    <p:extLst>
      <p:ext uri="{BB962C8B-B14F-4D97-AF65-F5344CB8AC3E}">
        <p14:creationId xmlns:p14="http://schemas.microsoft.com/office/powerpoint/2010/main" val="1946884842"/>
      </p:ext>
    </p:extLst>
  </p:cSld>
  <p:clrMapOvr>
    <a:masterClrMapping/>
  </p:clrMapOvr>
  <p:transition spd="med">
    <p:pull/>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六个观点</a:t>
            </a:r>
          </a:p>
        </p:txBody>
      </p:sp>
      <p:grpSp>
        <p:nvGrpSpPr>
          <p:cNvPr id="2" name="组合 1"/>
          <p:cNvGrpSpPr/>
          <p:nvPr/>
        </p:nvGrpSpPr>
        <p:grpSpPr>
          <a:xfrm>
            <a:off x="5984443" y="987610"/>
            <a:ext cx="216000" cy="5003800"/>
            <a:chOff x="5984443" y="987610"/>
            <a:chExt cx="216000" cy="5003800"/>
          </a:xfrm>
        </p:grpSpPr>
        <p:cxnSp>
          <p:nvCxnSpPr>
            <p:cNvPr id="34" name="直接连接符 33">
              <a:extLst>
                <a:ext uri="{FF2B5EF4-FFF2-40B4-BE49-F238E27FC236}">
                  <a16:creationId xmlns:a16="http://schemas.microsoft.com/office/drawing/2014/main" id="{98365522-F909-4548-AD38-E47ABCA60092}"/>
                </a:ext>
              </a:extLst>
            </p:cNvPr>
            <p:cNvCxnSpPr/>
            <p:nvPr/>
          </p:nvCxnSpPr>
          <p:spPr>
            <a:xfrm>
              <a:off x="6096000" y="987610"/>
              <a:ext cx="0" cy="5003800"/>
            </a:xfrm>
            <a:prstGeom prst="line">
              <a:avLst/>
            </a:prstGeom>
            <a:noFill/>
            <a:ln w="28575" cap="flat" cmpd="sng" algn="ctr">
              <a:solidFill>
                <a:schemeClr val="accent1"/>
              </a:solidFill>
              <a:prstDash val="solid"/>
              <a:miter lim="800000"/>
            </a:ln>
            <a:effectLst/>
          </p:spPr>
        </p:cxnSp>
        <p:sp>
          <p:nvSpPr>
            <p:cNvPr id="35" name="椭圆 34">
              <a:extLst>
                <a:ext uri="{FF2B5EF4-FFF2-40B4-BE49-F238E27FC236}">
                  <a16:creationId xmlns:a16="http://schemas.microsoft.com/office/drawing/2014/main" id="{FF0FEAC5-9078-48B0-B0E4-4C12E5DC9AB9}"/>
                </a:ext>
              </a:extLst>
            </p:cNvPr>
            <p:cNvSpPr/>
            <p:nvPr/>
          </p:nvSpPr>
          <p:spPr>
            <a:xfrm>
              <a:off x="5984443" y="1452664"/>
              <a:ext cx="216000" cy="216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6" name="椭圆 35">
              <a:extLst>
                <a:ext uri="{FF2B5EF4-FFF2-40B4-BE49-F238E27FC236}">
                  <a16:creationId xmlns:a16="http://schemas.microsoft.com/office/drawing/2014/main" id="{ECF319D0-D1F8-4884-8BB1-F897988CEA12}"/>
                </a:ext>
              </a:extLst>
            </p:cNvPr>
            <p:cNvSpPr/>
            <p:nvPr/>
          </p:nvSpPr>
          <p:spPr>
            <a:xfrm>
              <a:off x="5984443" y="3143128"/>
              <a:ext cx="216000" cy="216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37" name="椭圆 36">
              <a:extLst>
                <a:ext uri="{FF2B5EF4-FFF2-40B4-BE49-F238E27FC236}">
                  <a16:creationId xmlns:a16="http://schemas.microsoft.com/office/drawing/2014/main" id="{175E39EF-C92C-43C8-A634-1E5031D65051}"/>
                </a:ext>
              </a:extLst>
            </p:cNvPr>
            <p:cNvSpPr/>
            <p:nvPr/>
          </p:nvSpPr>
          <p:spPr>
            <a:xfrm>
              <a:off x="5984443" y="4833593"/>
              <a:ext cx="216000" cy="216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grpSp>
      <p:cxnSp>
        <p:nvCxnSpPr>
          <p:cNvPr id="38" name="直接连接符 37">
            <a:extLst>
              <a:ext uri="{FF2B5EF4-FFF2-40B4-BE49-F238E27FC236}">
                <a16:creationId xmlns:a16="http://schemas.microsoft.com/office/drawing/2014/main" id="{91CD3E4C-05C9-47DE-9CC4-8F9574E4D7A3}"/>
              </a:ext>
            </a:extLst>
          </p:cNvPr>
          <p:cNvCxnSpPr/>
          <p:nvPr/>
        </p:nvCxnSpPr>
        <p:spPr>
          <a:xfrm>
            <a:off x="5080000" y="1554262"/>
            <a:ext cx="2032000" cy="0"/>
          </a:xfrm>
          <a:prstGeom prst="line">
            <a:avLst/>
          </a:prstGeom>
          <a:noFill/>
          <a:ln w="6350" cap="flat" cmpd="sng" algn="ctr">
            <a:solidFill>
              <a:schemeClr val="accent1"/>
            </a:solidFill>
            <a:prstDash val="solid"/>
            <a:miter lim="800000"/>
          </a:ln>
          <a:effectLst/>
        </p:spPr>
      </p:cxnSp>
      <p:cxnSp>
        <p:nvCxnSpPr>
          <p:cNvPr id="39" name="直接连接符 38">
            <a:extLst>
              <a:ext uri="{FF2B5EF4-FFF2-40B4-BE49-F238E27FC236}">
                <a16:creationId xmlns:a16="http://schemas.microsoft.com/office/drawing/2014/main" id="{9CBC765D-BCD5-4C52-AEEF-54895D3FBA6B}"/>
              </a:ext>
            </a:extLst>
          </p:cNvPr>
          <p:cNvCxnSpPr/>
          <p:nvPr/>
        </p:nvCxnSpPr>
        <p:spPr>
          <a:xfrm>
            <a:off x="5080000" y="3251128"/>
            <a:ext cx="2032000" cy="0"/>
          </a:xfrm>
          <a:prstGeom prst="line">
            <a:avLst/>
          </a:prstGeom>
          <a:noFill/>
          <a:ln w="6350" cap="flat" cmpd="sng" algn="ctr">
            <a:solidFill>
              <a:schemeClr val="accent1"/>
            </a:solidFill>
            <a:prstDash val="solid"/>
            <a:miter lim="800000"/>
          </a:ln>
          <a:effectLst/>
        </p:spPr>
      </p:cxnSp>
      <p:cxnSp>
        <p:nvCxnSpPr>
          <p:cNvPr id="40" name="直接连接符 39">
            <a:extLst>
              <a:ext uri="{FF2B5EF4-FFF2-40B4-BE49-F238E27FC236}">
                <a16:creationId xmlns:a16="http://schemas.microsoft.com/office/drawing/2014/main" id="{3BD1B066-24FC-47F7-944C-95C898C5263A}"/>
              </a:ext>
            </a:extLst>
          </p:cNvPr>
          <p:cNvCxnSpPr/>
          <p:nvPr/>
        </p:nvCxnSpPr>
        <p:spPr>
          <a:xfrm>
            <a:off x="5080000" y="4941593"/>
            <a:ext cx="2032000" cy="0"/>
          </a:xfrm>
          <a:prstGeom prst="line">
            <a:avLst/>
          </a:prstGeom>
          <a:noFill/>
          <a:ln w="6350" cap="flat" cmpd="sng" algn="ctr">
            <a:solidFill>
              <a:schemeClr val="accent1"/>
            </a:solidFill>
            <a:prstDash val="solid"/>
            <a:miter lim="800000"/>
          </a:ln>
          <a:effectLst/>
        </p:spPr>
      </p:cxnSp>
      <p:sp>
        <p:nvSpPr>
          <p:cNvPr id="41" name="文本框 40">
            <a:extLst>
              <a:ext uri="{FF2B5EF4-FFF2-40B4-BE49-F238E27FC236}">
                <a16:creationId xmlns:a16="http://schemas.microsoft.com/office/drawing/2014/main" id="{66CFDBD3-EDA5-4EA3-AEB2-9116D27268B1}"/>
              </a:ext>
            </a:extLst>
          </p:cNvPr>
          <p:cNvSpPr txBox="1"/>
          <p:nvPr/>
        </p:nvSpPr>
        <p:spPr>
          <a:xfrm>
            <a:off x="1224232" y="1336968"/>
            <a:ext cx="3273369" cy="430887"/>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42" name="文本框 41">
            <a:extLst>
              <a:ext uri="{FF2B5EF4-FFF2-40B4-BE49-F238E27FC236}">
                <a16:creationId xmlns:a16="http://schemas.microsoft.com/office/drawing/2014/main" id="{31F6F863-881A-4955-B430-963CF8674BFD}"/>
              </a:ext>
            </a:extLst>
          </p:cNvPr>
          <p:cNvSpPr txBox="1"/>
          <p:nvPr/>
        </p:nvSpPr>
        <p:spPr>
          <a:xfrm>
            <a:off x="1224232" y="1876407"/>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sp>
        <p:nvSpPr>
          <p:cNvPr id="43" name="文本框 42">
            <a:extLst>
              <a:ext uri="{FF2B5EF4-FFF2-40B4-BE49-F238E27FC236}">
                <a16:creationId xmlns:a16="http://schemas.microsoft.com/office/drawing/2014/main" id="{DE2148D3-B150-4AAE-B380-49289A356E65}"/>
              </a:ext>
            </a:extLst>
          </p:cNvPr>
          <p:cNvSpPr txBox="1"/>
          <p:nvPr/>
        </p:nvSpPr>
        <p:spPr>
          <a:xfrm>
            <a:off x="1224232" y="3031899"/>
            <a:ext cx="3273369" cy="430887"/>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44" name="文本框 43">
            <a:extLst>
              <a:ext uri="{FF2B5EF4-FFF2-40B4-BE49-F238E27FC236}">
                <a16:creationId xmlns:a16="http://schemas.microsoft.com/office/drawing/2014/main" id="{F7AB5490-72A4-41ED-8BDC-6EB2DF91862E}"/>
              </a:ext>
            </a:extLst>
          </p:cNvPr>
          <p:cNvSpPr txBox="1"/>
          <p:nvPr/>
        </p:nvSpPr>
        <p:spPr>
          <a:xfrm>
            <a:off x="1224232" y="3571338"/>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sp>
        <p:nvSpPr>
          <p:cNvPr id="45" name="文本框 44">
            <a:extLst>
              <a:ext uri="{FF2B5EF4-FFF2-40B4-BE49-F238E27FC236}">
                <a16:creationId xmlns:a16="http://schemas.microsoft.com/office/drawing/2014/main" id="{6A352EAF-A87B-4B03-A487-15EFF5039E3A}"/>
              </a:ext>
            </a:extLst>
          </p:cNvPr>
          <p:cNvSpPr txBox="1"/>
          <p:nvPr/>
        </p:nvSpPr>
        <p:spPr>
          <a:xfrm>
            <a:off x="1224232" y="4709952"/>
            <a:ext cx="3273369" cy="430887"/>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64" name="文本框 63">
            <a:extLst>
              <a:ext uri="{FF2B5EF4-FFF2-40B4-BE49-F238E27FC236}">
                <a16:creationId xmlns:a16="http://schemas.microsoft.com/office/drawing/2014/main" id="{D9DAC488-3818-4AB7-BF71-F27D6A30D9EC}"/>
              </a:ext>
            </a:extLst>
          </p:cNvPr>
          <p:cNvSpPr txBox="1"/>
          <p:nvPr/>
        </p:nvSpPr>
        <p:spPr>
          <a:xfrm>
            <a:off x="1224232" y="5249391"/>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sp>
        <p:nvSpPr>
          <p:cNvPr id="65" name="文本框 64">
            <a:extLst>
              <a:ext uri="{FF2B5EF4-FFF2-40B4-BE49-F238E27FC236}">
                <a16:creationId xmlns:a16="http://schemas.microsoft.com/office/drawing/2014/main" id="{15DAE622-0B9C-49D8-A696-B41006768D46}"/>
              </a:ext>
            </a:extLst>
          </p:cNvPr>
          <p:cNvSpPr txBox="1"/>
          <p:nvPr/>
        </p:nvSpPr>
        <p:spPr>
          <a:xfrm>
            <a:off x="7676294" y="1336968"/>
            <a:ext cx="3273369" cy="43088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66" name="文本框 65">
            <a:extLst>
              <a:ext uri="{FF2B5EF4-FFF2-40B4-BE49-F238E27FC236}">
                <a16:creationId xmlns:a16="http://schemas.microsoft.com/office/drawing/2014/main" id="{C2FEAF1B-032A-43EB-9FC4-51AC1F470A13}"/>
              </a:ext>
            </a:extLst>
          </p:cNvPr>
          <p:cNvSpPr txBox="1"/>
          <p:nvPr/>
        </p:nvSpPr>
        <p:spPr>
          <a:xfrm>
            <a:off x="7676294" y="1876407"/>
            <a:ext cx="3273369" cy="720197"/>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sp>
        <p:nvSpPr>
          <p:cNvPr id="67" name="文本框 66">
            <a:extLst>
              <a:ext uri="{FF2B5EF4-FFF2-40B4-BE49-F238E27FC236}">
                <a16:creationId xmlns:a16="http://schemas.microsoft.com/office/drawing/2014/main" id="{97B67956-36D8-4450-956B-566065CBA2ED}"/>
              </a:ext>
            </a:extLst>
          </p:cNvPr>
          <p:cNvSpPr txBox="1"/>
          <p:nvPr/>
        </p:nvSpPr>
        <p:spPr>
          <a:xfrm>
            <a:off x="7676294" y="3031899"/>
            <a:ext cx="3273369" cy="43088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68" name="文本框 67">
            <a:extLst>
              <a:ext uri="{FF2B5EF4-FFF2-40B4-BE49-F238E27FC236}">
                <a16:creationId xmlns:a16="http://schemas.microsoft.com/office/drawing/2014/main" id="{0DC77B34-9187-4B01-A49E-5338A0C29475}"/>
              </a:ext>
            </a:extLst>
          </p:cNvPr>
          <p:cNvSpPr txBox="1"/>
          <p:nvPr/>
        </p:nvSpPr>
        <p:spPr>
          <a:xfrm>
            <a:off x="7676294" y="3571338"/>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sp>
        <p:nvSpPr>
          <p:cNvPr id="69" name="文本框 68">
            <a:extLst>
              <a:ext uri="{FF2B5EF4-FFF2-40B4-BE49-F238E27FC236}">
                <a16:creationId xmlns:a16="http://schemas.microsoft.com/office/drawing/2014/main" id="{4184225B-75FE-4CB7-888D-9D7047E64914}"/>
              </a:ext>
            </a:extLst>
          </p:cNvPr>
          <p:cNvSpPr txBox="1"/>
          <p:nvPr/>
        </p:nvSpPr>
        <p:spPr>
          <a:xfrm>
            <a:off x="7676294" y="4709952"/>
            <a:ext cx="3273369" cy="43088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a:ea typeface="微软雅黑"/>
                <a:cs typeface="+mn-cs"/>
              </a:rPr>
              <a:t>标题关键词</a:t>
            </a:r>
          </a:p>
        </p:txBody>
      </p:sp>
      <p:sp>
        <p:nvSpPr>
          <p:cNvPr id="70" name="文本框 69">
            <a:extLst>
              <a:ext uri="{FF2B5EF4-FFF2-40B4-BE49-F238E27FC236}">
                <a16:creationId xmlns:a16="http://schemas.microsoft.com/office/drawing/2014/main" id="{EDAA0C0B-49E9-44E4-82FF-063C35F30E09}"/>
              </a:ext>
            </a:extLst>
          </p:cNvPr>
          <p:cNvSpPr txBox="1"/>
          <p:nvPr/>
        </p:nvSpPr>
        <p:spPr>
          <a:xfrm>
            <a:off x="7676294" y="5249391"/>
            <a:ext cx="3273369" cy="684675"/>
          </a:xfrm>
          <a:prstGeom prst="rect">
            <a:avLst/>
          </a:prstGeom>
          <a:noFill/>
        </p:spPr>
        <p:txBody>
          <a:bodyPr wrap="square" lIns="0" tIns="0" rIns="0" bIns="0" rtlCol="0">
            <a:spAutoFit/>
          </a:bodyPr>
          <a:lstStyle>
            <a:defPPr>
              <a:defRPr lang="zh-CN"/>
            </a:defPPr>
            <a:lvl1pPr algn="just">
              <a:lnSpc>
                <a:spcPct val="130000"/>
              </a:lnSpc>
              <a:defRPr sz="1400" spc="300">
                <a:solidFill>
                  <a:schemeClr val="tx1">
                    <a:lumMod val="85000"/>
                    <a:lumOff val="15000"/>
                  </a:schemeClr>
                </a:solidFill>
              </a:defRPr>
            </a:lvl1p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这里可以输入一段话，解释论点根据实际情况调整</a:t>
            </a:r>
          </a:p>
        </p:txBody>
      </p:sp>
      <p:grpSp>
        <p:nvGrpSpPr>
          <p:cNvPr id="71" name="组合 70">
            <a:extLst>
              <a:ext uri="{FF2B5EF4-FFF2-40B4-BE49-F238E27FC236}">
                <a16:creationId xmlns:a16="http://schemas.microsoft.com/office/drawing/2014/main" id="{FB30725F-D0EF-439D-8E41-F9F2EC9F6152}"/>
              </a:ext>
            </a:extLst>
          </p:cNvPr>
          <p:cNvGrpSpPr/>
          <p:nvPr/>
        </p:nvGrpSpPr>
        <p:grpSpPr>
          <a:xfrm>
            <a:off x="6687312" y="2985510"/>
            <a:ext cx="504000" cy="504000"/>
            <a:chOff x="7982080" y="4240456"/>
            <a:chExt cx="504000" cy="504000"/>
          </a:xfrm>
        </p:grpSpPr>
        <p:sp>
          <p:nvSpPr>
            <p:cNvPr id="72" name="椭圆 71">
              <a:extLst>
                <a:ext uri="{FF2B5EF4-FFF2-40B4-BE49-F238E27FC236}">
                  <a16:creationId xmlns:a16="http://schemas.microsoft.com/office/drawing/2014/main" id="{321C5363-4DF6-4916-987C-B6702218EA21}"/>
                </a:ext>
              </a:extLst>
            </p:cNvPr>
            <p:cNvSpPr/>
            <p:nvPr/>
          </p:nvSpPr>
          <p:spPr>
            <a:xfrm>
              <a:off x="7982080" y="4240456"/>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73" name="Freeform 108">
              <a:extLst>
                <a:ext uri="{FF2B5EF4-FFF2-40B4-BE49-F238E27FC236}">
                  <a16:creationId xmlns:a16="http://schemas.microsoft.com/office/drawing/2014/main" id="{5EB69014-7CF2-415E-BDB6-C9EC32D95784}"/>
                </a:ext>
              </a:extLst>
            </p:cNvPr>
            <p:cNvSpPr>
              <a:spLocks noChangeAspect="1" noEditPoints="1"/>
            </p:cNvSpPr>
            <p:nvPr/>
          </p:nvSpPr>
          <p:spPr bwMode="auto">
            <a:xfrm>
              <a:off x="8054080" y="4382788"/>
              <a:ext cx="360000" cy="219337"/>
            </a:xfrm>
            <a:custGeom>
              <a:avLst/>
              <a:gdLst>
                <a:gd name="T0" fmla="*/ 126 w 128"/>
                <a:gd name="T1" fmla="*/ 74 h 78"/>
                <a:gd name="T2" fmla="*/ 114 w 128"/>
                <a:gd name="T3" fmla="*/ 74 h 78"/>
                <a:gd name="T4" fmla="*/ 114 w 128"/>
                <a:gd name="T5" fmla="*/ 50 h 78"/>
                <a:gd name="T6" fmla="*/ 108 w 128"/>
                <a:gd name="T7" fmla="*/ 44 h 78"/>
                <a:gd name="T8" fmla="*/ 94 w 128"/>
                <a:gd name="T9" fmla="*/ 44 h 78"/>
                <a:gd name="T10" fmla="*/ 88 w 128"/>
                <a:gd name="T11" fmla="*/ 50 h 78"/>
                <a:gd name="T12" fmla="*/ 88 w 128"/>
                <a:gd name="T13" fmla="*/ 74 h 78"/>
                <a:gd name="T14" fmla="*/ 77 w 128"/>
                <a:gd name="T15" fmla="*/ 74 h 78"/>
                <a:gd name="T16" fmla="*/ 77 w 128"/>
                <a:gd name="T17" fmla="*/ 6 h 78"/>
                <a:gd name="T18" fmla="*/ 71 w 128"/>
                <a:gd name="T19" fmla="*/ 0 h 78"/>
                <a:gd name="T20" fmla="*/ 57 w 128"/>
                <a:gd name="T21" fmla="*/ 0 h 78"/>
                <a:gd name="T22" fmla="*/ 51 w 128"/>
                <a:gd name="T23" fmla="*/ 6 h 78"/>
                <a:gd name="T24" fmla="*/ 51 w 128"/>
                <a:gd name="T25" fmla="*/ 74 h 78"/>
                <a:gd name="T26" fmla="*/ 40 w 128"/>
                <a:gd name="T27" fmla="*/ 74 h 78"/>
                <a:gd name="T28" fmla="*/ 40 w 128"/>
                <a:gd name="T29" fmla="*/ 35 h 78"/>
                <a:gd name="T30" fmla="*/ 34 w 128"/>
                <a:gd name="T31" fmla="*/ 29 h 78"/>
                <a:gd name="T32" fmla="*/ 20 w 128"/>
                <a:gd name="T33" fmla="*/ 29 h 78"/>
                <a:gd name="T34" fmla="*/ 14 w 128"/>
                <a:gd name="T35" fmla="*/ 35 h 78"/>
                <a:gd name="T36" fmla="*/ 14 w 128"/>
                <a:gd name="T37" fmla="*/ 74 h 78"/>
                <a:gd name="T38" fmla="*/ 2 w 128"/>
                <a:gd name="T39" fmla="*/ 74 h 78"/>
                <a:gd name="T40" fmla="*/ 0 w 128"/>
                <a:gd name="T41" fmla="*/ 76 h 78"/>
                <a:gd name="T42" fmla="*/ 2 w 128"/>
                <a:gd name="T43" fmla="*/ 78 h 78"/>
                <a:gd name="T44" fmla="*/ 126 w 128"/>
                <a:gd name="T45" fmla="*/ 78 h 78"/>
                <a:gd name="T46" fmla="*/ 128 w 128"/>
                <a:gd name="T47" fmla="*/ 76 h 78"/>
                <a:gd name="T48" fmla="*/ 126 w 128"/>
                <a:gd name="T49" fmla="*/ 74 h 78"/>
                <a:gd name="T50" fmla="*/ 36 w 128"/>
                <a:gd name="T51" fmla="*/ 74 h 78"/>
                <a:gd name="T52" fmla="*/ 18 w 128"/>
                <a:gd name="T53" fmla="*/ 74 h 78"/>
                <a:gd name="T54" fmla="*/ 18 w 128"/>
                <a:gd name="T55" fmla="*/ 34 h 78"/>
                <a:gd name="T56" fmla="*/ 36 w 128"/>
                <a:gd name="T57" fmla="*/ 34 h 78"/>
                <a:gd name="T58" fmla="*/ 36 w 128"/>
                <a:gd name="T59" fmla="*/ 74 h 78"/>
                <a:gd name="T60" fmla="*/ 73 w 128"/>
                <a:gd name="T61" fmla="*/ 74 h 78"/>
                <a:gd name="T62" fmla="*/ 55 w 128"/>
                <a:gd name="T63" fmla="*/ 74 h 78"/>
                <a:gd name="T64" fmla="*/ 55 w 128"/>
                <a:gd name="T65" fmla="*/ 4 h 78"/>
                <a:gd name="T66" fmla="*/ 73 w 128"/>
                <a:gd name="T67" fmla="*/ 4 h 78"/>
                <a:gd name="T68" fmla="*/ 73 w 128"/>
                <a:gd name="T69" fmla="*/ 74 h 78"/>
                <a:gd name="T70" fmla="*/ 110 w 128"/>
                <a:gd name="T71" fmla="*/ 74 h 78"/>
                <a:gd name="T72" fmla="*/ 92 w 128"/>
                <a:gd name="T73" fmla="*/ 74 h 78"/>
                <a:gd name="T74" fmla="*/ 92 w 128"/>
                <a:gd name="T75" fmla="*/ 49 h 78"/>
                <a:gd name="T76" fmla="*/ 110 w 128"/>
                <a:gd name="T77" fmla="*/ 49 h 78"/>
                <a:gd name="T78" fmla="*/ 110 w 128"/>
                <a:gd name="T79" fmla="*/ 74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28" h="78">
                  <a:moveTo>
                    <a:pt x="126" y="74"/>
                  </a:moveTo>
                  <a:cubicBezTo>
                    <a:pt x="114" y="74"/>
                    <a:pt x="114" y="74"/>
                    <a:pt x="114" y="74"/>
                  </a:cubicBezTo>
                  <a:cubicBezTo>
                    <a:pt x="114" y="50"/>
                    <a:pt x="114" y="50"/>
                    <a:pt x="114" y="50"/>
                  </a:cubicBezTo>
                  <a:cubicBezTo>
                    <a:pt x="114" y="47"/>
                    <a:pt x="112" y="44"/>
                    <a:pt x="108" y="44"/>
                  </a:cubicBezTo>
                  <a:cubicBezTo>
                    <a:pt x="94" y="44"/>
                    <a:pt x="94" y="44"/>
                    <a:pt x="94" y="44"/>
                  </a:cubicBezTo>
                  <a:cubicBezTo>
                    <a:pt x="90" y="44"/>
                    <a:pt x="88" y="47"/>
                    <a:pt x="88" y="50"/>
                  </a:cubicBezTo>
                  <a:cubicBezTo>
                    <a:pt x="88" y="74"/>
                    <a:pt x="88" y="74"/>
                    <a:pt x="88" y="74"/>
                  </a:cubicBezTo>
                  <a:cubicBezTo>
                    <a:pt x="77" y="74"/>
                    <a:pt x="77" y="74"/>
                    <a:pt x="77" y="74"/>
                  </a:cubicBezTo>
                  <a:cubicBezTo>
                    <a:pt x="77" y="6"/>
                    <a:pt x="77" y="6"/>
                    <a:pt x="77" y="6"/>
                  </a:cubicBezTo>
                  <a:cubicBezTo>
                    <a:pt x="77" y="2"/>
                    <a:pt x="75" y="0"/>
                    <a:pt x="71" y="0"/>
                  </a:cubicBezTo>
                  <a:cubicBezTo>
                    <a:pt x="57" y="0"/>
                    <a:pt x="57" y="0"/>
                    <a:pt x="57" y="0"/>
                  </a:cubicBezTo>
                  <a:cubicBezTo>
                    <a:pt x="53" y="0"/>
                    <a:pt x="51" y="2"/>
                    <a:pt x="51" y="6"/>
                  </a:cubicBezTo>
                  <a:cubicBezTo>
                    <a:pt x="51" y="74"/>
                    <a:pt x="51" y="74"/>
                    <a:pt x="51" y="74"/>
                  </a:cubicBezTo>
                  <a:cubicBezTo>
                    <a:pt x="40" y="74"/>
                    <a:pt x="40" y="74"/>
                    <a:pt x="40" y="74"/>
                  </a:cubicBezTo>
                  <a:cubicBezTo>
                    <a:pt x="40" y="35"/>
                    <a:pt x="40" y="35"/>
                    <a:pt x="40" y="35"/>
                  </a:cubicBezTo>
                  <a:cubicBezTo>
                    <a:pt x="40" y="32"/>
                    <a:pt x="38" y="29"/>
                    <a:pt x="34" y="29"/>
                  </a:cubicBezTo>
                  <a:cubicBezTo>
                    <a:pt x="20" y="29"/>
                    <a:pt x="20" y="29"/>
                    <a:pt x="20" y="29"/>
                  </a:cubicBezTo>
                  <a:cubicBezTo>
                    <a:pt x="16" y="29"/>
                    <a:pt x="14" y="32"/>
                    <a:pt x="14" y="35"/>
                  </a:cubicBezTo>
                  <a:cubicBezTo>
                    <a:pt x="14" y="74"/>
                    <a:pt x="14" y="74"/>
                    <a:pt x="14" y="74"/>
                  </a:cubicBezTo>
                  <a:cubicBezTo>
                    <a:pt x="2" y="74"/>
                    <a:pt x="2" y="74"/>
                    <a:pt x="2" y="74"/>
                  </a:cubicBezTo>
                  <a:cubicBezTo>
                    <a:pt x="1" y="74"/>
                    <a:pt x="0" y="75"/>
                    <a:pt x="0" y="76"/>
                  </a:cubicBezTo>
                  <a:cubicBezTo>
                    <a:pt x="0" y="77"/>
                    <a:pt x="1" y="78"/>
                    <a:pt x="2" y="78"/>
                  </a:cubicBezTo>
                  <a:cubicBezTo>
                    <a:pt x="126" y="78"/>
                    <a:pt x="126" y="78"/>
                    <a:pt x="126" y="78"/>
                  </a:cubicBezTo>
                  <a:cubicBezTo>
                    <a:pt x="127" y="78"/>
                    <a:pt x="128" y="77"/>
                    <a:pt x="128" y="76"/>
                  </a:cubicBezTo>
                  <a:cubicBezTo>
                    <a:pt x="128" y="75"/>
                    <a:pt x="127" y="74"/>
                    <a:pt x="126" y="74"/>
                  </a:cubicBezTo>
                  <a:close/>
                  <a:moveTo>
                    <a:pt x="36" y="74"/>
                  </a:moveTo>
                  <a:cubicBezTo>
                    <a:pt x="18" y="74"/>
                    <a:pt x="18" y="74"/>
                    <a:pt x="18" y="74"/>
                  </a:cubicBezTo>
                  <a:cubicBezTo>
                    <a:pt x="18" y="34"/>
                    <a:pt x="18" y="34"/>
                    <a:pt x="18" y="34"/>
                  </a:cubicBezTo>
                  <a:cubicBezTo>
                    <a:pt x="36" y="34"/>
                    <a:pt x="36" y="34"/>
                    <a:pt x="36" y="34"/>
                  </a:cubicBezTo>
                  <a:lnTo>
                    <a:pt x="36" y="74"/>
                  </a:lnTo>
                  <a:close/>
                  <a:moveTo>
                    <a:pt x="73" y="74"/>
                  </a:moveTo>
                  <a:cubicBezTo>
                    <a:pt x="55" y="74"/>
                    <a:pt x="55" y="74"/>
                    <a:pt x="55" y="74"/>
                  </a:cubicBezTo>
                  <a:cubicBezTo>
                    <a:pt x="55" y="4"/>
                    <a:pt x="55" y="4"/>
                    <a:pt x="55" y="4"/>
                  </a:cubicBezTo>
                  <a:cubicBezTo>
                    <a:pt x="73" y="4"/>
                    <a:pt x="73" y="4"/>
                    <a:pt x="73" y="4"/>
                  </a:cubicBezTo>
                  <a:lnTo>
                    <a:pt x="73" y="74"/>
                  </a:lnTo>
                  <a:close/>
                  <a:moveTo>
                    <a:pt x="110" y="74"/>
                  </a:moveTo>
                  <a:cubicBezTo>
                    <a:pt x="92" y="74"/>
                    <a:pt x="92" y="74"/>
                    <a:pt x="92" y="74"/>
                  </a:cubicBezTo>
                  <a:cubicBezTo>
                    <a:pt x="92" y="49"/>
                    <a:pt x="92" y="49"/>
                    <a:pt x="92" y="49"/>
                  </a:cubicBezTo>
                  <a:cubicBezTo>
                    <a:pt x="110" y="49"/>
                    <a:pt x="110" y="49"/>
                    <a:pt x="110" y="49"/>
                  </a:cubicBezTo>
                  <a:lnTo>
                    <a:pt x="110" y="74"/>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74" name="组合 73">
            <a:extLst>
              <a:ext uri="{FF2B5EF4-FFF2-40B4-BE49-F238E27FC236}">
                <a16:creationId xmlns:a16="http://schemas.microsoft.com/office/drawing/2014/main" id="{86CED927-9CE6-45E4-AF9F-BD68E218D0A3}"/>
              </a:ext>
            </a:extLst>
          </p:cNvPr>
          <p:cNvGrpSpPr/>
          <p:nvPr/>
        </p:nvGrpSpPr>
        <p:grpSpPr>
          <a:xfrm>
            <a:off x="6687312" y="4699168"/>
            <a:ext cx="504000" cy="504000"/>
            <a:chOff x="7982080" y="5312514"/>
            <a:chExt cx="504000" cy="504000"/>
          </a:xfrm>
        </p:grpSpPr>
        <p:sp>
          <p:nvSpPr>
            <p:cNvPr id="75" name="椭圆 74">
              <a:extLst>
                <a:ext uri="{FF2B5EF4-FFF2-40B4-BE49-F238E27FC236}">
                  <a16:creationId xmlns:a16="http://schemas.microsoft.com/office/drawing/2014/main" id="{842B825B-9174-465E-BA78-4379471DB442}"/>
                </a:ext>
              </a:extLst>
            </p:cNvPr>
            <p:cNvSpPr/>
            <p:nvPr/>
          </p:nvSpPr>
          <p:spPr>
            <a:xfrm>
              <a:off x="7982080" y="5312514"/>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76" name="Freeform 96">
              <a:extLst>
                <a:ext uri="{FF2B5EF4-FFF2-40B4-BE49-F238E27FC236}">
                  <a16:creationId xmlns:a16="http://schemas.microsoft.com/office/drawing/2014/main" id="{F20D0201-B83E-428C-92F8-76C9C7CEE8BB}"/>
                </a:ext>
              </a:extLst>
            </p:cNvPr>
            <p:cNvSpPr>
              <a:spLocks noChangeAspect="1" noEditPoints="1"/>
            </p:cNvSpPr>
            <p:nvPr/>
          </p:nvSpPr>
          <p:spPr bwMode="auto">
            <a:xfrm>
              <a:off x="8072080" y="5401977"/>
              <a:ext cx="324000" cy="325074"/>
            </a:xfrm>
            <a:custGeom>
              <a:avLst/>
              <a:gdLst>
                <a:gd name="T0" fmla="*/ 64 w 128"/>
                <a:gd name="T1" fmla="*/ 128 h 128"/>
                <a:gd name="T2" fmla="*/ 20 w 128"/>
                <a:gd name="T3" fmla="*/ 24 h 128"/>
                <a:gd name="T4" fmla="*/ 48 w 128"/>
                <a:gd name="T5" fmla="*/ 7 h 128"/>
                <a:gd name="T6" fmla="*/ 33 w 128"/>
                <a:gd name="T7" fmla="*/ 30 h 128"/>
                <a:gd name="T8" fmla="*/ 21 w 128"/>
                <a:gd name="T9" fmla="*/ 26 h 128"/>
                <a:gd name="T10" fmla="*/ 5 w 128"/>
                <a:gd name="T11" fmla="*/ 60 h 128"/>
                <a:gd name="T12" fmla="*/ 16 w 128"/>
                <a:gd name="T13" fmla="*/ 29 h 128"/>
                <a:gd name="T14" fmla="*/ 30 w 128"/>
                <a:gd name="T15" fmla="*/ 35 h 128"/>
                <a:gd name="T16" fmla="*/ 24 w 128"/>
                <a:gd name="T17" fmla="*/ 62 h 128"/>
                <a:gd name="T18" fmla="*/ 17 w 128"/>
                <a:gd name="T19" fmla="*/ 98 h 128"/>
                <a:gd name="T20" fmla="*/ 9 w 128"/>
                <a:gd name="T21" fmla="*/ 87 h 128"/>
                <a:gd name="T22" fmla="*/ 24 w 128"/>
                <a:gd name="T23" fmla="*/ 66 h 128"/>
                <a:gd name="T24" fmla="*/ 30 w 128"/>
                <a:gd name="T25" fmla="*/ 93 h 128"/>
                <a:gd name="T26" fmla="*/ 48 w 128"/>
                <a:gd name="T27" fmla="*/ 121 h 128"/>
                <a:gd name="T28" fmla="*/ 20 w 128"/>
                <a:gd name="T29" fmla="*/ 104 h 128"/>
                <a:gd name="T30" fmla="*/ 31 w 128"/>
                <a:gd name="T31" fmla="*/ 98 h 128"/>
                <a:gd name="T32" fmla="*/ 49 w 128"/>
                <a:gd name="T33" fmla="*/ 119 h 128"/>
                <a:gd name="T34" fmla="*/ 62 w 128"/>
                <a:gd name="T35" fmla="*/ 122 h 128"/>
                <a:gd name="T36" fmla="*/ 37 w 128"/>
                <a:gd name="T37" fmla="*/ 97 h 128"/>
                <a:gd name="T38" fmla="*/ 60 w 128"/>
                <a:gd name="T39" fmla="*/ 92 h 128"/>
                <a:gd name="T40" fmla="*/ 62 w 128"/>
                <a:gd name="T41" fmla="*/ 88 h 128"/>
                <a:gd name="T42" fmla="*/ 34 w 128"/>
                <a:gd name="T43" fmla="*/ 92 h 128"/>
                <a:gd name="T44" fmla="*/ 29 w 128"/>
                <a:gd name="T45" fmla="*/ 66 h 128"/>
                <a:gd name="T46" fmla="*/ 62 w 128"/>
                <a:gd name="T47" fmla="*/ 62 h 128"/>
                <a:gd name="T48" fmla="*/ 34 w 128"/>
                <a:gd name="T49" fmla="*/ 38 h 128"/>
                <a:gd name="T50" fmla="*/ 60 w 128"/>
                <a:gd name="T51" fmla="*/ 40 h 128"/>
                <a:gd name="T52" fmla="*/ 62 w 128"/>
                <a:gd name="T53" fmla="*/ 36 h 128"/>
                <a:gd name="T54" fmla="*/ 36 w 128"/>
                <a:gd name="T55" fmla="*/ 32 h 128"/>
                <a:gd name="T56" fmla="*/ 60 w 128"/>
                <a:gd name="T57" fmla="*/ 7 h 128"/>
                <a:gd name="T58" fmla="*/ 111 w 128"/>
                <a:gd name="T59" fmla="*/ 30 h 128"/>
                <a:gd name="T60" fmla="*/ 119 w 128"/>
                <a:gd name="T61" fmla="*/ 41 h 128"/>
                <a:gd name="T62" fmla="*/ 104 w 128"/>
                <a:gd name="T63" fmla="*/ 62 h 128"/>
                <a:gd name="T64" fmla="*/ 98 w 128"/>
                <a:gd name="T65" fmla="*/ 35 h 128"/>
                <a:gd name="T66" fmla="*/ 80 w 128"/>
                <a:gd name="T67" fmla="*/ 7 h 128"/>
                <a:gd name="T68" fmla="*/ 108 w 128"/>
                <a:gd name="T69" fmla="*/ 24 h 128"/>
                <a:gd name="T70" fmla="*/ 97 w 128"/>
                <a:gd name="T71" fmla="*/ 30 h 128"/>
                <a:gd name="T72" fmla="*/ 79 w 128"/>
                <a:gd name="T73" fmla="*/ 9 h 128"/>
                <a:gd name="T74" fmla="*/ 66 w 128"/>
                <a:gd name="T75" fmla="*/ 6 h 128"/>
                <a:gd name="T76" fmla="*/ 91 w 128"/>
                <a:gd name="T77" fmla="*/ 31 h 128"/>
                <a:gd name="T78" fmla="*/ 68 w 128"/>
                <a:gd name="T79" fmla="*/ 36 h 128"/>
                <a:gd name="T80" fmla="*/ 66 w 128"/>
                <a:gd name="T81" fmla="*/ 40 h 128"/>
                <a:gd name="T82" fmla="*/ 94 w 128"/>
                <a:gd name="T83" fmla="*/ 36 h 128"/>
                <a:gd name="T84" fmla="*/ 99 w 128"/>
                <a:gd name="T85" fmla="*/ 62 h 128"/>
                <a:gd name="T86" fmla="*/ 66 w 128"/>
                <a:gd name="T87" fmla="*/ 66 h 128"/>
                <a:gd name="T88" fmla="*/ 94 w 128"/>
                <a:gd name="T89" fmla="*/ 90 h 128"/>
                <a:gd name="T90" fmla="*/ 68 w 128"/>
                <a:gd name="T91" fmla="*/ 88 h 128"/>
                <a:gd name="T92" fmla="*/ 66 w 128"/>
                <a:gd name="T93" fmla="*/ 122 h 128"/>
                <a:gd name="T94" fmla="*/ 90 w 128"/>
                <a:gd name="T95" fmla="*/ 95 h 128"/>
                <a:gd name="T96" fmla="*/ 80 w 128"/>
                <a:gd name="T97" fmla="*/ 112 h 128"/>
                <a:gd name="T98" fmla="*/ 108 w 128"/>
                <a:gd name="T99" fmla="*/ 104 h 128"/>
                <a:gd name="T100" fmla="*/ 80 w 128"/>
                <a:gd name="T101" fmla="*/ 121 h 128"/>
                <a:gd name="T102" fmla="*/ 95 w 128"/>
                <a:gd name="T103" fmla="*/ 98 h 128"/>
                <a:gd name="T104" fmla="*/ 107 w 128"/>
                <a:gd name="T105" fmla="*/ 102 h 128"/>
                <a:gd name="T106" fmla="*/ 123 w 128"/>
                <a:gd name="T107" fmla="*/ 68 h 128"/>
                <a:gd name="T108" fmla="*/ 112 w 128"/>
                <a:gd name="T109" fmla="*/ 99 h 128"/>
                <a:gd name="T110" fmla="*/ 98 w 128"/>
                <a:gd name="T111" fmla="*/ 93 h 128"/>
                <a:gd name="T112" fmla="*/ 104 w 128"/>
                <a:gd name="T113" fmla="*/ 66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28" h="128">
                  <a:moveTo>
                    <a:pt x="64" y="0"/>
                  </a:moveTo>
                  <a:cubicBezTo>
                    <a:pt x="29" y="0"/>
                    <a:pt x="0" y="29"/>
                    <a:pt x="0" y="64"/>
                  </a:cubicBezTo>
                  <a:cubicBezTo>
                    <a:pt x="0" y="99"/>
                    <a:pt x="29" y="128"/>
                    <a:pt x="64" y="128"/>
                  </a:cubicBezTo>
                  <a:cubicBezTo>
                    <a:pt x="99" y="128"/>
                    <a:pt x="128" y="99"/>
                    <a:pt x="128" y="64"/>
                  </a:cubicBezTo>
                  <a:cubicBezTo>
                    <a:pt x="128" y="29"/>
                    <a:pt x="99" y="0"/>
                    <a:pt x="64" y="0"/>
                  </a:cubicBezTo>
                  <a:close/>
                  <a:moveTo>
                    <a:pt x="20" y="24"/>
                  </a:moveTo>
                  <a:cubicBezTo>
                    <a:pt x="21" y="23"/>
                    <a:pt x="21" y="23"/>
                    <a:pt x="22" y="22"/>
                  </a:cubicBezTo>
                  <a:cubicBezTo>
                    <a:pt x="27" y="17"/>
                    <a:pt x="34" y="12"/>
                    <a:pt x="41" y="9"/>
                  </a:cubicBezTo>
                  <a:cubicBezTo>
                    <a:pt x="43" y="8"/>
                    <a:pt x="46" y="7"/>
                    <a:pt x="48" y="7"/>
                  </a:cubicBezTo>
                  <a:cubicBezTo>
                    <a:pt x="54" y="5"/>
                    <a:pt x="54" y="5"/>
                    <a:pt x="54" y="5"/>
                  </a:cubicBezTo>
                  <a:cubicBezTo>
                    <a:pt x="49" y="9"/>
                    <a:pt x="49" y="9"/>
                    <a:pt x="49" y="9"/>
                  </a:cubicBezTo>
                  <a:cubicBezTo>
                    <a:pt x="43" y="15"/>
                    <a:pt x="37" y="22"/>
                    <a:pt x="33" y="30"/>
                  </a:cubicBezTo>
                  <a:cubicBezTo>
                    <a:pt x="32" y="31"/>
                    <a:pt x="32" y="31"/>
                    <a:pt x="32" y="31"/>
                  </a:cubicBezTo>
                  <a:cubicBezTo>
                    <a:pt x="31" y="30"/>
                    <a:pt x="31" y="30"/>
                    <a:pt x="31" y="30"/>
                  </a:cubicBezTo>
                  <a:cubicBezTo>
                    <a:pt x="27" y="29"/>
                    <a:pt x="24" y="28"/>
                    <a:pt x="21" y="26"/>
                  </a:cubicBezTo>
                  <a:cubicBezTo>
                    <a:pt x="19" y="25"/>
                    <a:pt x="19" y="25"/>
                    <a:pt x="19" y="25"/>
                  </a:cubicBezTo>
                  <a:lnTo>
                    <a:pt x="20" y="24"/>
                  </a:lnTo>
                  <a:close/>
                  <a:moveTo>
                    <a:pt x="5" y="60"/>
                  </a:moveTo>
                  <a:cubicBezTo>
                    <a:pt x="5" y="54"/>
                    <a:pt x="7" y="47"/>
                    <a:pt x="9" y="41"/>
                  </a:cubicBezTo>
                  <a:cubicBezTo>
                    <a:pt x="11" y="37"/>
                    <a:pt x="13" y="33"/>
                    <a:pt x="15" y="30"/>
                  </a:cubicBezTo>
                  <a:cubicBezTo>
                    <a:pt x="16" y="29"/>
                    <a:pt x="16" y="29"/>
                    <a:pt x="16" y="29"/>
                  </a:cubicBezTo>
                  <a:cubicBezTo>
                    <a:pt x="17" y="30"/>
                    <a:pt x="17" y="30"/>
                    <a:pt x="17" y="30"/>
                  </a:cubicBezTo>
                  <a:cubicBezTo>
                    <a:pt x="21" y="31"/>
                    <a:pt x="25" y="33"/>
                    <a:pt x="29" y="34"/>
                  </a:cubicBezTo>
                  <a:cubicBezTo>
                    <a:pt x="30" y="35"/>
                    <a:pt x="30" y="35"/>
                    <a:pt x="30" y="35"/>
                  </a:cubicBezTo>
                  <a:cubicBezTo>
                    <a:pt x="29" y="36"/>
                    <a:pt x="29" y="36"/>
                    <a:pt x="29" y="36"/>
                  </a:cubicBezTo>
                  <a:cubicBezTo>
                    <a:pt x="26" y="44"/>
                    <a:pt x="24" y="52"/>
                    <a:pt x="24" y="60"/>
                  </a:cubicBezTo>
                  <a:cubicBezTo>
                    <a:pt x="24" y="62"/>
                    <a:pt x="24" y="62"/>
                    <a:pt x="24" y="62"/>
                  </a:cubicBezTo>
                  <a:cubicBezTo>
                    <a:pt x="5" y="62"/>
                    <a:pt x="5" y="62"/>
                    <a:pt x="5" y="62"/>
                  </a:cubicBezTo>
                  <a:lnTo>
                    <a:pt x="5" y="60"/>
                  </a:lnTo>
                  <a:close/>
                  <a:moveTo>
                    <a:pt x="17" y="98"/>
                  </a:moveTo>
                  <a:cubicBezTo>
                    <a:pt x="16" y="99"/>
                    <a:pt x="16" y="99"/>
                    <a:pt x="16" y="99"/>
                  </a:cubicBezTo>
                  <a:cubicBezTo>
                    <a:pt x="15" y="98"/>
                    <a:pt x="15" y="98"/>
                    <a:pt x="15" y="98"/>
                  </a:cubicBezTo>
                  <a:cubicBezTo>
                    <a:pt x="13" y="95"/>
                    <a:pt x="11" y="91"/>
                    <a:pt x="9" y="87"/>
                  </a:cubicBezTo>
                  <a:cubicBezTo>
                    <a:pt x="7" y="81"/>
                    <a:pt x="5" y="74"/>
                    <a:pt x="5" y="68"/>
                  </a:cubicBezTo>
                  <a:cubicBezTo>
                    <a:pt x="5" y="66"/>
                    <a:pt x="5" y="66"/>
                    <a:pt x="5" y="66"/>
                  </a:cubicBezTo>
                  <a:cubicBezTo>
                    <a:pt x="24" y="66"/>
                    <a:pt x="24" y="66"/>
                    <a:pt x="24" y="66"/>
                  </a:cubicBezTo>
                  <a:cubicBezTo>
                    <a:pt x="24" y="68"/>
                    <a:pt x="24" y="68"/>
                    <a:pt x="24" y="68"/>
                  </a:cubicBezTo>
                  <a:cubicBezTo>
                    <a:pt x="24" y="76"/>
                    <a:pt x="26" y="84"/>
                    <a:pt x="29" y="92"/>
                  </a:cubicBezTo>
                  <a:cubicBezTo>
                    <a:pt x="30" y="93"/>
                    <a:pt x="30" y="93"/>
                    <a:pt x="30" y="93"/>
                  </a:cubicBezTo>
                  <a:cubicBezTo>
                    <a:pt x="29" y="94"/>
                    <a:pt x="29" y="94"/>
                    <a:pt x="29" y="94"/>
                  </a:cubicBezTo>
                  <a:cubicBezTo>
                    <a:pt x="25" y="95"/>
                    <a:pt x="21" y="97"/>
                    <a:pt x="17" y="98"/>
                  </a:cubicBezTo>
                  <a:close/>
                  <a:moveTo>
                    <a:pt x="48" y="121"/>
                  </a:moveTo>
                  <a:cubicBezTo>
                    <a:pt x="46" y="121"/>
                    <a:pt x="43" y="120"/>
                    <a:pt x="41" y="119"/>
                  </a:cubicBezTo>
                  <a:cubicBezTo>
                    <a:pt x="34" y="116"/>
                    <a:pt x="27" y="112"/>
                    <a:pt x="22" y="106"/>
                  </a:cubicBezTo>
                  <a:cubicBezTo>
                    <a:pt x="21" y="105"/>
                    <a:pt x="21" y="105"/>
                    <a:pt x="20" y="104"/>
                  </a:cubicBezTo>
                  <a:cubicBezTo>
                    <a:pt x="19" y="103"/>
                    <a:pt x="19" y="103"/>
                    <a:pt x="19" y="103"/>
                  </a:cubicBezTo>
                  <a:cubicBezTo>
                    <a:pt x="21" y="102"/>
                    <a:pt x="21" y="102"/>
                    <a:pt x="21" y="102"/>
                  </a:cubicBezTo>
                  <a:cubicBezTo>
                    <a:pt x="24" y="100"/>
                    <a:pt x="27" y="99"/>
                    <a:pt x="31" y="98"/>
                  </a:cubicBezTo>
                  <a:cubicBezTo>
                    <a:pt x="32" y="97"/>
                    <a:pt x="32" y="97"/>
                    <a:pt x="32" y="97"/>
                  </a:cubicBezTo>
                  <a:cubicBezTo>
                    <a:pt x="33" y="98"/>
                    <a:pt x="33" y="98"/>
                    <a:pt x="33" y="98"/>
                  </a:cubicBezTo>
                  <a:cubicBezTo>
                    <a:pt x="37" y="106"/>
                    <a:pt x="43" y="113"/>
                    <a:pt x="49" y="119"/>
                  </a:cubicBezTo>
                  <a:cubicBezTo>
                    <a:pt x="54" y="123"/>
                    <a:pt x="54" y="123"/>
                    <a:pt x="54" y="123"/>
                  </a:cubicBezTo>
                  <a:lnTo>
                    <a:pt x="48" y="121"/>
                  </a:lnTo>
                  <a:close/>
                  <a:moveTo>
                    <a:pt x="62" y="122"/>
                  </a:moveTo>
                  <a:cubicBezTo>
                    <a:pt x="60" y="121"/>
                    <a:pt x="60" y="121"/>
                    <a:pt x="60" y="121"/>
                  </a:cubicBezTo>
                  <a:cubicBezTo>
                    <a:pt x="55" y="118"/>
                    <a:pt x="52" y="115"/>
                    <a:pt x="48" y="112"/>
                  </a:cubicBezTo>
                  <a:cubicBezTo>
                    <a:pt x="44" y="107"/>
                    <a:pt x="40" y="103"/>
                    <a:pt x="37" y="97"/>
                  </a:cubicBezTo>
                  <a:cubicBezTo>
                    <a:pt x="36" y="96"/>
                    <a:pt x="36" y="96"/>
                    <a:pt x="36" y="96"/>
                  </a:cubicBezTo>
                  <a:cubicBezTo>
                    <a:pt x="38" y="95"/>
                    <a:pt x="38" y="95"/>
                    <a:pt x="38" y="95"/>
                  </a:cubicBezTo>
                  <a:cubicBezTo>
                    <a:pt x="45" y="94"/>
                    <a:pt x="53" y="93"/>
                    <a:pt x="60" y="92"/>
                  </a:cubicBezTo>
                  <a:cubicBezTo>
                    <a:pt x="62" y="92"/>
                    <a:pt x="62" y="92"/>
                    <a:pt x="62" y="92"/>
                  </a:cubicBezTo>
                  <a:lnTo>
                    <a:pt x="62" y="122"/>
                  </a:lnTo>
                  <a:close/>
                  <a:moveTo>
                    <a:pt x="62" y="88"/>
                  </a:moveTo>
                  <a:cubicBezTo>
                    <a:pt x="60" y="88"/>
                    <a:pt x="60" y="88"/>
                    <a:pt x="60" y="88"/>
                  </a:cubicBezTo>
                  <a:cubicBezTo>
                    <a:pt x="52" y="88"/>
                    <a:pt x="44" y="89"/>
                    <a:pt x="36" y="91"/>
                  </a:cubicBezTo>
                  <a:cubicBezTo>
                    <a:pt x="34" y="92"/>
                    <a:pt x="34" y="92"/>
                    <a:pt x="34" y="92"/>
                  </a:cubicBezTo>
                  <a:cubicBezTo>
                    <a:pt x="34" y="90"/>
                    <a:pt x="34" y="90"/>
                    <a:pt x="34" y="90"/>
                  </a:cubicBezTo>
                  <a:cubicBezTo>
                    <a:pt x="31" y="83"/>
                    <a:pt x="29" y="76"/>
                    <a:pt x="29" y="68"/>
                  </a:cubicBezTo>
                  <a:cubicBezTo>
                    <a:pt x="29" y="66"/>
                    <a:pt x="29" y="66"/>
                    <a:pt x="29" y="66"/>
                  </a:cubicBezTo>
                  <a:cubicBezTo>
                    <a:pt x="62" y="66"/>
                    <a:pt x="62" y="66"/>
                    <a:pt x="62" y="66"/>
                  </a:cubicBezTo>
                  <a:lnTo>
                    <a:pt x="62" y="88"/>
                  </a:lnTo>
                  <a:close/>
                  <a:moveTo>
                    <a:pt x="62" y="62"/>
                  </a:moveTo>
                  <a:cubicBezTo>
                    <a:pt x="29" y="62"/>
                    <a:pt x="29" y="62"/>
                    <a:pt x="29" y="62"/>
                  </a:cubicBezTo>
                  <a:cubicBezTo>
                    <a:pt x="29" y="60"/>
                    <a:pt x="29" y="60"/>
                    <a:pt x="29" y="60"/>
                  </a:cubicBezTo>
                  <a:cubicBezTo>
                    <a:pt x="29" y="52"/>
                    <a:pt x="31" y="45"/>
                    <a:pt x="34" y="38"/>
                  </a:cubicBezTo>
                  <a:cubicBezTo>
                    <a:pt x="34" y="37"/>
                    <a:pt x="34" y="37"/>
                    <a:pt x="34" y="37"/>
                  </a:cubicBezTo>
                  <a:cubicBezTo>
                    <a:pt x="36" y="37"/>
                    <a:pt x="36" y="37"/>
                    <a:pt x="36" y="37"/>
                  </a:cubicBezTo>
                  <a:cubicBezTo>
                    <a:pt x="44" y="39"/>
                    <a:pt x="52" y="40"/>
                    <a:pt x="60" y="40"/>
                  </a:cubicBezTo>
                  <a:cubicBezTo>
                    <a:pt x="62" y="40"/>
                    <a:pt x="62" y="40"/>
                    <a:pt x="62" y="40"/>
                  </a:cubicBezTo>
                  <a:lnTo>
                    <a:pt x="62" y="62"/>
                  </a:lnTo>
                  <a:close/>
                  <a:moveTo>
                    <a:pt x="62" y="36"/>
                  </a:moveTo>
                  <a:cubicBezTo>
                    <a:pt x="60" y="36"/>
                    <a:pt x="60" y="36"/>
                    <a:pt x="60" y="36"/>
                  </a:cubicBezTo>
                  <a:cubicBezTo>
                    <a:pt x="53" y="35"/>
                    <a:pt x="45" y="34"/>
                    <a:pt x="38" y="33"/>
                  </a:cubicBezTo>
                  <a:cubicBezTo>
                    <a:pt x="36" y="32"/>
                    <a:pt x="36" y="32"/>
                    <a:pt x="36" y="32"/>
                  </a:cubicBezTo>
                  <a:cubicBezTo>
                    <a:pt x="37" y="31"/>
                    <a:pt x="37" y="31"/>
                    <a:pt x="37" y="31"/>
                  </a:cubicBezTo>
                  <a:cubicBezTo>
                    <a:pt x="40" y="25"/>
                    <a:pt x="44" y="21"/>
                    <a:pt x="48" y="17"/>
                  </a:cubicBezTo>
                  <a:cubicBezTo>
                    <a:pt x="52" y="13"/>
                    <a:pt x="55" y="10"/>
                    <a:pt x="60" y="7"/>
                  </a:cubicBezTo>
                  <a:cubicBezTo>
                    <a:pt x="62" y="6"/>
                    <a:pt x="62" y="6"/>
                    <a:pt x="62" y="6"/>
                  </a:cubicBezTo>
                  <a:lnTo>
                    <a:pt x="62" y="36"/>
                  </a:lnTo>
                  <a:close/>
                  <a:moveTo>
                    <a:pt x="111" y="30"/>
                  </a:moveTo>
                  <a:cubicBezTo>
                    <a:pt x="112" y="29"/>
                    <a:pt x="112" y="29"/>
                    <a:pt x="112" y="29"/>
                  </a:cubicBezTo>
                  <a:cubicBezTo>
                    <a:pt x="113" y="30"/>
                    <a:pt x="113" y="30"/>
                    <a:pt x="113" y="30"/>
                  </a:cubicBezTo>
                  <a:cubicBezTo>
                    <a:pt x="115" y="33"/>
                    <a:pt x="117" y="37"/>
                    <a:pt x="119" y="41"/>
                  </a:cubicBezTo>
                  <a:cubicBezTo>
                    <a:pt x="121" y="47"/>
                    <a:pt x="123" y="54"/>
                    <a:pt x="123" y="60"/>
                  </a:cubicBezTo>
                  <a:cubicBezTo>
                    <a:pt x="123" y="62"/>
                    <a:pt x="123" y="62"/>
                    <a:pt x="123" y="62"/>
                  </a:cubicBezTo>
                  <a:cubicBezTo>
                    <a:pt x="104" y="62"/>
                    <a:pt x="104" y="62"/>
                    <a:pt x="104" y="62"/>
                  </a:cubicBezTo>
                  <a:cubicBezTo>
                    <a:pt x="104" y="60"/>
                    <a:pt x="104" y="60"/>
                    <a:pt x="104" y="60"/>
                  </a:cubicBezTo>
                  <a:cubicBezTo>
                    <a:pt x="104" y="52"/>
                    <a:pt x="102" y="44"/>
                    <a:pt x="98" y="36"/>
                  </a:cubicBezTo>
                  <a:cubicBezTo>
                    <a:pt x="98" y="35"/>
                    <a:pt x="98" y="35"/>
                    <a:pt x="98" y="35"/>
                  </a:cubicBezTo>
                  <a:cubicBezTo>
                    <a:pt x="99" y="34"/>
                    <a:pt x="99" y="34"/>
                    <a:pt x="99" y="34"/>
                  </a:cubicBezTo>
                  <a:cubicBezTo>
                    <a:pt x="103" y="33"/>
                    <a:pt x="107" y="31"/>
                    <a:pt x="111" y="30"/>
                  </a:cubicBezTo>
                  <a:close/>
                  <a:moveTo>
                    <a:pt x="80" y="7"/>
                  </a:moveTo>
                  <a:cubicBezTo>
                    <a:pt x="82" y="7"/>
                    <a:pt x="85" y="8"/>
                    <a:pt x="87" y="9"/>
                  </a:cubicBezTo>
                  <a:cubicBezTo>
                    <a:pt x="94" y="12"/>
                    <a:pt x="101" y="17"/>
                    <a:pt x="106" y="22"/>
                  </a:cubicBezTo>
                  <a:cubicBezTo>
                    <a:pt x="107" y="23"/>
                    <a:pt x="107" y="23"/>
                    <a:pt x="108" y="24"/>
                  </a:cubicBezTo>
                  <a:cubicBezTo>
                    <a:pt x="109" y="25"/>
                    <a:pt x="109" y="25"/>
                    <a:pt x="109" y="25"/>
                  </a:cubicBezTo>
                  <a:cubicBezTo>
                    <a:pt x="107" y="26"/>
                    <a:pt x="107" y="26"/>
                    <a:pt x="107" y="26"/>
                  </a:cubicBezTo>
                  <a:cubicBezTo>
                    <a:pt x="104" y="28"/>
                    <a:pt x="101" y="29"/>
                    <a:pt x="97" y="30"/>
                  </a:cubicBezTo>
                  <a:cubicBezTo>
                    <a:pt x="96" y="31"/>
                    <a:pt x="96" y="31"/>
                    <a:pt x="96" y="31"/>
                  </a:cubicBezTo>
                  <a:cubicBezTo>
                    <a:pt x="95" y="30"/>
                    <a:pt x="95" y="30"/>
                    <a:pt x="95" y="30"/>
                  </a:cubicBezTo>
                  <a:cubicBezTo>
                    <a:pt x="91" y="22"/>
                    <a:pt x="85" y="15"/>
                    <a:pt x="79" y="9"/>
                  </a:cubicBezTo>
                  <a:cubicBezTo>
                    <a:pt x="74" y="5"/>
                    <a:pt x="74" y="5"/>
                    <a:pt x="74" y="5"/>
                  </a:cubicBezTo>
                  <a:lnTo>
                    <a:pt x="80" y="7"/>
                  </a:lnTo>
                  <a:close/>
                  <a:moveTo>
                    <a:pt x="66" y="6"/>
                  </a:moveTo>
                  <a:cubicBezTo>
                    <a:pt x="68" y="7"/>
                    <a:pt x="68" y="7"/>
                    <a:pt x="68" y="7"/>
                  </a:cubicBezTo>
                  <a:cubicBezTo>
                    <a:pt x="73" y="10"/>
                    <a:pt x="76" y="13"/>
                    <a:pt x="80" y="16"/>
                  </a:cubicBezTo>
                  <a:cubicBezTo>
                    <a:pt x="84" y="21"/>
                    <a:pt x="88" y="25"/>
                    <a:pt x="91" y="31"/>
                  </a:cubicBezTo>
                  <a:cubicBezTo>
                    <a:pt x="91" y="32"/>
                    <a:pt x="91" y="32"/>
                    <a:pt x="91" y="32"/>
                  </a:cubicBezTo>
                  <a:cubicBezTo>
                    <a:pt x="90" y="33"/>
                    <a:pt x="90" y="33"/>
                    <a:pt x="90" y="33"/>
                  </a:cubicBezTo>
                  <a:cubicBezTo>
                    <a:pt x="83" y="34"/>
                    <a:pt x="75" y="35"/>
                    <a:pt x="68" y="36"/>
                  </a:cubicBezTo>
                  <a:cubicBezTo>
                    <a:pt x="66" y="36"/>
                    <a:pt x="66" y="36"/>
                    <a:pt x="66" y="36"/>
                  </a:cubicBezTo>
                  <a:lnTo>
                    <a:pt x="66" y="6"/>
                  </a:lnTo>
                  <a:close/>
                  <a:moveTo>
                    <a:pt x="66" y="40"/>
                  </a:moveTo>
                  <a:cubicBezTo>
                    <a:pt x="68" y="40"/>
                    <a:pt x="68" y="40"/>
                    <a:pt x="68" y="40"/>
                  </a:cubicBezTo>
                  <a:cubicBezTo>
                    <a:pt x="76" y="40"/>
                    <a:pt x="84" y="39"/>
                    <a:pt x="92" y="37"/>
                  </a:cubicBezTo>
                  <a:cubicBezTo>
                    <a:pt x="94" y="36"/>
                    <a:pt x="94" y="36"/>
                    <a:pt x="94" y="36"/>
                  </a:cubicBezTo>
                  <a:cubicBezTo>
                    <a:pt x="94" y="38"/>
                    <a:pt x="94" y="38"/>
                    <a:pt x="94" y="38"/>
                  </a:cubicBezTo>
                  <a:cubicBezTo>
                    <a:pt x="97" y="45"/>
                    <a:pt x="99" y="52"/>
                    <a:pt x="99" y="60"/>
                  </a:cubicBezTo>
                  <a:cubicBezTo>
                    <a:pt x="99" y="62"/>
                    <a:pt x="99" y="62"/>
                    <a:pt x="99" y="62"/>
                  </a:cubicBezTo>
                  <a:cubicBezTo>
                    <a:pt x="66" y="62"/>
                    <a:pt x="66" y="62"/>
                    <a:pt x="66" y="62"/>
                  </a:cubicBezTo>
                  <a:lnTo>
                    <a:pt x="66" y="40"/>
                  </a:lnTo>
                  <a:close/>
                  <a:moveTo>
                    <a:pt x="66" y="66"/>
                  </a:moveTo>
                  <a:cubicBezTo>
                    <a:pt x="99" y="66"/>
                    <a:pt x="99" y="66"/>
                    <a:pt x="99" y="66"/>
                  </a:cubicBezTo>
                  <a:cubicBezTo>
                    <a:pt x="99" y="68"/>
                    <a:pt x="99" y="68"/>
                    <a:pt x="99" y="68"/>
                  </a:cubicBezTo>
                  <a:cubicBezTo>
                    <a:pt x="99" y="76"/>
                    <a:pt x="97" y="83"/>
                    <a:pt x="94" y="90"/>
                  </a:cubicBezTo>
                  <a:cubicBezTo>
                    <a:pt x="94" y="91"/>
                    <a:pt x="94" y="91"/>
                    <a:pt x="94" y="91"/>
                  </a:cubicBezTo>
                  <a:cubicBezTo>
                    <a:pt x="92" y="91"/>
                    <a:pt x="92" y="91"/>
                    <a:pt x="92" y="91"/>
                  </a:cubicBezTo>
                  <a:cubicBezTo>
                    <a:pt x="84" y="89"/>
                    <a:pt x="76" y="88"/>
                    <a:pt x="68" y="88"/>
                  </a:cubicBezTo>
                  <a:cubicBezTo>
                    <a:pt x="66" y="88"/>
                    <a:pt x="66" y="88"/>
                    <a:pt x="66" y="88"/>
                  </a:cubicBezTo>
                  <a:lnTo>
                    <a:pt x="66" y="66"/>
                  </a:lnTo>
                  <a:close/>
                  <a:moveTo>
                    <a:pt x="66" y="122"/>
                  </a:moveTo>
                  <a:cubicBezTo>
                    <a:pt x="66" y="92"/>
                    <a:pt x="66" y="92"/>
                    <a:pt x="66" y="92"/>
                  </a:cubicBezTo>
                  <a:cubicBezTo>
                    <a:pt x="68" y="92"/>
                    <a:pt x="68" y="92"/>
                    <a:pt x="68" y="92"/>
                  </a:cubicBezTo>
                  <a:cubicBezTo>
                    <a:pt x="75" y="93"/>
                    <a:pt x="83" y="94"/>
                    <a:pt x="90" y="95"/>
                  </a:cubicBezTo>
                  <a:cubicBezTo>
                    <a:pt x="91" y="96"/>
                    <a:pt x="91" y="96"/>
                    <a:pt x="91" y="96"/>
                  </a:cubicBezTo>
                  <a:cubicBezTo>
                    <a:pt x="91" y="97"/>
                    <a:pt x="91" y="97"/>
                    <a:pt x="91" y="97"/>
                  </a:cubicBezTo>
                  <a:cubicBezTo>
                    <a:pt x="88" y="103"/>
                    <a:pt x="84" y="107"/>
                    <a:pt x="80" y="112"/>
                  </a:cubicBezTo>
                  <a:cubicBezTo>
                    <a:pt x="76" y="115"/>
                    <a:pt x="73" y="118"/>
                    <a:pt x="68" y="121"/>
                  </a:cubicBezTo>
                  <a:lnTo>
                    <a:pt x="66" y="122"/>
                  </a:lnTo>
                  <a:close/>
                  <a:moveTo>
                    <a:pt x="108" y="104"/>
                  </a:moveTo>
                  <a:cubicBezTo>
                    <a:pt x="107" y="105"/>
                    <a:pt x="107" y="105"/>
                    <a:pt x="106" y="106"/>
                  </a:cubicBezTo>
                  <a:cubicBezTo>
                    <a:pt x="101" y="112"/>
                    <a:pt x="94" y="116"/>
                    <a:pt x="87" y="119"/>
                  </a:cubicBezTo>
                  <a:cubicBezTo>
                    <a:pt x="85" y="120"/>
                    <a:pt x="82" y="121"/>
                    <a:pt x="80" y="121"/>
                  </a:cubicBezTo>
                  <a:cubicBezTo>
                    <a:pt x="74" y="123"/>
                    <a:pt x="74" y="123"/>
                    <a:pt x="74" y="123"/>
                  </a:cubicBezTo>
                  <a:cubicBezTo>
                    <a:pt x="79" y="119"/>
                    <a:pt x="79" y="119"/>
                    <a:pt x="79" y="119"/>
                  </a:cubicBezTo>
                  <a:cubicBezTo>
                    <a:pt x="85" y="113"/>
                    <a:pt x="91" y="106"/>
                    <a:pt x="95" y="98"/>
                  </a:cubicBezTo>
                  <a:cubicBezTo>
                    <a:pt x="96" y="97"/>
                    <a:pt x="96" y="97"/>
                    <a:pt x="96" y="97"/>
                  </a:cubicBezTo>
                  <a:cubicBezTo>
                    <a:pt x="97" y="98"/>
                    <a:pt x="97" y="98"/>
                    <a:pt x="97" y="98"/>
                  </a:cubicBezTo>
                  <a:cubicBezTo>
                    <a:pt x="101" y="99"/>
                    <a:pt x="104" y="100"/>
                    <a:pt x="107" y="102"/>
                  </a:cubicBezTo>
                  <a:cubicBezTo>
                    <a:pt x="109" y="103"/>
                    <a:pt x="109" y="103"/>
                    <a:pt x="109" y="103"/>
                  </a:cubicBezTo>
                  <a:lnTo>
                    <a:pt x="108" y="104"/>
                  </a:lnTo>
                  <a:close/>
                  <a:moveTo>
                    <a:pt x="123" y="68"/>
                  </a:moveTo>
                  <a:cubicBezTo>
                    <a:pt x="123" y="74"/>
                    <a:pt x="121" y="81"/>
                    <a:pt x="119" y="87"/>
                  </a:cubicBezTo>
                  <a:cubicBezTo>
                    <a:pt x="117" y="91"/>
                    <a:pt x="115" y="95"/>
                    <a:pt x="113" y="98"/>
                  </a:cubicBezTo>
                  <a:cubicBezTo>
                    <a:pt x="112" y="99"/>
                    <a:pt x="112" y="99"/>
                    <a:pt x="112" y="99"/>
                  </a:cubicBezTo>
                  <a:cubicBezTo>
                    <a:pt x="111" y="98"/>
                    <a:pt x="111" y="98"/>
                    <a:pt x="111" y="98"/>
                  </a:cubicBezTo>
                  <a:cubicBezTo>
                    <a:pt x="107" y="97"/>
                    <a:pt x="103" y="95"/>
                    <a:pt x="99" y="94"/>
                  </a:cubicBezTo>
                  <a:cubicBezTo>
                    <a:pt x="98" y="93"/>
                    <a:pt x="98" y="93"/>
                    <a:pt x="98" y="93"/>
                  </a:cubicBezTo>
                  <a:cubicBezTo>
                    <a:pt x="98" y="92"/>
                    <a:pt x="98" y="92"/>
                    <a:pt x="98" y="92"/>
                  </a:cubicBezTo>
                  <a:cubicBezTo>
                    <a:pt x="102" y="84"/>
                    <a:pt x="104" y="76"/>
                    <a:pt x="104" y="68"/>
                  </a:cubicBezTo>
                  <a:cubicBezTo>
                    <a:pt x="104" y="66"/>
                    <a:pt x="104" y="66"/>
                    <a:pt x="104" y="66"/>
                  </a:cubicBezTo>
                  <a:cubicBezTo>
                    <a:pt x="123" y="66"/>
                    <a:pt x="123" y="66"/>
                    <a:pt x="123" y="66"/>
                  </a:cubicBezTo>
                  <a:lnTo>
                    <a:pt x="123" y="68"/>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77" name="组合 76">
            <a:extLst>
              <a:ext uri="{FF2B5EF4-FFF2-40B4-BE49-F238E27FC236}">
                <a16:creationId xmlns:a16="http://schemas.microsoft.com/office/drawing/2014/main" id="{941D8ACB-564E-41C6-B1BA-B79B2E61CA2E}"/>
              </a:ext>
            </a:extLst>
          </p:cNvPr>
          <p:cNvGrpSpPr/>
          <p:nvPr/>
        </p:nvGrpSpPr>
        <p:grpSpPr>
          <a:xfrm>
            <a:off x="5008701" y="2987611"/>
            <a:ext cx="504000" cy="504000"/>
            <a:chOff x="4613213" y="4247997"/>
            <a:chExt cx="504000" cy="504000"/>
          </a:xfrm>
        </p:grpSpPr>
        <p:sp>
          <p:nvSpPr>
            <p:cNvPr id="78" name="椭圆 77">
              <a:extLst>
                <a:ext uri="{FF2B5EF4-FFF2-40B4-BE49-F238E27FC236}">
                  <a16:creationId xmlns:a16="http://schemas.microsoft.com/office/drawing/2014/main" id="{BAD71CA6-AC32-4C9F-97D3-E7F793107C2E}"/>
                </a:ext>
              </a:extLst>
            </p:cNvPr>
            <p:cNvSpPr/>
            <p:nvPr/>
          </p:nvSpPr>
          <p:spPr>
            <a:xfrm>
              <a:off x="4613213" y="4247997"/>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79" name="Freeform 70">
              <a:extLst>
                <a:ext uri="{FF2B5EF4-FFF2-40B4-BE49-F238E27FC236}">
                  <a16:creationId xmlns:a16="http://schemas.microsoft.com/office/drawing/2014/main" id="{9287C74F-40F7-4938-B894-4A68A2D27DE0}"/>
                </a:ext>
              </a:extLst>
            </p:cNvPr>
            <p:cNvSpPr>
              <a:spLocks noChangeAspect="1" noEditPoints="1"/>
            </p:cNvSpPr>
            <p:nvPr/>
          </p:nvSpPr>
          <p:spPr bwMode="auto">
            <a:xfrm>
              <a:off x="4703213" y="4337463"/>
              <a:ext cx="324000" cy="325068"/>
            </a:xfrm>
            <a:custGeom>
              <a:avLst/>
              <a:gdLst>
                <a:gd name="T0" fmla="*/ 111 w 128"/>
                <a:gd name="T1" fmla="*/ 62 h 128"/>
                <a:gd name="T2" fmla="*/ 68 w 128"/>
                <a:gd name="T3" fmla="*/ 17 h 128"/>
                <a:gd name="T4" fmla="*/ 66 w 128"/>
                <a:gd name="T5" fmla="*/ 2 h 128"/>
                <a:gd name="T6" fmla="*/ 62 w 128"/>
                <a:gd name="T7" fmla="*/ 2 h 128"/>
                <a:gd name="T8" fmla="*/ 60 w 128"/>
                <a:gd name="T9" fmla="*/ 17 h 128"/>
                <a:gd name="T10" fmla="*/ 17 w 128"/>
                <a:gd name="T11" fmla="*/ 62 h 128"/>
                <a:gd name="T12" fmla="*/ 0 w 128"/>
                <a:gd name="T13" fmla="*/ 64 h 128"/>
                <a:gd name="T14" fmla="*/ 17 w 128"/>
                <a:gd name="T15" fmla="*/ 66 h 128"/>
                <a:gd name="T16" fmla="*/ 60 w 128"/>
                <a:gd name="T17" fmla="*/ 111 h 128"/>
                <a:gd name="T18" fmla="*/ 62 w 128"/>
                <a:gd name="T19" fmla="*/ 126 h 128"/>
                <a:gd name="T20" fmla="*/ 66 w 128"/>
                <a:gd name="T21" fmla="*/ 126 h 128"/>
                <a:gd name="T22" fmla="*/ 68 w 128"/>
                <a:gd name="T23" fmla="*/ 111 h 128"/>
                <a:gd name="T24" fmla="*/ 111 w 128"/>
                <a:gd name="T25" fmla="*/ 66 h 128"/>
                <a:gd name="T26" fmla="*/ 128 w 128"/>
                <a:gd name="T27" fmla="*/ 64 h 128"/>
                <a:gd name="T28" fmla="*/ 62 w 128"/>
                <a:gd name="T29" fmla="*/ 106 h 128"/>
                <a:gd name="T30" fmla="*/ 48 w 128"/>
                <a:gd name="T31" fmla="*/ 103 h 128"/>
                <a:gd name="T32" fmla="*/ 25 w 128"/>
                <a:gd name="T33" fmla="*/ 80 h 128"/>
                <a:gd name="T34" fmla="*/ 22 w 128"/>
                <a:gd name="T35" fmla="*/ 66 h 128"/>
                <a:gd name="T36" fmla="*/ 62 w 128"/>
                <a:gd name="T37" fmla="*/ 106 h 128"/>
                <a:gd name="T38" fmla="*/ 22 w 128"/>
                <a:gd name="T39" fmla="*/ 62 h 128"/>
                <a:gd name="T40" fmla="*/ 25 w 128"/>
                <a:gd name="T41" fmla="*/ 48 h 128"/>
                <a:gd name="T42" fmla="*/ 48 w 128"/>
                <a:gd name="T43" fmla="*/ 25 h 128"/>
                <a:gd name="T44" fmla="*/ 62 w 128"/>
                <a:gd name="T45" fmla="*/ 22 h 128"/>
                <a:gd name="T46" fmla="*/ 106 w 128"/>
                <a:gd name="T47" fmla="*/ 68 h 128"/>
                <a:gd name="T48" fmla="*/ 94 w 128"/>
                <a:gd name="T49" fmla="*/ 94 h 128"/>
                <a:gd name="T50" fmla="*/ 68 w 128"/>
                <a:gd name="T51" fmla="*/ 106 h 128"/>
                <a:gd name="T52" fmla="*/ 66 w 128"/>
                <a:gd name="T53" fmla="*/ 66 h 128"/>
                <a:gd name="T54" fmla="*/ 106 w 128"/>
                <a:gd name="T55" fmla="*/ 68 h 128"/>
                <a:gd name="T56" fmla="*/ 66 w 128"/>
                <a:gd name="T57" fmla="*/ 22 h 128"/>
                <a:gd name="T58" fmla="*/ 80 w 128"/>
                <a:gd name="T59" fmla="*/ 25 h 128"/>
                <a:gd name="T60" fmla="*/ 103 w 128"/>
                <a:gd name="T61" fmla="*/ 48 h 128"/>
                <a:gd name="T62" fmla="*/ 106 w 128"/>
                <a:gd name="T63" fmla="*/ 6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28" h="128">
                  <a:moveTo>
                    <a:pt x="126" y="62"/>
                  </a:moveTo>
                  <a:cubicBezTo>
                    <a:pt x="111" y="62"/>
                    <a:pt x="111" y="62"/>
                    <a:pt x="111" y="62"/>
                  </a:cubicBezTo>
                  <a:cubicBezTo>
                    <a:pt x="111" y="60"/>
                    <a:pt x="111" y="60"/>
                    <a:pt x="111" y="60"/>
                  </a:cubicBezTo>
                  <a:cubicBezTo>
                    <a:pt x="109" y="38"/>
                    <a:pt x="90" y="19"/>
                    <a:pt x="68" y="17"/>
                  </a:cubicBezTo>
                  <a:cubicBezTo>
                    <a:pt x="66" y="17"/>
                    <a:pt x="66" y="17"/>
                    <a:pt x="66" y="17"/>
                  </a:cubicBezTo>
                  <a:cubicBezTo>
                    <a:pt x="66" y="2"/>
                    <a:pt x="66" y="2"/>
                    <a:pt x="66" y="2"/>
                  </a:cubicBezTo>
                  <a:cubicBezTo>
                    <a:pt x="66" y="1"/>
                    <a:pt x="65" y="0"/>
                    <a:pt x="64" y="0"/>
                  </a:cubicBezTo>
                  <a:cubicBezTo>
                    <a:pt x="63" y="0"/>
                    <a:pt x="62" y="1"/>
                    <a:pt x="62" y="2"/>
                  </a:cubicBezTo>
                  <a:cubicBezTo>
                    <a:pt x="62" y="17"/>
                    <a:pt x="62" y="17"/>
                    <a:pt x="62" y="17"/>
                  </a:cubicBezTo>
                  <a:cubicBezTo>
                    <a:pt x="60" y="17"/>
                    <a:pt x="60" y="17"/>
                    <a:pt x="60" y="17"/>
                  </a:cubicBezTo>
                  <a:cubicBezTo>
                    <a:pt x="38" y="19"/>
                    <a:pt x="19" y="38"/>
                    <a:pt x="17" y="60"/>
                  </a:cubicBezTo>
                  <a:cubicBezTo>
                    <a:pt x="17" y="62"/>
                    <a:pt x="17" y="62"/>
                    <a:pt x="17" y="62"/>
                  </a:cubicBezTo>
                  <a:cubicBezTo>
                    <a:pt x="2" y="62"/>
                    <a:pt x="2" y="62"/>
                    <a:pt x="2" y="62"/>
                  </a:cubicBezTo>
                  <a:cubicBezTo>
                    <a:pt x="1" y="62"/>
                    <a:pt x="0" y="63"/>
                    <a:pt x="0" y="64"/>
                  </a:cubicBezTo>
                  <a:cubicBezTo>
                    <a:pt x="0" y="65"/>
                    <a:pt x="1" y="66"/>
                    <a:pt x="2" y="66"/>
                  </a:cubicBezTo>
                  <a:cubicBezTo>
                    <a:pt x="17" y="66"/>
                    <a:pt x="17" y="66"/>
                    <a:pt x="17" y="66"/>
                  </a:cubicBezTo>
                  <a:cubicBezTo>
                    <a:pt x="17" y="68"/>
                    <a:pt x="17" y="68"/>
                    <a:pt x="17" y="68"/>
                  </a:cubicBezTo>
                  <a:cubicBezTo>
                    <a:pt x="19" y="90"/>
                    <a:pt x="38" y="109"/>
                    <a:pt x="60" y="111"/>
                  </a:cubicBezTo>
                  <a:cubicBezTo>
                    <a:pt x="62" y="111"/>
                    <a:pt x="62" y="111"/>
                    <a:pt x="62" y="111"/>
                  </a:cubicBezTo>
                  <a:cubicBezTo>
                    <a:pt x="62" y="126"/>
                    <a:pt x="62" y="126"/>
                    <a:pt x="62" y="126"/>
                  </a:cubicBezTo>
                  <a:cubicBezTo>
                    <a:pt x="62" y="127"/>
                    <a:pt x="63" y="128"/>
                    <a:pt x="64" y="128"/>
                  </a:cubicBezTo>
                  <a:cubicBezTo>
                    <a:pt x="65" y="128"/>
                    <a:pt x="66" y="127"/>
                    <a:pt x="66" y="126"/>
                  </a:cubicBezTo>
                  <a:cubicBezTo>
                    <a:pt x="66" y="111"/>
                    <a:pt x="66" y="111"/>
                    <a:pt x="66" y="111"/>
                  </a:cubicBezTo>
                  <a:cubicBezTo>
                    <a:pt x="68" y="111"/>
                    <a:pt x="68" y="111"/>
                    <a:pt x="68" y="111"/>
                  </a:cubicBezTo>
                  <a:cubicBezTo>
                    <a:pt x="90" y="109"/>
                    <a:pt x="109" y="90"/>
                    <a:pt x="111" y="68"/>
                  </a:cubicBezTo>
                  <a:cubicBezTo>
                    <a:pt x="111" y="66"/>
                    <a:pt x="111" y="66"/>
                    <a:pt x="111" y="66"/>
                  </a:cubicBezTo>
                  <a:cubicBezTo>
                    <a:pt x="126" y="66"/>
                    <a:pt x="126" y="66"/>
                    <a:pt x="126" y="66"/>
                  </a:cubicBezTo>
                  <a:cubicBezTo>
                    <a:pt x="127" y="66"/>
                    <a:pt x="128" y="65"/>
                    <a:pt x="128" y="64"/>
                  </a:cubicBezTo>
                  <a:cubicBezTo>
                    <a:pt x="128" y="63"/>
                    <a:pt x="127" y="62"/>
                    <a:pt x="126" y="62"/>
                  </a:cubicBezTo>
                  <a:close/>
                  <a:moveTo>
                    <a:pt x="62" y="106"/>
                  </a:moveTo>
                  <a:cubicBezTo>
                    <a:pt x="60" y="106"/>
                    <a:pt x="60" y="106"/>
                    <a:pt x="60" y="106"/>
                  </a:cubicBezTo>
                  <a:cubicBezTo>
                    <a:pt x="56" y="106"/>
                    <a:pt x="52" y="105"/>
                    <a:pt x="48" y="103"/>
                  </a:cubicBezTo>
                  <a:cubicBezTo>
                    <a:pt x="43" y="101"/>
                    <a:pt x="38" y="98"/>
                    <a:pt x="34" y="94"/>
                  </a:cubicBezTo>
                  <a:cubicBezTo>
                    <a:pt x="30" y="90"/>
                    <a:pt x="27" y="85"/>
                    <a:pt x="25" y="80"/>
                  </a:cubicBezTo>
                  <a:cubicBezTo>
                    <a:pt x="23" y="76"/>
                    <a:pt x="22" y="72"/>
                    <a:pt x="22" y="68"/>
                  </a:cubicBezTo>
                  <a:cubicBezTo>
                    <a:pt x="22" y="66"/>
                    <a:pt x="22" y="66"/>
                    <a:pt x="22" y="66"/>
                  </a:cubicBezTo>
                  <a:cubicBezTo>
                    <a:pt x="62" y="66"/>
                    <a:pt x="62" y="66"/>
                    <a:pt x="62" y="66"/>
                  </a:cubicBezTo>
                  <a:lnTo>
                    <a:pt x="62" y="106"/>
                  </a:lnTo>
                  <a:close/>
                  <a:moveTo>
                    <a:pt x="62" y="62"/>
                  </a:moveTo>
                  <a:cubicBezTo>
                    <a:pt x="22" y="62"/>
                    <a:pt x="22" y="62"/>
                    <a:pt x="22" y="62"/>
                  </a:cubicBezTo>
                  <a:cubicBezTo>
                    <a:pt x="22" y="60"/>
                    <a:pt x="22" y="60"/>
                    <a:pt x="22" y="60"/>
                  </a:cubicBezTo>
                  <a:cubicBezTo>
                    <a:pt x="22" y="56"/>
                    <a:pt x="23" y="52"/>
                    <a:pt x="25" y="48"/>
                  </a:cubicBezTo>
                  <a:cubicBezTo>
                    <a:pt x="27" y="43"/>
                    <a:pt x="30" y="38"/>
                    <a:pt x="34" y="34"/>
                  </a:cubicBezTo>
                  <a:cubicBezTo>
                    <a:pt x="38" y="30"/>
                    <a:pt x="43" y="27"/>
                    <a:pt x="48" y="25"/>
                  </a:cubicBezTo>
                  <a:cubicBezTo>
                    <a:pt x="52" y="23"/>
                    <a:pt x="56" y="22"/>
                    <a:pt x="60" y="22"/>
                  </a:cubicBezTo>
                  <a:cubicBezTo>
                    <a:pt x="62" y="22"/>
                    <a:pt x="62" y="22"/>
                    <a:pt x="62" y="22"/>
                  </a:cubicBezTo>
                  <a:lnTo>
                    <a:pt x="62" y="62"/>
                  </a:lnTo>
                  <a:close/>
                  <a:moveTo>
                    <a:pt x="106" y="68"/>
                  </a:moveTo>
                  <a:cubicBezTo>
                    <a:pt x="106" y="72"/>
                    <a:pt x="105" y="76"/>
                    <a:pt x="103" y="80"/>
                  </a:cubicBezTo>
                  <a:cubicBezTo>
                    <a:pt x="101" y="85"/>
                    <a:pt x="98" y="90"/>
                    <a:pt x="94" y="94"/>
                  </a:cubicBezTo>
                  <a:cubicBezTo>
                    <a:pt x="90" y="98"/>
                    <a:pt x="85" y="101"/>
                    <a:pt x="80" y="103"/>
                  </a:cubicBezTo>
                  <a:cubicBezTo>
                    <a:pt x="76" y="105"/>
                    <a:pt x="72" y="106"/>
                    <a:pt x="68" y="106"/>
                  </a:cubicBezTo>
                  <a:cubicBezTo>
                    <a:pt x="66" y="106"/>
                    <a:pt x="66" y="106"/>
                    <a:pt x="66" y="106"/>
                  </a:cubicBezTo>
                  <a:cubicBezTo>
                    <a:pt x="66" y="66"/>
                    <a:pt x="66" y="66"/>
                    <a:pt x="66" y="66"/>
                  </a:cubicBezTo>
                  <a:cubicBezTo>
                    <a:pt x="106" y="66"/>
                    <a:pt x="106" y="66"/>
                    <a:pt x="106" y="66"/>
                  </a:cubicBezTo>
                  <a:lnTo>
                    <a:pt x="106" y="68"/>
                  </a:lnTo>
                  <a:close/>
                  <a:moveTo>
                    <a:pt x="66" y="62"/>
                  </a:moveTo>
                  <a:cubicBezTo>
                    <a:pt x="66" y="22"/>
                    <a:pt x="66" y="22"/>
                    <a:pt x="66" y="22"/>
                  </a:cubicBezTo>
                  <a:cubicBezTo>
                    <a:pt x="68" y="22"/>
                    <a:pt x="68" y="22"/>
                    <a:pt x="68" y="22"/>
                  </a:cubicBezTo>
                  <a:cubicBezTo>
                    <a:pt x="72" y="22"/>
                    <a:pt x="76" y="23"/>
                    <a:pt x="80" y="25"/>
                  </a:cubicBezTo>
                  <a:cubicBezTo>
                    <a:pt x="85" y="27"/>
                    <a:pt x="90" y="30"/>
                    <a:pt x="94" y="34"/>
                  </a:cubicBezTo>
                  <a:cubicBezTo>
                    <a:pt x="98" y="38"/>
                    <a:pt x="101" y="43"/>
                    <a:pt x="103" y="48"/>
                  </a:cubicBezTo>
                  <a:cubicBezTo>
                    <a:pt x="105" y="52"/>
                    <a:pt x="106" y="56"/>
                    <a:pt x="106" y="60"/>
                  </a:cubicBezTo>
                  <a:cubicBezTo>
                    <a:pt x="106" y="62"/>
                    <a:pt x="106" y="62"/>
                    <a:pt x="106" y="62"/>
                  </a:cubicBezTo>
                  <a:lnTo>
                    <a:pt x="66" y="62"/>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80" name="组合 79">
            <a:extLst>
              <a:ext uri="{FF2B5EF4-FFF2-40B4-BE49-F238E27FC236}">
                <a16:creationId xmlns:a16="http://schemas.microsoft.com/office/drawing/2014/main" id="{1B5CB367-336A-4E31-B305-F1FAEBEE1D70}"/>
              </a:ext>
            </a:extLst>
          </p:cNvPr>
          <p:cNvGrpSpPr/>
          <p:nvPr/>
        </p:nvGrpSpPr>
        <p:grpSpPr>
          <a:xfrm>
            <a:off x="6687312" y="1325209"/>
            <a:ext cx="504000" cy="504000"/>
            <a:chOff x="7982080" y="3120819"/>
            <a:chExt cx="504000" cy="504000"/>
          </a:xfrm>
        </p:grpSpPr>
        <p:sp>
          <p:nvSpPr>
            <p:cNvPr id="81" name="椭圆 80">
              <a:extLst>
                <a:ext uri="{FF2B5EF4-FFF2-40B4-BE49-F238E27FC236}">
                  <a16:creationId xmlns:a16="http://schemas.microsoft.com/office/drawing/2014/main" id="{C4D7C0BE-8FC8-4F59-9297-883A72A376B4}"/>
                </a:ext>
              </a:extLst>
            </p:cNvPr>
            <p:cNvSpPr/>
            <p:nvPr/>
          </p:nvSpPr>
          <p:spPr>
            <a:xfrm>
              <a:off x="7982080" y="3120819"/>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82" name="Freeform 73">
              <a:extLst>
                <a:ext uri="{FF2B5EF4-FFF2-40B4-BE49-F238E27FC236}">
                  <a16:creationId xmlns:a16="http://schemas.microsoft.com/office/drawing/2014/main" id="{9DBE3738-D62A-4EA8-97A5-61DF626CFC20}"/>
                </a:ext>
              </a:extLst>
            </p:cNvPr>
            <p:cNvSpPr>
              <a:spLocks noChangeAspect="1" noEditPoints="1"/>
            </p:cNvSpPr>
            <p:nvPr/>
          </p:nvSpPr>
          <p:spPr bwMode="auto">
            <a:xfrm>
              <a:off x="8072080" y="3190343"/>
              <a:ext cx="324000" cy="364952"/>
            </a:xfrm>
            <a:custGeom>
              <a:avLst/>
              <a:gdLst>
                <a:gd name="T0" fmla="*/ 114 w 114"/>
                <a:gd name="T1" fmla="*/ 95 h 128"/>
                <a:gd name="T2" fmla="*/ 114 w 114"/>
                <a:gd name="T3" fmla="*/ 34 h 128"/>
                <a:gd name="T4" fmla="*/ 112 w 114"/>
                <a:gd name="T5" fmla="*/ 32 h 128"/>
                <a:gd name="T6" fmla="*/ 58 w 114"/>
                <a:gd name="T7" fmla="*/ 1 h 128"/>
                <a:gd name="T8" fmla="*/ 57 w 114"/>
                <a:gd name="T9" fmla="*/ 0 h 128"/>
                <a:gd name="T10" fmla="*/ 56 w 114"/>
                <a:gd name="T11" fmla="*/ 1 h 128"/>
                <a:gd name="T12" fmla="*/ 1 w 114"/>
                <a:gd name="T13" fmla="*/ 32 h 128"/>
                <a:gd name="T14" fmla="*/ 0 w 114"/>
                <a:gd name="T15" fmla="*/ 34 h 128"/>
                <a:gd name="T16" fmla="*/ 0 w 114"/>
                <a:gd name="T17" fmla="*/ 94 h 128"/>
                <a:gd name="T18" fmla="*/ 0 w 114"/>
                <a:gd name="T19" fmla="*/ 95 h 128"/>
                <a:gd name="T20" fmla="*/ 1 w 114"/>
                <a:gd name="T21" fmla="*/ 97 h 128"/>
                <a:gd name="T22" fmla="*/ 56 w 114"/>
                <a:gd name="T23" fmla="*/ 128 h 128"/>
                <a:gd name="T24" fmla="*/ 58 w 114"/>
                <a:gd name="T25" fmla="*/ 128 h 128"/>
                <a:gd name="T26" fmla="*/ 112 w 114"/>
                <a:gd name="T27" fmla="*/ 97 h 128"/>
                <a:gd name="T28" fmla="*/ 114 w 114"/>
                <a:gd name="T29" fmla="*/ 95 h 128"/>
                <a:gd name="T30" fmla="*/ 55 w 114"/>
                <a:gd name="T31" fmla="*/ 122 h 128"/>
                <a:gd name="T32" fmla="*/ 5 w 114"/>
                <a:gd name="T33" fmla="*/ 93 h 128"/>
                <a:gd name="T34" fmla="*/ 5 w 114"/>
                <a:gd name="T35" fmla="*/ 38 h 128"/>
                <a:gd name="T36" fmla="*/ 55 w 114"/>
                <a:gd name="T37" fmla="*/ 67 h 128"/>
                <a:gd name="T38" fmla="*/ 55 w 114"/>
                <a:gd name="T39" fmla="*/ 122 h 128"/>
                <a:gd name="T40" fmla="*/ 57 w 114"/>
                <a:gd name="T41" fmla="*/ 63 h 128"/>
                <a:gd name="T42" fmla="*/ 7 w 114"/>
                <a:gd name="T43" fmla="*/ 34 h 128"/>
                <a:gd name="T44" fmla="*/ 57 w 114"/>
                <a:gd name="T45" fmla="*/ 5 h 128"/>
                <a:gd name="T46" fmla="*/ 107 w 114"/>
                <a:gd name="T47" fmla="*/ 34 h 128"/>
                <a:gd name="T48" fmla="*/ 57 w 114"/>
                <a:gd name="T49" fmla="*/ 63 h 128"/>
                <a:gd name="T50" fmla="*/ 109 w 114"/>
                <a:gd name="T51" fmla="*/ 93 h 128"/>
                <a:gd name="T52" fmla="*/ 59 w 114"/>
                <a:gd name="T53" fmla="*/ 122 h 128"/>
                <a:gd name="T54" fmla="*/ 59 w 114"/>
                <a:gd name="T55" fmla="*/ 67 h 128"/>
                <a:gd name="T56" fmla="*/ 109 w 114"/>
                <a:gd name="T57" fmla="*/ 38 h 128"/>
                <a:gd name="T58" fmla="*/ 109 w 114"/>
                <a:gd name="T59" fmla="*/ 9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4" h="128">
                  <a:moveTo>
                    <a:pt x="114" y="95"/>
                  </a:moveTo>
                  <a:cubicBezTo>
                    <a:pt x="114" y="34"/>
                    <a:pt x="114" y="34"/>
                    <a:pt x="114" y="34"/>
                  </a:cubicBezTo>
                  <a:cubicBezTo>
                    <a:pt x="114" y="33"/>
                    <a:pt x="113" y="32"/>
                    <a:pt x="112" y="32"/>
                  </a:cubicBezTo>
                  <a:cubicBezTo>
                    <a:pt x="58" y="1"/>
                    <a:pt x="58" y="1"/>
                    <a:pt x="58" y="1"/>
                  </a:cubicBezTo>
                  <a:cubicBezTo>
                    <a:pt x="58" y="0"/>
                    <a:pt x="57" y="0"/>
                    <a:pt x="57" y="0"/>
                  </a:cubicBezTo>
                  <a:cubicBezTo>
                    <a:pt x="57" y="0"/>
                    <a:pt x="56" y="0"/>
                    <a:pt x="56" y="1"/>
                  </a:cubicBezTo>
                  <a:cubicBezTo>
                    <a:pt x="1" y="32"/>
                    <a:pt x="1" y="32"/>
                    <a:pt x="1" y="32"/>
                  </a:cubicBezTo>
                  <a:cubicBezTo>
                    <a:pt x="1" y="32"/>
                    <a:pt x="0" y="33"/>
                    <a:pt x="0" y="34"/>
                  </a:cubicBezTo>
                  <a:cubicBezTo>
                    <a:pt x="0" y="94"/>
                    <a:pt x="0" y="94"/>
                    <a:pt x="0" y="94"/>
                  </a:cubicBezTo>
                  <a:cubicBezTo>
                    <a:pt x="0" y="94"/>
                    <a:pt x="0" y="95"/>
                    <a:pt x="0" y="95"/>
                  </a:cubicBezTo>
                  <a:cubicBezTo>
                    <a:pt x="0" y="95"/>
                    <a:pt x="1" y="96"/>
                    <a:pt x="1" y="97"/>
                  </a:cubicBezTo>
                  <a:cubicBezTo>
                    <a:pt x="56" y="128"/>
                    <a:pt x="56" y="128"/>
                    <a:pt x="56" y="128"/>
                  </a:cubicBezTo>
                  <a:cubicBezTo>
                    <a:pt x="56" y="128"/>
                    <a:pt x="57" y="128"/>
                    <a:pt x="58" y="128"/>
                  </a:cubicBezTo>
                  <a:cubicBezTo>
                    <a:pt x="112" y="97"/>
                    <a:pt x="112" y="97"/>
                    <a:pt x="112" y="97"/>
                  </a:cubicBezTo>
                  <a:cubicBezTo>
                    <a:pt x="113" y="96"/>
                    <a:pt x="114" y="95"/>
                    <a:pt x="114" y="95"/>
                  </a:cubicBezTo>
                  <a:close/>
                  <a:moveTo>
                    <a:pt x="55" y="122"/>
                  </a:moveTo>
                  <a:cubicBezTo>
                    <a:pt x="5" y="93"/>
                    <a:pt x="5" y="93"/>
                    <a:pt x="5" y="93"/>
                  </a:cubicBezTo>
                  <a:cubicBezTo>
                    <a:pt x="5" y="38"/>
                    <a:pt x="5" y="38"/>
                    <a:pt x="5" y="38"/>
                  </a:cubicBezTo>
                  <a:cubicBezTo>
                    <a:pt x="55" y="67"/>
                    <a:pt x="55" y="67"/>
                    <a:pt x="55" y="67"/>
                  </a:cubicBezTo>
                  <a:lnTo>
                    <a:pt x="55" y="122"/>
                  </a:lnTo>
                  <a:close/>
                  <a:moveTo>
                    <a:pt x="57" y="63"/>
                  </a:moveTo>
                  <a:cubicBezTo>
                    <a:pt x="7" y="34"/>
                    <a:pt x="7" y="34"/>
                    <a:pt x="7" y="34"/>
                  </a:cubicBezTo>
                  <a:cubicBezTo>
                    <a:pt x="57" y="5"/>
                    <a:pt x="57" y="5"/>
                    <a:pt x="57" y="5"/>
                  </a:cubicBezTo>
                  <a:cubicBezTo>
                    <a:pt x="107" y="34"/>
                    <a:pt x="107" y="34"/>
                    <a:pt x="107" y="34"/>
                  </a:cubicBezTo>
                  <a:lnTo>
                    <a:pt x="57" y="63"/>
                  </a:lnTo>
                  <a:close/>
                  <a:moveTo>
                    <a:pt x="109" y="93"/>
                  </a:moveTo>
                  <a:cubicBezTo>
                    <a:pt x="59" y="122"/>
                    <a:pt x="59" y="122"/>
                    <a:pt x="59" y="122"/>
                  </a:cubicBezTo>
                  <a:cubicBezTo>
                    <a:pt x="59" y="67"/>
                    <a:pt x="59" y="67"/>
                    <a:pt x="59" y="67"/>
                  </a:cubicBezTo>
                  <a:cubicBezTo>
                    <a:pt x="109" y="38"/>
                    <a:pt x="109" y="38"/>
                    <a:pt x="109" y="38"/>
                  </a:cubicBezTo>
                  <a:lnTo>
                    <a:pt x="109" y="93"/>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nvGrpSpPr>
          <p:cNvPr id="83" name="组合 82">
            <a:extLst>
              <a:ext uri="{FF2B5EF4-FFF2-40B4-BE49-F238E27FC236}">
                <a16:creationId xmlns:a16="http://schemas.microsoft.com/office/drawing/2014/main" id="{7A1D17BE-7365-4996-934A-7D7DFE40D408}"/>
              </a:ext>
            </a:extLst>
          </p:cNvPr>
          <p:cNvGrpSpPr/>
          <p:nvPr/>
        </p:nvGrpSpPr>
        <p:grpSpPr>
          <a:xfrm>
            <a:off x="5008701" y="4697483"/>
            <a:ext cx="504000" cy="504000"/>
            <a:chOff x="4613213" y="5317762"/>
            <a:chExt cx="504000" cy="504000"/>
          </a:xfrm>
        </p:grpSpPr>
        <p:sp>
          <p:nvSpPr>
            <p:cNvPr id="84" name="椭圆 83">
              <a:extLst>
                <a:ext uri="{FF2B5EF4-FFF2-40B4-BE49-F238E27FC236}">
                  <a16:creationId xmlns:a16="http://schemas.microsoft.com/office/drawing/2014/main" id="{12CC4FB4-FC92-4B03-9D57-7452521BF738}"/>
                </a:ext>
              </a:extLst>
            </p:cNvPr>
            <p:cNvSpPr/>
            <p:nvPr/>
          </p:nvSpPr>
          <p:spPr>
            <a:xfrm>
              <a:off x="4613213" y="5317762"/>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grpSp>
          <p:nvGrpSpPr>
            <p:cNvPr id="85" name="组合 84">
              <a:extLst>
                <a:ext uri="{FF2B5EF4-FFF2-40B4-BE49-F238E27FC236}">
                  <a16:creationId xmlns:a16="http://schemas.microsoft.com/office/drawing/2014/main" id="{BFC83673-EC1B-44C2-8D9F-E38791724BB7}"/>
                </a:ext>
              </a:extLst>
            </p:cNvPr>
            <p:cNvGrpSpPr>
              <a:grpSpLocks noChangeAspect="1"/>
            </p:cNvGrpSpPr>
            <p:nvPr/>
          </p:nvGrpSpPr>
          <p:grpSpPr>
            <a:xfrm>
              <a:off x="4775213" y="5422357"/>
              <a:ext cx="180000" cy="294810"/>
              <a:chOff x="8350250" y="5110163"/>
              <a:chExt cx="293688" cy="481012"/>
            </a:xfrm>
            <a:solidFill>
              <a:srgbClr val="FFFFFF"/>
            </a:solidFill>
          </p:grpSpPr>
          <p:sp>
            <p:nvSpPr>
              <p:cNvPr id="86" name="Freeform 52">
                <a:extLst>
                  <a:ext uri="{FF2B5EF4-FFF2-40B4-BE49-F238E27FC236}">
                    <a16:creationId xmlns:a16="http://schemas.microsoft.com/office/drawing/2014/main" id="{738EF519-BB53-4C88-A45B-6FCC89E5777D}"/>
                  </a:ext>
                </a:extLst>
              </p:cNvPr>
              <p:cNvSpPr>
                <a:spLocks/>
              </p:cNvSpPr>
              <p:nvPr/>
            </p:nvSpPr>
            <p:spPr bwMode="auto">
              <a:xfrm>
                <a:off x="8350250" y="5327650"/>
                <a:ext cx="293688" cy="263525"/>
              </a:xfrm>
              <a:custGeom>
                <a:avLst/>
                <a:gdLst>
                  <a:gd name="T0" fmla="*/ 69 w 78"/>
                  <a:gd name="T1" fmla="*/ 65 h 70"/>
                  <a:gd name="T2" fmla="*/ 41 w 78"/>
                  <a:gd name="T3" fmla="*/ 65 h 70"/>
                  <a:gd name="T4" fmla="*/ 41 w 78"/>
                  <a:gd name="T5" fmla="*/ 43 h 70"/>
                  <a:gd name="T6" fmla="*/ 43 w 78"/>
                  <a:gd name="T7" fmla="*/ 42 h 70"/>
                  <a:gd name="T8" fmla="*/ 78 w 78"/>
                  <a:gd name="T9" fmla="*/ 3 h 70"/>
                  <a:gd name="T10" fmla="*/ 76 w 78"/>
                  <a:gd name="T11" fmla="*/ 0 h 70"/>
                  <a:gd name="T12" fmla="*/ 74 w 78"/>
                  <a:gd name="T13" fmla="*/ 3 h 70"/>
                  <a:gd name="T14" fmla="*/ 64 w 78"/>
                  <a:gd name="T15" fmla="*/ 27 h 70"/>
                  <a:gd name="T16" fmla="*/ 39 w 78"/>
                  <a:gd name="T17" fmla="*/ 38 h 70"/>
                  <a:gd name="T18" fmla="*/ 14 w 78"/>
                  <a:gd name="T19" fmla="*/ 27 h 70"/>
                  <a:gd name="T20" fmla="*/ 4 w 78"/>
                  <a:gd name="T21" fmla="*/ 4 h 70"/>
                  <a:gd name="T22" fmla="*/ 4 w 78"/>
                  <a:gd name="T23" fmla="*/ 3 h 70"/>
                  <a:gd name="T24" fmla="*/ 2 w 78"/>
                  <a:gd name="T25" fmla="*/ 0 h 70"/>
                  <a:gd name="T26" fmla="*/ 0 w 78"/>
                  <a:gd name="T27" fmla="*/ 2 h 70"/>
                  <a:gd name="T28" fmla="*/ 0 w 78"/>
                  <a:gd name="T29" fmla="*/ 4 h 70"/>
                  <a:gd name="T30" fmla="*/ 35 w 78"/>
                  <a:gd name="T31" fmla="*/ 42 h 70"/>
                  <a:gd name="T32" fmla="*/ 37 w 78"/>
                  <a:gd name="T33" fmla="*/ 43 h 70"/>
                  <a:gd name="T34" fmla="*/ 37 w 78"/>
                  <a:gd name="T35" fmla="*/ 65 h 70"/>
                  <a:gd name="T36" fmla="*/ 9 w 78"/>
                  <a:gd name="T37" fmla="*/ 65 h 70"/>
                  <a:gd name="T38" fmla="*/ 7 w 78"/>
                  <a:gd name="T39" fmla="*/ 68 h 70"/>
                  <a:gd name="T40" fmla="*/ 9 w 78"/>
                  <a:gd name="T41" fmla="*/ 70 h 70"/>
                  <a:gd name="T42" fmla="*/ 69 w 78"/>
                  <a:gd name="T43" fmla="*/ 70 h 70"/>
                  <a:gd name="T44" fmla="*/ 71 w 78"/>
                  <a:gd name="T45" fmla="*/ 68 h 70"/>
                  <a:gd name="T46" fmla="*/ 69 w 78"/>
                  <a:gd name="T47" fmla="*/ 65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8" h="70">
                    <a:moveTo>
                      <a:pt x="69" y="65"/>
                    </a:moveTo>
                    <a:cubicBezTo>
                      <a:pt x="41" y="65"/>
                      <a:pt x="41" y="65"/>
                      <a:pt x="41" y="65"/>
                    </a:cubicBezTo>
                    <a:cubicBezTo>
                      <a:pt x="41" y="43"/>
                      <a:pt x="41" y="43"/>
                      <a:pt x="41" y="43"/>
                    </a:cubicBezTo>
                    <a:cubicBezTo>
                      <a:pt x="43" y="42"/>
                      <a:pt x="43" y="42"/>
                      <a:pt x="43" y="42"/>
                    </a:cubicBezTo>
                    <a:cubicBezTo>
                      <a:pt x="63" y="40"/>
                      <a:pt x="78" y="23"/>
                      <a:pt x="78" y="3"/>
                    </a:cubicBezTo>
                    <a:cubicBezTo>
                      <a:pt x="78" y="2"/>
                      <a:pt x="77" y="0"/>
                      <a:pt x="76" y="0"/>
                    </a:cubicBezTo>
                    <a:cubicBezTo>
                      <a:pt x="75" y="0"/>
                      <a:pt x="74" y="2"/>
                      <a:pt x="74" y="3"/>
                    </a:cubicBezTo>
                    <a:cubicBezTo>
                      <a:pt x="74" y="12"/>
                      <a:pt x="70" y="21"/>
                      <a:pt x="64" y="27"/>
                    </a:cubicBezTo>
                    <a:cubicBezTo>
                      <a:pt x="57" y="34"/>
                      <a:pt x="48" y="38"/>
                      <a:pt x="39" y="38"/>
                    </a:cubicBezTo>
                    <a:cubicBezTo>
                      <a:pt x="30" y="38"/>
                      <a:pt x="21" y="34"/>
                      <a:pt x="14" y="27"/>
                    </a:cubicBezTo>
                    <a:cubicBezTo>
                      <a:pt x="8" y="21"/>
                      <a:pt x="5" y="13"/>
                      <a:pt x="4" y="4"/>
                    </a:cubicBezTo>
                    <a:cubicBezTo>
                      <a:pt x="4" y="3"/>
                      <a:pt x="4" y="3"/>
                      <a:pt x="4" y="3"/>
                    </a:cubicBezTo>
                    <a:cubicBezTo>
                      <a:pt x="4" y="1"/>
                      <a:pt x="3" y="0"/>
                      <a:pt x="2" y="0"/>
                    </a:cubicBezTo>
                    <a:cubicBezTo>
                      <a:pt x="1" y="0"/>
                      <a:pt x="0" y="1"/>
                      <a:pt x="0" y="2"/>
                    </a:cubicBezTo>
                    <a:cubicBezTo>
                      <a:pt x="0" y="4"/>
                      <a:pt x="0" y="4"/>
                      <a:pt x="0" y="4"/>
                    </a:cubicBezTo>
                    <a:cubicBezTo>
                      <a:pt x="0" y="24"/>
                      <a:pt x="15" y="40"/>
                      <a:pt x="35" y="42"/>
                    </a:cubicBezTo>
                    <a:cubicBezTo>
                      <a:pt x="37" y="43"/>
                      <a:pt x="37" y="43"/>
                      <a:pt x="37" y="43"/>
                    </a:cubicBezTo>
                    <a:cubicBezTo>
                      <a:pt x="37" y="65"/>
                      <a:pt x="37" y="65"/>
                      <a:pt x="37" y="65"/>
                    </a:cubicBezTo>
                    <a:cubicBezTo>
                      <a:pt x="9" y="65"/>
                      <a:pt x="9" y="65"/>
                      <a:pt x="9" y="65"/>
                    </a:cubicBezTo>
                    <a:cubicBezTo>
                      <a:pt x="8" y="65"/>
                      <a:pt x="7" y="66"/>
                      <a:pt x="7" y="68"/>
                    </a:cubicBezTo>
                    <a:cubicBezTo>
                      <a:pt x="7" y="69"/>
                      <a:pt x="8" y="70"/>
                      <a:pt x="9" y="70"/>
                    </a:cubicBezTo>
                    <a:cubicBezTo>
                      <a:pt x="69" y="70"/>
                      <a:pt x="69" y="70"/>
                      <a:pt x="69" y="70"/>
                    </a:cubicBezTo>
                    <a:cubicBezTo>
                      <a:pt x="70" y="70"/>
                      <a:pt x="71" y="69"/>
                      <a:pt x="71" y="68"/>
                    </a:cubicBezTo>
                    <a:cubicBezTo>
                      <a:pt x="71" y="66"/>
                      <a:pt x="70" y="65"/>
                      <a:pt x="69" y="65"/>
                    </a:cubicBez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sp>
            <p:nvSpPr>
              <p:cNvPr id="87" name="Freeform 53">
                <a:extLst>
                  <a:ext uri="{FF2B5EF4-FFF2-40B4-BE49-F238E27FC236}">
                    <a16:creationId xmlns:a16="http://schemas.microsoft.com/office/drawing/2014/main" id="{D3B5629C-437E-4A10-BCA1-993F1E319760}"/>
                  </a:ext>
                </a:extLst>
              </p:cNvPr>
              <p:cNvSpPr>
                <a:spLocks noEditPoints="1"/>
              </p:cNvSpPr>
              <p:nvPr/>
            </p:nvSpPr>
            <p:spPr bwMode="auto">
              <a:xfrm>
                <a:off x="8402638" y="5110163"/>
                <a:ext cx="187325" cy="319088"/>
              </a:xfrm>
              <a:custGeom>
                <a:avLst/>
                <a:gdLst>
                  <a:gd name="T0" fmla="*/ 25 w 50"/>
                  <a:gd name="T1" fmla="*/ 85 h 85"/>
                  <a:gd name="T2" fmla="*/ 50 w 50"/>
                  <a:gd name="T3" fmla="*/ 61 h 85"/>
                  <a:gd name="T4" fmla="*/ 50 w 50"/>
                  <a:gd name="T5" fmla="*/ 25 h 85"/>
                  <a:gd name="T6" fmla="*/ 25 w 50"/>
                  <a:gd name="T7" fmla="*/ 0 h 85"/>
                  <a:gd name="T8" fmla="*/ 0 w 50"/>
                  <a:gd name="T9" fmla="*/ 25 h 85"/>
                  <a:gd name="T10" fmla="*/ 0 w 50"/>
                  <a:gd name="T11" fmla="*/ 61 h 85"/>
                  <a:gd name="T12" fmla="*/ 25 w 50"/>
                  <a:gd name="T13" fmla="*/ 85 h 85"/>
                  <a:gd name="T14" fmla="*/ 7 w 50"/>
                  <a:gd name="T15" fmla="*/ 16 h 85"/>
                  <a:gd name="T16" fmla="*/ 11 w 50"/>
                  <a:gd name="T17" fmla="*/ 10 h 85"/>
                  <a:gd name="T18" fmla="*/ 25 w 50"/>
                  <a:gd name="T19" fmla="*/ 5 h 85"/>
                  <a:gd name="T20" fmla="*/ 39 w 50"/>
                  <a:gd name="T21" fmla="*/ 10 h 85"/>
                  <a:gd name="T22" fmla="*/ 43 w 50"/>
                  <a:gd name="T23" fmla="*/ 16 h 85"/>
                  <a:gd name="T24" fmla="*/ 44 w 50"/>
                  <a:gd name="T25" fmla="*/ 18 h 85"/>
                  <a:gd name="T26" fmla="*/ 6 w 50"/>
                  <a:gd name="T27" fmla="*/ 18 h 85"/>
                  <a:gd name="T28" fmla="*/ 7 w 50"/>
                  <a:gd name="T29" fmla="*/ 16 h 85"/>
                  <a:gd name="T30" fmla="*/ 5 w 50"/>
                  <a:gd name="T31" fmla="*/ 23 h 85"/>
                  <a:gd name="T32" fmla="*/ 45 w 50"/>
                  <a:gd name="T33" fmla="*/ 23 h 85"/>
                  <a:gd name="T34" fmla="*/ 45 w 50"/>
                  <a:gd name="T35" fmla="*/ 25 h 85"/>
                  <a:gd name="T36" fmla="*/ 45 w 50"/>
                  <a:gd name="T37" fmla="*/ 33 h 85"/>
                  <a:gd name="T38" fmla="*/ 5 w 50"/>
                  <a:gd name="T39" fmla="*/ 33 h 85"/>
                  <a:gd name="T40" fmla="*/ 5 w 50"/>
                  <a:gd name="T41" fmla="*/ 23 h 85"/>
                  <a:gd name="T42" fmla="*/ 5 w 50"/>
                  <a:gd name="T43" fmla="*/ 37 h 85"/>
                  <a:gd name="T44" fmla="*/ 45 w 50"/>
                  <a:gd name="T45" fmla="*/ 37 h 85"/>
                  <a:gd name="T46" fmla="*/ 45 w 50"/>
                  <a:gd name="T47" fmla="*/ 48 h 85"/>
                  <a:gd name="T48" fmla="*/ 5 w 50"/>
                  <a:gd name="T49" fmla="*/ 48 h 85"/>
                  <a:gd name="T50" fmla="*/ 5 w 50"/>
                  <a:gd name="T51" fmla="*/ 37 h 85"/>
                  <a:gd name="T52" fmla="*/ 5 w 50"/>
                  <a:gd name="T53" fmla="*/ 61 h 85"/>
                  <a:gd name="T54" fmla="*/ 5 w 50"/>
                  <a:gd name="T55" fmla="*/ 52 h 85"/>
                  <a:gd name="T56" fmla="*/ 45 w 50"/>
                  <a:gd name="T57" fmla="*/ 52 h 85"/>
                  <a:gd name="T58" fmla="*/ 45 w 50"/>
                  <a:gd name="T59" fmla="*/ 63 h 85"/>
                  <a:gd name="T60" fmla="*/ 5 w 50"/>
                  <a:gd name="T61" fmla="*/ 63 h 85"/>
                  <a:gd name="T62" fmla="*/ 5 w 50"/>
                  <a:gd name="T63" fmla="*/ 61 h 85"/>
                  <a:gd name="T64" fmla="*/ 6 w 50"/>
                  <a:gd name="T65" fmla="*/ 67 h 85"/>
                  <a:gd name="T66" fmla="*/ 44 w 50"/>
                  <a:gd name="T67" fmla="*/ 67 h 85"/>
                  <a:gd name="T68" fmla="*/ 43 w 50"/>
                  <a:gd name="T69" fmla="*/ 69 h 85"/>
                  <a:gd name="T70" fmla="*/ 39 w 50"/>
                  <a:gd name="T71" fmla="*/ 75 h 85"/>
                  <a:gd name="T72" fmla="*/ 25 w 50"/>
                  <a:gd name="T73" fmla="*/ 81 h 85"/>
                  <a:gd name="T74" fmla="*/ 11 w 50"/>
                  <a:gd name="T75" fmla="*/ 75 h 85"/>
                  <a:gd name="T76" fmla="*/ 7 w 50"/>
                  <a:gd name="T77" fmla="*/ 69 h 85"/>
                  <a:gd name="T78" fmla="*/ 6 w 50"/>
                  <a:gd name="T79" fmla="*/ 67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0" h="85">
                    <a:moveTo>
                      <a:pt x="25" y="85"/>
                    </a:moveTo>
                    <a:cubicBezTo>
                      <a:pt x="39" y="85"/>
                      <a:pt x="50" y="74"/>
                      <a:pt x="50" y="61"/>
                    </a:cubicBezTo>
                    <a:cubicBezTo>
                      <a:pt x="50" y="25"/>
                      <a:pt x="50" y="25"/>
                      <a:pt x="50" y="25"/>
                    </a:cubicBezTo>
                    <a:cubicBezTo>
                      <a:pt x="50" y="11"/>
                      <a:pt x="39" y="0"/>
                      <a:pt x="25" y="0"/>
                    </a:cubicBezTo>
                    <a:cubicBezTo>
                      <a:pt x="11" y="0"/>
                      <a:pt x="0" y="11"/>
                      <a:pt x="0" y="25"/>
                    </a:cubicBezTo>
                    <a:cubicBezTo>
                      <a:pt x="0" y="61"/>
                      <a:pt x="0" y="61"/>
                      <a:pt x="0" y="61"/>
                    </a:cubicBezTo>
                    <a:cubicBezTo>
                      <a:pt x="0" y="74"/>
                      <a:pt x="11" y="85"/>
                      <a:pt x="25" y="85"/>
                    </a:cubicBezTo>
                    <a:close/>
                    <a:moveTo>
                      <a:pt x="7" y="16"/>
                    </a:moveTo>
                    <a:cubicBezTo>
                      <a:pt x="8" y="14"/>
                      <a:pt x="9" y="12"/>
                      <a:pt x="11" y="10"/>
                    </a:cubicBezTo>
                    <a:cubicBezTo>
                      <a:pt x="15" y="7"/>
                      <a:pt x="20" y="5"/>
                      <a:pt x="25" y="5"/>
                    </a:cubicBezTo>
                    <a:cubicBezTo>
                      <a:pt x="30" y="5"/>
                      <a:pt x="35" y="7"/>
                      <a:pt x="39" y="10"/>
                    </a:cubicBezTo>
                    <a:cubicBezTo>
                      <a:pt x="41" y="12"/>
                      <a:pt x="42" y="14"/>
                      <a:pt x="43" y="16"/>
                    </a:cubicBezTo>
                    <a:cubicBezTo>
                      <a:pt x="44" y="18"/>
                      <a:pt x="44" y="18"/>
                      <a:pt x="44" y="18"/>
                    </a:cubicBezTo>
                    <a:cubicBezTo>
                      <a:pt x="6" y="18"/>
                      <a:pt x="6" y="18"/>
                      <a:pt x="6" y="18"/>
                    </a:cubicBezTo>
                    <a:lnTo>
                      <a:pt x="7" y="16"/>
                    </a:lnTo>
                    <a:close/>
                    <a:moveTo>
                      <a:pt x="5" y="23"/>
                    </a:moveTo>
                    <a:cubicBezTo>
                      <a:pt x="45" y="23"/>
                      <a:pt x="45" y="23"/>
                      <a:pt x="45" y="23"/>
                    </a:cubicBezTo>
                    <a:cubicBezTo>
                      <a:pt x="45" y="25"/>
                      <a:pt x="45" y="25"/>
                      <a:pt x="45" y="25"/>
                    </a:cubicBezTo>
                    <a:cubicBezTo>
                      <a:pt x="45" y="33"/>
                      <a:pt x="45" y="33"/>
                      <a:pt x="45" y="33"/>
                    </a:cubicBezTo>
                    <a:cubicBezTo>
                      <a:pt x="5" y="33"/>
                      <a:pt x="5" y="33"/>
                      <a:pt x="5" y="33"/>
                    </a:cubicBezTo>
                    <a:lnTo>
                      <a:pt x="5" y="23"/>
                    </a:lnTo>
                    <a:close/>
                    <a:moveTo>
                      <a:pt x="5" y="37"/>
                    </a:moveTo>
                    <a:cubicBezTo>
                      <a:pt x="45" y="37"/>
                      <a:pt x="45" y="37"/>
                      <a:pt x="45" y="37"/>
                    </a:cubicBezTo>
                    <a:cubicBezTo>
                      <a:pt x="45" y="48"/>
                      <a:pt x="45" y="48"/>
                      <a:pt x="45" y="48"/>
                    </a:cubicBezTo>
                    <a:cubicBezTo>
                      <a:pt x="5" y="48"/>
                      <a:pt x="5" y="48"/>
                      <a:pt x="5" y="48"/>
                    </a:cubicBezTo>
                    <a:lnTo>
                      <a:pt x="5" y="37"/>
                    </a:lnTo>
                    <a:close/>
                    <a:moveTo>
                      <a:pt x="5" y="61"/>
                    </a:moveTo>
                    <a:cubicBezTo>
                      <a:pt x="5" y="52"/>
                      <a:pt x="5" y="52"/>
                      <a:pt x="5" y="52"/>
                    </a:cubicBezTo>
                    <a:cubicBezTo>
                      <a:pt x="45" y="52"/>
                      <a:pt x="45" y="52"/>
                      <a:pt x="45" y="52"/>
                    </a:cubicBezTo>
                    <a:cubicBezTo>
                      <a:pt x="45" y="63"/>
                      <a:pt x="45" y="63"/>
                      <a:pt x="45" y="63"/>
                    </a:cubicBezTo>
                    <a:cubicBezTo>
                      <a:pt x="5" y="63"/>
                      <a:pt x="5" y="63"/>
                      <a:pt x="5" y="63"/>
                    </a:cubicBezTo>
                    <a:lnTo>
                      <a:pt x="5" y="61"/>
                    </a:lnTo>
                    <a:close/>
                    <a:moveTo>
                      <a:pt x="6" y="67"/>
                    </a:moveTo>
                    <a:cubicBezTo>
                      <a:pt x="44" y="67"/>
                      <a:pt x="44" y="67"/>
                      <a:pt x="44" y="67"/>
                    </a:cubicBezTo>
                    <a:cubicBezTo>
                      <a:pt x="43" y="69"/>
                      <a:pt x="43" y="69"/>
                      <a:pt x="43" y="69"/>
                    </a:cubicBezTo>
                    <a:cubicBezTo>
                      <a:pt x="42" y="71"/>
                      <a:pt x="41" y="73"/>
                      <a:pt x="39" y="75"/>
                    </a:cubicBezTo>
                    <a:cubicBezTo>
                      <a:pt x="35" y="79"/>
                      <a:pt x="30" y="81"/>
                      <a:pt x="25" y="81"/>
                    </a:cubicBezTo>
                    <a:cubicBezTo>
                      <a:pt x="20" y="81"/>
                      <a:pt x="15" y="79"/>
                      <a:pt x="11" y="75"/>
                    </a:cubicBezTo>
                    <a:cubicBezTo>
                      <a:pt x="9" y="73"/>
                      <a:pt x="8" y="71"/>
                      <a:pt x="7" y="69"/>
                    </a:cubicBezTo>
                    <a:lnTo>
                      <a:pt x="6" y="67"/>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grpSp>
      <p:grpSp>
        <p:nvGrpSpPr>
          <p:cNvPr id="88" name="组合 87">
            <a:extLst>
              <a:ext uri="{FF2B5EF4-FFF2-40B4-BE49-F238E27FC236}">
                <a16:creationId xmlns:a16="http://schemas.microsoft.com/office/drawing/2014/main" id="{C12B200E-7B25-41E9-8F66-02911E018E43}"/>
              </a:ext>
            </a:extLst>
          </p:cNvPr>
          <p:cNvGrpSpPr/>
          <p:nvPr/>
        </p:nvGrpSpPr>
        <p:grpSpPr>
          <a:xfrm>
            <a:off x="5008701" y="1318502"/>
            <a:ext cx="504000" cy="504000"/>
            <a:chOff x="4613213" y="3130275"/>
            <a:chExt cx="504000" cy="504000"/>
          </a:xfrm>
        </p:grpSpPr>
        <p:sp>
          <p:nvSpPr>
            <p:cNvPr id="89" name="椭圆 88">
              <a:extLst>
                <a:ext uri="{FF2B5EF4-FFF2-40B4-BE49-F238E27FC236}">
                  <a16:creationId xmlns:a16="http://schemas.microsoft.com/office/drawing/2014/main" id="{EC4326C4-89B3-43F7-BA5E-3B8C67F07C9E}"/>
                </a:ext>
              </a:extLst>
            </p:cNvPr>
            <p:cNvSpPr/>
            <p:nvPr/>
          </p:nvSpPr>
          <p:spPr>
            <a:xfrm>
              <a:off x="4613213" y="3130275"/>
              <a:ext cx="504000" cy="504000"/>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90" name="Freeform 105">
              <a:extLst>
                <a:ext uri="{FF2B5EF4-FFF2-40B4-BE49-F238E27FC236}">
                  <a16:creationId xmlns:a16="http://schemas.microsoft.com/office/drawing/2014/main" id="{1625F15B-4B25-4739-A6B2-F6CEB1D13413}"/>
                </a:ext>
              </a:extLst>
            </p:cNvPr>
            <p:cNvSpPr>
              <a:spLocks noChangeAspect="1" noEditPoints="1"/>
            </p:cNvSpPr>
            <p:nvPr/>
          </p:nvSpPr>
          <p:spPr bwMode="auto">
            <a:xfrm>
              <a:off x="4703213" y="3237919"/>
              <a:ext cx="324000" cy="288713"/>
            </a:xfrm>
            <a:custGeom>
              <a:avLst/>
              <a:gdLst>
                <a:gd name="T0" fmla="*/ 101 w 128"/>
                <a:gd name="T1" fmla="*/ 41 h 114"/>
                <a:gd name="T2" fmla="*/ 125 w 128"/>
                <a:gd name="T3" fmla="*/ 17 h 114"/>
                <a:gd name="T4" fmla="*/ 128 w 128"/>
                <a:gd name="T5" fmla="*/ 10 h 114"/>
                <a:gd name="T6" fmla="*/ 125 w 128"/>
                <a:gd name="T7" fmla="*/ 3 h 114"/>
                <a:gd name="T8" fmla="*/ 111 w 128"/>
                <a:gd name="T9" fmla="*/ 3 h 114"/>
                <a:gd name="T10" fmla="*/ 87 w 128"/>
                <a:gd name="T11" fmla="*/ 27 h 114"/>
                <a:gd name="T12" fmla="*/ 6 w 128"/>
                <a:gd name="T13" fmla="*/ 27 h 114"/>
                <a:gd name="T14" fmla="*/ 0 w 128"/>
                <a:gd name="T15" fmla="*/ 33 h 114"/>
                <a:gd name="T16" fmla="*/ 0 w 128"/>
                <a:gd name="T17" fmla="*/ 108 h 114"/>
                <a:gd name="T18" fmla="*/ 6 w 128"/>
                <a:gd name="T19" fmla="*/ 114 h 114"/>
                <a:gd name="T20" fmla="*/ 95 w 128"/>
                <a:gd name="T21" fmla="*/ 114 h 114"/>
                <a:gd name="T22" fmla="*/ 101 w 128"/>
                <a:gd name="T23" fmla="*/ 108 h 114"/>
                <a:gd name="T24" fmla="*/ 101 w 128"/>
                <a:gd name="T25" fmla="*/ 41 h 114"/>
                <a:gd name="T26" fmla="*/ 96 w 128"/>
                <a:gd name="T27" fmla="*/ 109 h 114"/>
                <a:gd name="T28" fmla="*/ 5 w 128"/>
                <a:gd name="T29" fmla="*/ 109 h 114"/>
                <a:gd name="T30" fmla="*/ 5 w 128"/>
                <a:gd name="T31" fmla="*/ 32 h 114"/>
                <a:gd name="T32" fmla="*/ 83 w 128"/>
                <a:gd name="T33" fmla="*/ 32 h 114"/>
                <a:gd name="T34" fmla="*/ 63 w 128"/>
                <a:gd name="T35" fmla="*/ 52 h 114"/>
                <a:gd name="T36" fmla="*/ 62 w 128"/>
                <a:gd name="T37" fmla="*/ 54 h 114"/>
                <a:gd name="T38" fmla="*/ 62 w 128"/>
                <a:gd name="T39" fmla="*/ 64 h 114"/>
                <a:gd name="T40" fmla="*/ 63 w 128"/>
                <a:gd name="T41" fmla="*/ 66 h 114"/>
                <a:gd name="T42" fmla="*/ 64 w 128"/>
                <a:gd name="T43" fmla="*/ 66 h 114"/>
                <a:gd name="T44" fmla="*/ 75 w 128"/>
                <a:gd name="T45" fmla="*/ 66 h 114"/>
                <a:gd name="T46" fmla="*/ 76 w 128"/>
                <a:gd name="T47" fmla="*/ 66 h 114"/>
                <a:gd name="T48" fmla="*/ 76 w 128"/>
                <a:gd name="T49" fmla="*/ 66 h 114"/>
                <a:gd name="T50" fmla="*/ 96 w 128"/>
                <a:gd name="T51" fmla="*/ 46 h 114"/>
                <a:gd name="T52" fmla="*/ 96 w 128"/>
                <a:gd name="T53" fmla="*/ 109 h 114"/>
                <a:gd name="T54" fmla="*/ 74 w 128"/>
                <a:gd name="T55" fmla="*/ 62 h 114"/>
                <a:gd name="T56" fmla="*/ 67 w 128"/>
                <a:gd name="T57" fmla="*/ 62 h 114"/>
                <a:gd name="T58" fmla="*/ 67 w 128"/>
                <a:gd name="T59" fmla="*/ 55 h 114"/>
                <a:gd name="T60" fmla="*/ 115 w 128"/>
                <a:gd name="T61" fmla="*/ 6 h 114"/>
                <a:gd name="T62" fmla="*/ 118 w 128"/>
                <a:gd name="T63" fmla="*/ 5 h 114"/>
                <a:gd name="T64" fmla="*/ 122 w 128"/>
                <a:gd name="T65" fmla="*/ 6 h 114"/>
                <a:gd name="T66" fmla="*/ 122 w 128"/>
                <a:gd name="T67" fmla="*/ 14 h 114"/>
                <a:gd name="T68" fmla="*/ 74 w 128"/>
                <a:gd name="T69" fmla="*/ 6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8" h="114">
                  <a:moveTo>
                    <a:pt x="101" y="41"/>
                  </a:moveTo>
                  <a:cubicBezTo>
                    <a:pt x="125" y="17"/>
                    <a:pt x="125" y="17"/>
                    <a:pt x="125" y="17"/>
                  </a:cubicBezTo>
                  <a:cubicBezTo>
                    <a:pt x="127" y="15"/>
                    <a:pt x="128" y="13"/>
                    <a:pt x="128" y="10"/>
                  </a:cubicBezTo>
                  <a:cubicBezTo>
                    <a:pt x="128" y="8"/>
                    <a:pt x="127" y="5"/>
                    <a:pt x="125" y="3"/>
                  </a:cubicBezTo>
                  <a:cubicBezTo>
                    <a:pt x="121" y="0"/>
                    <a:pt x="115" y="0"/>
                    <a:pt x="111" y="3"/>
                  </a:cubicBezTo>
                  <a:cubicBezTo>
                    <a:pt x="87" y="27"/>
                    <a:pt x="87" y="27"/>
                    <a:pt x="87" y="27"/>
                  </a:cubicBezTo>
                  <a:cubicBezTo>
                    <a:pt x="6" y="27"/>
                    <a:pt x="6" y="27"/>
                    <a:pt x="6" y="27"/>
                  </a:cubicBezTo>
                  <a:cubicBezTo>
                    <a:pt x="3" y="27"/>
                    <a:pt x="0" y="30"/>
                    <a:pt x="0" y="33"/>
                  </a:cubicBezTo>
                  <a:cubicBezTo>
                    <a:pt x="0" y="108"/>
                    <a:pt x="0" y="108"/>
                    <a:pt x="0" y="108"/>
                  </a:cubicBezTo>
                  <a:cubicBezTo>
                    <a:pt x="0" y="111"/>
                    <a:pt x="3" y="114"/>
                    <a:pt x="6" y="114"/>
                  </a:cubicBezTo>
                  <a:cubicBezTo>
                    <a:pt x="95" y="114"/>
                    <a:pt x="95" y="114"/>
                    <a:pt x="95" y="114"/>
                  </a:cubicBezTo>
                  <a:cubicBezTo>
                    <a:pt x="98" y="114"/>
                    <a:pt x="101" y="111"/>
                    <a:pt x="101" y="108"/>
                  </a:cubicBezTo>
                  <a:lnTo>
                    <a:pt x="101" y="41"/>
                  </a:lnTo>
                  <a:close/>
                  <a:moveTo>
                    <a:pt x="96" y="109"/>
                  </a:moveTo>
                  <a:cubicBezTo>
                    <a:pt x="5" y="109"/>
                    <a:pt x="5" y="109"/>
                    <a:pt x="5" y="109"/>
                  </a:cubicBezTo>
                  <a:cubicBezTo>
                    <a:pt x="5" y="32"/>
                    <a:pt x="5" y="32"/>
                    <a:pt x="5" y="32"/>
                  </a:cubicBezTo>
                  <a:cubicBezTo>
                    <a:pt x="83" y="32"/>
                    <a:pt x="83" y="32"/>
                    <a:pt x="83" y="32"/>
                  </a:cubicBezTo>
                  <a:cubicBezTo>
                    <a:pt x="63" y="52"/>
                    <a:pt x="63" y="52"/>
                    <a:pt x="63" y="52"/>
                  </a:cubicBezTo>
                  <a:cubicBezTo>
                    <a:pt x="62" y="52"/>
                    <a:pt x="62" y="53"/>
                    <a:pt x="62" y="54"/>
                  </a:cubicBezTo>
                  <a:cubicBezTo>
                    <a:pt x="62" y="64"/>
                    <a:pt x="62" y="64"/>
                    <a:pt x="62" y="64"/>
                  </a:cubicBezTo>
                  <a:cubicBezTo>
                    <a:pt x="62" y="65"/>
                    <a:pt x="62" y="65"/>
                    <a:pt x="63" y="66"/>
                  </a:cubicBezTo>
                  <a:cubicBezTo>
                    <a:pt x="63" y="66"/>
                    <a:pt x="64" y="66"/>
                    <a:pt x="64" y="66"/>
                  </a:cubicBezTo>
                  <a:cubicBezTo>
                    <a:pt x="75" y="66"/>
                    <a:pt x="75" y="66"/>
                    <a:pt x="75" y="66"/>
                  </a:cubicBezTo>
                  <a:cubicBezTo>
                    <a:pt x="75" y="66"/>
                    <a:pt x="76" y="66"/>
                    <a:pt x="76" y="66"/>
                  </a:cubicBezTo>
                  <a:cubicBezTo>
                    <a:pt x="76" y="66"/>
                    <a:pt x="76" y="66"/>
                    <a:pt x="76" y="66"/>
                  </a:cubicBezTo>
                  <a:cubicBezTo>
                    <a:pt x="96" y="46"/>
                    <a:pt x="96" y="46"/>
                    <a:pt x="96" y="46"/>
                  </a:cubicBezTo>
                  <a:lnTo>
                    <a:pt x="96" y="109"/>
                  </a:lnTo>
                  <a:close/>
                  <a:moveTo>
                    <a:pt x="74" y="62"/>
                  </a:moveTo>
                  <a:cubicBezTo>
                    <a:pt x="67" y="62"/>
                    <a:pt x="67" y="62"/>
                    <a:pt x="67" y="62"/>
                  </a:cubicBezTo>
                  <a:cubicBezTo>
                    <a:pt x="67" y="55"/>
                    <a:pt x="67" y="55"/>
                    <a:pt x="67" y="55"/>
                  </a:cubicBezTo>
                  <a:cubicBezTo>
                    <a:pt x="115" y="6"/>
                    <a:pt x="115" y="6"/>
                    <a:pt x="115" y="6"/>
                  </a:cubicBezTo>
                  <a:cubicBezTo>
                    <a:pt x="116" y="5"/>
                    <a:pt x="118" y="5"/>
                    <a:pt x="118" y="5"/>
                  </a:cubicBezTo>
                  <a:cubicBezTo>
                    <a:pt x="119" y="5"/>
                    <a:pt x="121" y="5"/>
                    <a:pt x="122" y="6"/>
                  </a:cubicBezTo>
                  <a:cubicBezTo>
                    <a:pt x="124" y="8"/>
                    <a:pt x="124" y="12"/>
                    <a:pt x="122" y="14"/>
                  </a:cubicBezTo>
                  <a:lnTo>
                    <a:pt x="74" y="62"/>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微软雅黑"/>
                <a:ea typeface="微软雅黑"/>
                <a:cs typeface="+mn-cs"/>
              </a:endParaRPr>
            </a:p>
          </p:txBody>
        </p:sp>
      </p:grpSp>
    </p:spTree>
    <p:extLst>
      <p:ext uri="{BB962C8B-B14F-4D97-AF65-F5344CB8AC3E}">
        <p14:creationId xmlns:p14="http://schemas.microsoft.com/office/powerpoint/2010/main" val="3433959412"/>
      </p:ext>
    </p:extLst>
  </p:cSld>
  <p:clrMapOvr>
    <a:masterClrMapping/>
  </p:clrMapOvr>
  <p:transition spd="med">
    <p:pull/>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矩形 30">
            <a:extLst>
              <a:ext uri="{FF2B5EF4-FFF2-40B4-BE49-F238E27FC236}">
                <a16:creationId xmlns:a16="http://schemas.microsoft.com/office/drawing/2014/main" id="{1A2BA8EB-F138-4DB9-87B6-536B50F486F7}"/>
              </a:ext>
            </a:extLst>
          </p:cNvPr>
          <p:cNvSpPr/>
          <p:nvPr/>
        </p:nvSpPr>
        <p:spPr>
          <a:xfrm>
            <a:off x="1206302" y="1232515"/>
            <a:ext cx="10221361" cy="4804360"/>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2" name="文本占位符 67">
            <a:extLst>
              <a:ext uri="{FF2B5EF4-FFF2-40B4-BE49-F238E27FC236}">
                <a16:creationId xmlns:a16="http://schemas.microsoft.com/office/drawing/2014/main" id="{79FE530C-B12B-4BF1-9DDF-12D6EEFADDAF}"/>
              </a:ext>
            </a:extLst>
          </p:cNvPr>
          <p:cNvSpPr txBox="1">
            <a:spLocks/>
          </p:cNvSpPr>
          <p:nvPr/>
        </p:nvSpPr>
        <p:spPr>
          <a:xfrm>
            <a:off x="798789" y="1125538"/>
            <a:ext cx="10532646" cy="4826556"/>
          </a:xfrm>
          <a:prstGeom prst="rect">
            <a:avLst/>
          </a:prstGeom>
          <a:solidFill>
            <a:schemeClr val="bg1"/>
          </a:solidFill>
          <a:effectLst>
            <a:outerShdw blurRad="50800" dist="38100" dir="2700000" algn="tl" rotWithShape="0">
              <a:prstClr val="black">
                <a:alpha val="40000"/>
              </a:prstClr>
            </a:outerShdw>
          </a:effectLst>
        </p:spPr>
        <p:txBody>
          <a:bodyPr anchor="ctr">
            <a:normAutofit/>
          </a:bodyPr>
          <a:lstStyle>
            <a:lvl1pPr marL="0" indent="0" algn="l" rtl="0" eaLnBrk="0" fontAlgn="base" hangingPunct="0">
              <a:lnSpc>
                <a:spcPct val="125000"/>
              </a:lnSpc>
              <a:spcBef>
                <a:spcPts val="0"/>
              </a:spcBef>
              <a:spcAft>
                <a:spcPct val="0"/>
              </a:spcAft>
              <a:buFont typeface="Arial" panose="020B0604020202020204" pitchFamily="34" charset="0"/>
              <a:buNone/>
              <a:defRPr sz="2400" kern="1200">
                <a:solidFill>
                  <a:schemeClr val="tx1"/>
                </a:solidFill>
                <a:latin typeface="+mn-ea"/>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0" fontAlgn="base" latinLnBrk="0" hangingPunct="0">
              <a:lnSpc>
                <a:spcPct val="125000"/>
              </a:lnSpc>
              <a:spcBef>
                <a:spcPts val="0"/>
              </a:spcBef>
              <a:spcAft>
                <a:spcPct val="0"/>
              </a:spcAft>
              <a:buClrTx/>
              <a:buSzTx/>
              <a:buFont typeface="Arial" panose="020B0604020202020204" pitchFamily="34" charset="0"/>
              <a:buNone/>
              <a:tabLst/>
              <a:defRPr/>
            </a:pPr>
            <a:endParaRPr kumimoji="0" lang="zh-CN" altLang="en-US" sz="2400" b="0" i="0" u="none" strike="noStrike" kern="1200" cap="none" spc="0" normalizeH="0" baseline="0" noProof="0" dirty="0">
              <a:ln>
                <a:noFill/>
              </a:ln>
              <a:solidFill>
                <a:prstClr val="black"/>
              </a:solidFill>
              <a:effectLst/>
              <a:uLnTx/>
              <a:uFillTx/>
              <a:latin typeface="微软雅黑"/>
              <a:ea typeface="微软雅黑"/>
              <a:cs typeface="+mn-cs"/>
            </a:endParaRPr>
          </a:p>
        </p:txBody>
      </p:sp>
      <p:sp>
        <p:nvSpPr>
          <p:cNvPr id="10" name="标题 9"/>
          <p:cNvSpPr>
            <a:spLocks noGrp="1"/>
          </p:cNvSpPr>
          <p:nvPr>
            <p:ph type="title"/>
          </p:nvPr>
        </p:nvSpPr>
        <p:spPr/>
        <p:txBody>
          <a:bodyPr/>
          <a:lstStyle/>
          <a:p>
            <a:r>
              <a:rPr lang="zh-CN" altLang="en-US" dirty="0"/>
              <a:t>参考文献</a:t>
            </a:r>
          </a:p>
        </p:txBody>
      </p:sp>
      <p:graphicFrame>
        <p:nvGraphicFramePr>
          <p:cNvPr id="30" name="表格 29">
            <a:extLst>
              <a:ext uri="{FF2B5EF4-FFF2-40B4-BE49-F238E27FC236}">
                <a16:creationId xmlns:a16="http://schemas.microsoft.com/office/drawing/2014/main" id="{8660B07F-8AD5-47F2-A134-9F156FE2EA13}"/>
              </a:ext>
            </a:extLst>
          </p:cNvPr>
          <p:cNvGraphicFramePr>
            <a:graphicFrameLocks noGrp="1"/>
          </p:cNvGraphicFramePr>
          <p:nvPr/>
        </p:nvGraphicFramePr>
        <p:xfrm>
          <a:off x="798789" y="1125538"/>
          <a:ext cx="10532646" cy="4826552"/>
        </p:xfrm>
        <a:graphic>
          <a:graphicData uri="http://schemas.openxmlformats.org/drawingml/2006/table">
            <a:tbl>
              <a:tblPr/>
              <a:tblGrid>
                <a:gridCol w="10532646">
                  <a:extLst>
                    <a:ext uri="{9D8B030D-6E8A-4147-A177-3AD203B41FA5}">
                      <a16:colId xmlns:a16="http://schemas.microsoft.com/office/drawing/2014/main" val="3275846858"/>
                    </a:ext>
                  </a:extLst>
                </a:gridCol>
              </a:tblGrid>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endParaRPr lang="zh-CN" altLang="en-US" dirty="0"/>
                    </a:p>
                  </a:txBody>
                  <a:tcPr anchor="ctr">
                    <a:lnL w="12700" cmpd="sng">
                      <a:solidFill>
                        <a:srgbClr val="FFFFFF"/>
                      </a:solidFill>
                    </a:lnL>
                    <a:lnR w="12700" cmpd="sng">
                      <a:solidFill>
                        <a:srgbClr val="FFFFFF"/>
                      </a:solidFill>
                    </a:lnR>
                    <a:lnT w="12700" cmpd="sng">
                      <a:solidFill>
                        <a:srgbClr val="FFFFFF"/>
                      </a:solidFill>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0177875"/>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1228808"/>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1524803"/>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214169"/>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183746"/>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426389"/>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6350" cap="flat" cmpd="sng" algn="ctr">
                      <a:solidFill>
                        <a:srgbClr val="000000">
                          <a:lumMod val="75000"/>
                          <a:lumOff val="25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46416898"/>
                  </a:ext>
                </a:extLst>
              </a:tr>
              <a:tr h="603319">
                <a:tc>
                  <a:txBody>
                    <a:bodyPr/>
                    <a:lstStyle>
                      <a:lvl1pPr marL="0" algn="l" defTabSz="914400" rtl="0" eaLnBrk="1" latinLnBrk="0" hangingPunct="1">
                        <a:defRPr sz="1800" kern="1200">
                          <a:solidFill>
                            <a:schemeClr val="dk1"/>
                          </a:solidFill>
                          <a:latin typeface="Arial"/>
                          <a:ea typeface="微软雅黑 Light"/>
                        </a:defRPr>
                      </a:lvl1pPr>
                      <a:lvl2pPr marL="457200" algn="l" defTabSz="914400" rtl="0" eaLnBrk="1" latinLnBrk="0" hangingPunct="1">
                        <a:defRPr sz="1800" kern="1200">
                          <a:solidFill>
                            <a:schemeClr val="dk1"/>
                          </a:solidFill>
                          <a:latin typeface="Arial"/>
                          <a:ea typeface="微软雅黑 Light"/>
                        </a:defRPr>
                      </a:lvl2pPr>
                      <a:lvl3pPr marL="914400" algn="l" defTabSz="914400" rtl="0" eaLnBrk="1" latinLnBrk="0" hangingPunct="1">
                        <a:defRPr sz="1800" kern="1200">
                          <a:solidFill>
                            <a:schemeClr val="dk1"/>
                          </a:solidFill>
                          <a:latin typeface="Arial"/>
                          <a:ea typeface="微软雅黑 Light"/>
                        </a:defRPr>
                      </a:lvl3pPr>
                      <a:lvl4pPr marL="1371600" algn="l" defTabSz="914400" rtl="0" eaLnBrk="1" latinLnBrk="0" hangingPunct="1">
                        <a:defRPr sz="1800" kern="1200">
                          <a:solidFill>
                            <a:schemeClr val="dk1"/>
                          </a:solidFill>
                          <a:latin typeface="Arial"/>
                          <a:ea typeface="微软雅黑 Light"/>
                        </a:defRPr>
                      </a:lvl4pPr>
                      <a:lvl5pPr marL="1828800" algn="l" defTabSz="914400" rtl="0" eaLnBrk="1" latinLnBrk="0" hangingPunct="1">
                        <a:defRPr sz="1800" kern="1200">
                          <a:solidFill>
                            <a:schemeClr val="dk1"/>
                          </a:solidFill>
                          <a:latin typeface="Arial"/>
                          <a:ea typeface="微软雅黑 Light"/>
                        </a:defRPr>
                      </a:lvl5pPr>
                      <a:lvl6pPr marL="2286000" algn="l" defTabSz="914400" rtl="0" eaLnBrk="1" latinLnBrk="0" hangingPunct="1">
                        <a:defRPr sz="1800" kern="1200">
                          <a:solidFill>
                            <a:schemeClr val="dk1"/>
                          </a:solidFill>
                          <a:latin typeface="Arial"/>
                          <a:ea typeface="微软雅黑 Light"/>
                        </a:defRPr>
                      </a:lvl6pPr>
                      <a:lvl7pPr marL="2743200" algn="l" defTabSz="914400" rtl="0" eaLnBrk="1" latinLnBrk="0" hangingPunct="1">
                        <a:defRPr sz="1800" kern="1200">
                          <a:solidFill>
                            <a:schemeClr val="dk1"/>
                          </a:solidFill>
                          <a:latin typeface="Arial"/>
                          <a:ea typeface="微软雅黑 Light"/>
                        </a:defRPr>
                      </a:lvl7pPr>
                      <a:lvl8pPr marL="3200400" algn="l" defTabSz="914400" rtl="0" eaLnBrk="1" latinLnBrk="0" hangingPunct="1">
                        <a:defRPr sz="1800" kern="1200">
                          <a:solidFill>
                            <a:schemeClr val="dk1"/>
                          </a:solidFill>
                          <a:latin typeface="Arial"/>
                          <a:ea typeface="微软雅黑 Light"/>
                        </a:defRPr>
                      </a:lvl8pPr>
                      <a:lvl9pPr marL="3657600" algn="l" defTabSz="914400" rtl="0" eaLnBrk="1" latinLnBrk="0" hangingPunct="1">
                        <a:defRPr sz="1800" kern="1200">
                          <a:solidFill>
                            <a:schemeClr val="dk1"/>
                          </a:solidFill>
                          <a:latin typeface="Arial"/>
                          <a:ea typeface="微软雅黑 Light"/>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a:t>
                      </a:r>
                      <a:r>
                        <a:rPr lang="zh-CN" altLang="en-US" dirty="0"/>
                        <a:t>某某某</a:t>
                      </a:r>
                      <a:r>
                        <a:rPr lang="en-US" altLang="zh-CN" dirty="0"/>
                        <a:t>.</a:t>
                      </a:r>
                      <a:r>
                        <a:rPr lang="zh-CN" altLang="en-US" dirty="0"/>
                        <a:t>图书馆目录</a:t>
                      </a:r>
                      <a:r>
                        <a:rPr lang="en-US" altLang="zh-CN" dirty="0"/>
                        <a:t>[M].</a:t>
                      </a:r>
                      <a:r>
                        <a:rPr lang="zh-CN" altLang="en-US" dirty="0"/>
                        <a:t>北京</a:t>
                      </a:r>
                      <a:r>
                        <a:rPr lang="en-US" altLang="zh-CN" dirty="0"/>
                        <a:t>:</a:t>
                      </a:r>
                      <a:r>
                        <a:rPr lang="zh-CN" altLang="en-US" dirty="0"/>
                        <a:t>高等教育出版社</a:t>
                      </a:r>
                      <a:r>
                        <a:rPr lang="en-US" altLang="zh-CN" dirty="0"/>
                        <a:t>,1957:15-18.</a:t>
                      </a:r>
                    </a:p>
                  </a:txBody>
                  <a:tcPr anchor="ctr">
                    <a:lnL w="12700" cmpd="sng">
                      <a:solidFill>
                        <a:srgbClr val="FFFFFF"/>
                      </a:solidFill>
                    </a:lnL>
                    <a:lnR w="12700" cmpd="sng">
                      <a:solidFill>
                        <a:srgbClr val="FFFFFF"/>
                      </a:solidFill>
                    </a:lnR>
                    <a:lnT w="6350" cap="flat" cmpd="sng" algn="ctr">
                      <a:solidFill>
                        <a:srgbClr val="000000">
                          <a:lumMod val="75000"/>
                          <a:lumOff val="25000"/>
                        </a:srgbClr>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noFill/>
                  </a:tcPr>
                </a:tc>
                <a:extLst>
                  <a:ext uri="{0D108BD9-81ED-4DB2-BD59-A6C34878D82A}">
                    <a16:rowId xmlns:a16="http://schemas.microsoft.com/office/drawing/2014/main" val="1420434908"/>
                  </a:ext>
                </a:extLst>
              </a:tr>
            </a:tbl>
          </a:graphicData>
        </a:graphic>
      </p:graphicFrame>
    </p:spTree>
    <p:extLst>
      <p:ext uri="{BB962C8B-B14F-4D97-AF65-F5344CB8AC3E}">
        <p14:creationId xmlns:p14="http://schemas.microsoft.com/office/powerpoint/2010/main" val="1998632241"/>
      </p:ext>
    </p:extLst>
  </p:cSld>
  <p:clrMapOvr>
    <a:masterClrMapping/>
  </p:clrMapOvr>
  <p:transition spd="med">
    <p:pull/>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人物介绍页</a:t>
            </a:r>
          </a:p>
        </p:txBody>
      </p:sp>
      <p:sp>
        <p:nvSpPr>
          <p:cNvPr id="7" name="矩形 6">
            <a:extLst>
              <a:ext uri="{FF2B5EF4-FFF2-40B4-BE49-F238E27FC236}">
                <a16:creationId xmlns:a16="http://schemas.microsoft.com/office/drawing/2014/main" id="{3CE7E6D8-51BE-48E8-B57A-6F650EDCC35B}"/>
              </a:ext>
            </a:extLst>
          </p:cNvPr>
          <p:cNvSpPr/>
          <p:nvPr/>
        </p:nvSpPr>
        <p:spPr>
          <a:xfrm>
            <a:off x="1110607" y="1724492"/>
            <a:ext cx="3178841" cy="366499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8" name="矩形 7"/>
          <p:cNvSpPr/>
          <p:nvPr/>
        </p:nvSpPr>
        <p:spPr>
          <a:xfrm>
            <a:off x="660400" y="2968516"/>
            <a:ext cx="10858499" cy="261257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1" name="文本框 10">
            <a:extLst>
              <a:ext uri="{FF2B5EF4-FFF2-40B4-BE49-F238E27FC236}">
                <a16:creationId xmlns:a16="http://schemas.microsoft.com/office/drawing/2014/main" id="{2C7C22EC-4924-40A3-A11D-92541F8FCDFA}"/>
              </a:ext>
            </a:extLst>
          </p:cNvPr>
          <p:cNvSpPr txBox="1"/>
          <p:nvPr/>
        </p:nvSpPr>
        <p:spPr>
          <a:xfrm>
            <a:off x="4533210" y="1966753"/>
            <a:ext cx="5672854" cy="92333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5400" b="1" i="0" u="none" strike="noStrike" kern="1200" cap="none" spc="300" normalizeH="0" baseline="0" noProof="0" dirty="0">
                <a:ln>
                  <a:noFill/>
                </a:ln>
                <a:solidFill>
                  <a:srgbClr val="A13F0B"/>
                </a:solidFill>
                <a:effectLst/>
                <a:uLnTx/>
                <a:uFillTx/>
                <a:latin typeface="微软雅黑"/>
                <a:ea typeface="微软雅黑"/>
                <a:cs typeface="+mn-cs"/>
              </a:rPr>
              <a:t>嵩天</a:t>
            </a:r>
            <a:r>
              <a:rPr kumimoji="0" lang="zh-CN" altLang="en-US" sz="2400" b="1" i="0" u="none" strike="noStrike" kern="1200" cap="none" spc="300" normalizeH="0" baseline="0" noProof="0" dirty="0">
                <a:ln>
                  <a:noFill/>
                </a:ln>
                <a:solidFill>
                  <a:srgbClr val="A13F0B"/>
                </a:solidFill>
                <a:effectLst/>
                <a:uLnTx/>
                <a:uFillTx/>
                <a:latin typeface="微软雅黑"/>
                <a:ea typeface="微软雅黑"/>
                <a:cs typeface="+mn-cs"/>
              </a:rPr>
              <a:t> </a:t>
            </a:r>
            <a:r>
              <a:rPr kumimoji="0" lang="zh-CN" altLang="en-US" sz="2400" b="0"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rPr>
              <a:t>教授 博士生导师</a:t>
            </a:r>
            <a:endParaRPr kumimoji="0" lang="zh-CN" altLang="en-US" sz="3200" b="0"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endParaRPr>
          </a:p>
        </p:txBody>
      </p:sp>
      <p:sp>
        <p:nvSpPr>
          <p:cNvPr id="12" name="文本框 11">
            <a:extLst>
              <a:ext uri="{FF2B5EF4-FFF2-40B4-BE49-F238E27FC236}">
                <a16:creationId xmlns:a16="http://schemas.microsoft.com/office/drawing/2014/main" id="{4EB6D056-BA36-4095-8BCC-5DBB420ACAD9}"/>
              </a:ext>
            </a:extLst>
          </p:cNvPr>
          <p:cNvSpPr txBox="1"/>
          <p:nvPr/>
        </p:nvSpPr>
        <p:spPr>
          <a:xfrm>
            <a:off x="4671549" y="3215425"/>
            <a:ext cx="6540401" cy="2124812"/>
          </a:xfrm>
          <a:prstGeom prst="rect">
            <a:avLst/>
          </a:prstGeom>
          <a:noFill/>
        </p:spPr>
        <p:txBody>
          <a:bodyPr wrap="square" lIns="0" tIns="0" rIns="0" bIns="0" rtlCol="0">
            <a:spAutoFit/>
          </a:bodyPr>
          <a:lstStyle/>
          <a:p>
            <a:pPr marL="285750" marR="0" lvl="0" indent="-285750" algn="just" defTabSz="914400" rtl="0" eaLnBrk="1" fontAlgn="base" latinLnBrk="0" hangingPunct="0">
              <a:lnSpc>
                <a:spcPct val="130000"/>
              </a:lnSpc>
              <a:spcBef>
                <a:spcPct val="0"/>
              </a:spcBef>
              <a:spcAft>
                <a:spcPct val="0"/>
              </a:spcAft>
              <a:buClr>
                <a:srgbClr val="006C39"/>
              </a:buClr>
              <a:buSzTx/>
              <a:buFont typeface="Arial" panose="020B0604020202020204" pitchFamily="34" charset="0"/>
              <a:buChar char="•"/>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北京市青年教学名师，北京理工大学教学名师，美国华盛顿大学公派访问学者。 </a:t>
            </a:r>
          </a:p>
          <a:p>
            <a:pPr marL="285750" marR="0" lvl="0" indent="-285750" algn="just" defTabSz="914400" rtl="0" eaLnBrk="1" fontAlgn="base" latinLnBrk="0" hangingPunct="0">
              <a:lnSpc>
                <a:spcPct val="130000"/>
              </a:lnSpc>
              <a:spcBef>
                <a:spcPct val="0"/>
              </a:spcBef>
              <a:spcAft>
                <a:spcPct val="0"/>
              </a:spcAft>
              <a:buClr>
                <a:srgbClr val="006C39"/>
              </a:buClr>
              <a:buSzTx/>
              <a:buFont typeface="Arial" panose="020B0604020202020204" pitchFamily="34" charset="0"/>
              <a:buChar char="•"/>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在国际顶级学术期和会议发表论文</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70</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余篇，获批国家发明专利</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10</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余项。</a:t>
            </a:r>
            <a:endPar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1" fontAlgn="base" latinLnBrk="0" hangingPunct="0">
              <a:lnSpc>
                <a:spcPct val="130000"/>
              </a:lnSpc>
              <a:spcBef>
                <a:spcPct val="0"/>
              </a:spcBef>
              <a:spcAft>
                <a:spcPct val="0"/>
              </a:spcAft>
              <a:buClr>
                <a:srgbClr val="006C39"/>
              </a:buClr>
              <a:buSzTx/>
              <a:buFont typeface="Arial" panose="020B0604020202020204" pitchFamily="34" charset="0"/>
              <a:buChar char="•"/>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主讲的</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《Python</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语言程序设计</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拥有超过</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182</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万在线学习者，获得高等教育国家级教学成果一等奖。</a:t>
            </a:r>
            <a:endParaRPr kumimoji="0" lang="en-US" altLang="zh-CN"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endParaRPr>
          </a:p>
        </p:txBody>
      </p:sp>
      <p:pic>
        <p:nvPicPr>
          <p:cNvPr id="13" name="图片 12">
            <a:extLst>
              <a:ext uri="{FF2B5EF4-FFF2-40B4-BE49-F238E27FC236}">
                <a16:creationId xmlns:a16="http://schemas.microsoft.com/office/drawing/2014/main" id="{4CD76BA6-CD09-4702-8FC4-447AE72C4A7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980050" y="1592089"/>
            <a:ext cx="3178840" cy="3664996"/>
          </a:xfrm>
          <a:prstGeom prst="rect">
            <a:avLst/>
          </a:prstGeom>
        </p:spPr>
      </p:pic>
    </p:spTree>
    <p:extLst>
      <p:ext uri="{BB962C8B-B14F-4D97-AF65-F5344CB8AC3E}">
        <p14:creationId xmlns:p14="http://schemas.microsoft.com/office/powerpoint/2010/main" val="815903916"/>
      </p:ext>
    </p:extLst>
  </p:cSld>
  <p:clrMapOvr>
    <a:masterClrMapping/>
  </p:clrMapOvr>
  <p:transition spd="med">
    <p:pull/>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人物介绍页</a:t>
            </a:r>
          </a:p>
        </p:txBody>
      </p:sp>
      <p:sp>
        <p:nvSpPr>
          <p:cNvPr id="9" name="矩形 8">
            <a:extLst>
              <a:ext uri="{FF2B5EF4-FFF2-40B4-BE49-F238E27FC236}">
                <a16:creationId xmlns:a16="http://schemas.microsoft.com/office/drawing/2014/main" id="{1146C583-4FC6-48D4-B5D5-04AD6013357F}"/>
              </a:ext>
            </a:extLst>
          </p:cNvPr>
          <p:cNvSpPr/>
          <p:nvPr/>
        </p:nvSpPr>
        <p:spPr>
          <a:xfrm>
            <a:off x="737785" y="1273601"/>
            <a:ext cx="2952731" cy="4572362"/>
          </a:xfrm>
          <a:prstGeom prst="rect">
            <a:avLst/>
          </a:prstGeom>
          <a:solidFill>
            <a:schemeClr val="accent4">
              <a:alpha val="10000"/>
            </a:schemeClr>
          </a:solidFill>
          <a:ln w="15875">
            <a:solidFill>
              <a:schemeClr val="accent4">
                <a:alpha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pic>
        <p:nvPicPr>
          <p:cNvPr id="14" name="图片占位符 19">
            <a:extLst>
              <a:ext uri="{FF2B5EF4-FFF2-40B4-BE49-F238E27FC236}">
                <a16:creationId xmlns:a16="http://schemas.microsoft.com/office/drawing/2014/main" id="{6C125343-8C9F-4038-A95F-FAADEC6C91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1317750" y="2004527"/>
            <a:ext cx="1792800" cy="1792800"/>
          </a:xfrm>
          <a:custGeom>
            <a:avLst/>
            <a:gdLst>
              <a:gd name="connsiteX0" fmla="*/ 1023845 w 2047690"/>
              <a:gd name="connsiteY0" fmla="*/ 0 h 2047690"/>
              <a:gd name="connsiteX1" fmla="*/ 2047690 w 2047690"/>
              <a:gd name="connsiteY1" fmla="*/ 1023845 h 2047690"/>
              <a:gd name="connsiteX2" fmla="*/ 1023845 w 2047690"/>
              <a:gd name="connsiteY2" fmla="*/ 2047690 h 2047690"/>
              <a:gd name="connsiteX3" fmla="*/ 0 w 2047690"/>
              <a:gd name="connsiteY3" fmla="*/ 1023845 h 2047690"/>
              <a:gd name="connsiteX4" fmla="*/ 1023845 w 2047690"/>
              <a:gd name="connsiteY4" fmla="*/ 0 h 2047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7690" h="2047690">
                <a:moveTo>
                  <a:pt x="1023845" y="0"/>
                </a:moveTo>
                <a:cubicBezTo>
                  <a:pt x="1589299" y="0"/>
                  <a:pt x="2047690" y="458391"/>
                  <a:pt x="2047690" y="1023845"/>
                </a:cubicBezTo>
                <a:cubicBezTo>
                  <a:pt x="2047690" y="1589299"/>
                  <a:pt x="1589299" y="2047690"/>
                  <a:pt x="1023845" y="2047690"/>
                </a:cubicBezTo>
                <a:cubicBezTo>
                  <a:pt x="458391" y="2047690"/>
                  <a:pt x="0" y="1589299"/>
                  <a:pt x="0" y="1023845"/>
                </a:cubicBezTo>
                <a:cubicBezTo>
                  <a:pt x="0" y="458391"/>
                  <a:pt x="458391" y="0"/>
                  <a:pt x="1023845" y="0"/>
                </a:cubicBezTo>
                <a:close/>
              </a:path>
            </a:pathLst>
          </a:custGeom>
        </p:spPr>
      </p:pic>
      <p:sp>
        <p:nvSpPr>
          <p:cNvPr id="15" name="文本框 14">
            <a:extLst>
              <a:ext uri="{FF2B5EF4-FFF2-40B4-BE49-F238E27FC236}">
                <a16:creationId xmlns:a16="http://schemas.microsoft.com/office/drawing/2014/main" id="{B0D354E4-5E0C-4227-9260-51FCB2F27172}"/>
              </a:ext>
            </a:extLst>
          </p:cNvPr>
          <p:cNvSpPr txBox="1"/>
          <p:nvPr/>
        </p:nvSpPr>
        <p:spPr>
          <a:xfrm>
            <a:off x="4296438" y="2193583"/>
            <a:ext cx="6912539" cy="1285879"/>
          </a:xfrm>
          <a:prstGeom prst="rect">
            <a:avLst/>
          </a:prstGeom>
          <a:noFill/>
          <a:ln>
            <a:no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这是此模板设计师留下的一段内容，你可以看到部分页面顶部有提示条，提示你这个模板隐藏的小功能和一些幻灯片制作技巧，一定记得要看哦。</a:t>
            </a:r>
          </a:p>
        </p:txBody>
      </p:sp>
      <p:sp>
        <p:nvSpPr>
          <p:cNvPr id="16" name="矩形: 圆角 93">
            <a:extLst>
              <a:ext uri="{FF2B5EF4-FFF2-40B4-BE49-F238E27FC236}">
                <a16:creationId xmlns:a16="http://schemas.microsoft.com/office/drawing/2014/main" id="{71899987-5CE6-4E24-90B4-EBDD3128D869}"/>
              </a:ext>
            </a:extLst>
          </p:cNvPr>
          <p:cNvSpPr/>
          <p:nvPr/>
        </p:nvSpPr>
        <p:spPr>
          <a:xfrm>
            <a:off x="1280965" y="4645065"/>
            <a:ext cx="1866370" cy="54375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A13F0B"/>
                </a:solidFill>
                <a:effectLst/>
                <a:uLnTx/>
                <a:uFillTx/>
                <a:latin typeface="微软雅黑"/>
                <a:ea typeface="微软雅黑"/>
                <a:cs typeface="+mn-cs"/>
              </a:rPr>
              <a:t>你的名字</a:t>
            </a:r>
          </a:p>
        </p:txBody>
      </p:sp>
      <p:grpSp>
        <p:nvGrpSpPr>
          <p:cNvPr id="17" name="组合 16">
            <a:extLst>
              <a:ext uri="{FF2B5EF4-FFF2-40B4-BE49-F238E27FC236}">
                <a16:creationId xmlns:a16="http://schemas.microsoft.com/office/drawing/2014/main" id="{61BA3E40-D8E1-4191-92E0-05705FBE3ECA}"/>
              </a:ext>
            </a:extLst>
          </p:cNvPr>
          <p:cNvGrpSpPr/>
          <p:nvPr/>
        </p:nvGrpSpPr>
        <p:grpSpPr>
          <a:xfrm>
            <a:off x="10271727" y="5454656"/>
            <a:ext cx="937250" cy="175081"/>
            <a:chOff x="10802319" y="5357813"/>
            <a:chExt cx="937250" cy="175081"/>
          </a:xfrm>
        </p:grpSpPr>
        <p:cxnSp>
          <p:nvCxnSpPr>
            <p:cNvPr id="18" name="直接连接符 17">
              <a:extLst>
                <a:ext uri="{FF2B5EF4-FFF2-40B4-BE49-F238E27FC236}">
                  <a16:creationId xmlns:a16="http://schemas.microsoft.com/office/drawing/2014/main" id="{5F4041EA-9EB4-40AF-8BD3-1671128F9F4C}"/>
                </a:ext>
              </a:extLst>
            </p:cNvPr>
            <p:cNvCxnSpPr>
              <a:cxnSpLocks/>
            </p:cNvCxnSpPr>
            <p:nvPr/>
          </p:nvCxnSpPr>
          <p:spPr>
            <a:xfrm flipH="1">
              <a:off x="1080231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1E14C44-ADB3-47BA-9AFC-35936769149F}"/>
                </a:ext>
              </a:extLst>
            </p:cNvPr>
            <p:cNvCxnSpPr>
              <a:cxnSpLocks/>
            </p:cNvCxnSpPr>
            <p:nvPr/>
          </p:nvCxnSpPr>
          <p:spPr>
            <a:xfrm flipH="1">
              <a:off x="1089995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1AC89FDA-7CA6-4716-A77E-D3B93C98A016}"/>
                </a:ext>
              </a:extLst>
            </p:cNvPr>
            <p:cNvCxnSpPr>
              <a:cxnSpLocks/>
            </p:cNvCxnSpPr>
            <p:nvPr/>
          </p:nvCxnSpPr>
          <p:spPr>
            <a:xfrm flipH="1">
              <a:off x="1099758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8936284F-31A7-4B48-977B-71183F6A79A4}"/>
                </a:ext>
              </a:extLst>
            </p:cNvPr>
            <p:cNvCxnSpPr>
              <a:cxnSpLocks/>
            </p:cNvCxnSpPr>
            <p:nvPr/>
          </p:nvCxnSpPr>
          <p:spPr>
            <a:xfrm flipH="1">
              <a:off x="1109521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A5EAE44-C66F-4E0F-B19C-C8A9CA23F2CC}"/>
                </a:ext>
              </a:extLst>
            </p:cNvPr>
            <p:cNvCxnSpPr>
              <a:cxnSpLocks/>
            </p:cNvCxnSpPr>
            <p:nvPr/>
          </p:nvCxnSpPr>
          <p:spPr>
            <a:xfrm flipH="1">
              <a:off x="11192847"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8BA06B37-5E7C-40E0-9AF3-943F5CF000D6}"/>
                </a:ext>
              </a:extLst>
            </p:cNvPr>
            <p:cNvCxnSpPr>
              <a:cxnSpLocks/>
            </p:cNvCxnSpPr>
            <p:nvPr/>
          </p:nvCxnSpPr>
          <p:spPr>
            <a:xfrm flipH="1">
              <a:off x="1129047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026236DB-0A8A-4EDB-B0AB-1D3E5A9F8EA7}"/>
                </a:ext>
              </a:extLst>
            </p:cNvPr>
            <p:cNvCxnSpPr>
              <a:cxnSpLocks/>
            </p:cNvCxnSpPr>
            <p:nvPr/>
          </p:nvCxnSpPr>
          <p:spPr>
            <a:xfrm flipH="1">
              <a:off x="1138811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C49F4B6-0BBC-4817-9F98-B837E321C082}"/>
                </a:ext>
              </a:extLst>
            </p:cNvPr>
            <p:cNvCxnSpPr>
              <a:cxnSpLocks/>
            </p:cNvCxnSpPr>
            <p:nvPr/>
          </p:nvCxnSpPr>
          <p:spPr>
            <a:xfrm flipH="1">
              <a:off x="1148574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4715D70-543C-45F1-AE76-AB5BCE8F0C52}"/>
                </a:ext>
              </a:extLst>
            </p:cNvPr>
            <p:cNvCxnSpPr>
              <a:cxnSpLocks/>
            </p:cNvCxnSpPr>
            <p:nvPr/>
          </p:nvCxnSpPr>
          <p:spPr>
            <a:xfrm flipH="1">
              <a:off x="1158337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96F1EEA1-01B4-4A82-BCC0-0E9DB2CA88B4}"/>
                </a:ext>
              </a:extLst>
            </p:cNvPr>
            <p:cNvCxnSpPr>
              <a:cxnSpLocks/>
            </p:cNvCxnSpPr>
            <p:nvPr/>
          </p:nvCxnSpPr>
          <p:spPr>
            <a:xfrm flipH="1">
              <a:off x="11681007" y="5357813"/>
              <a:ext cx="58562" cy="175081"/>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文本框 27">
            <a:extLst>
              <a:ext uri="{FF2B5EF4-FFF2-40B4-BE49-F238E27FC236}">
                <a16:creationId xmlns:a16="http://schemas.microsoft.com/office/drawing/2014/main" id="{A79A10BD-681F-46D3-AEA0-2E8435EDE191}"/>
              </a:ext>
            </a:extLst>
          </p:cNvPr>
          <p:cNvSpPr txBox="1"/>
          <p:nvPr/>
        </p:nvSpPr>
        <p:spPr>
          <a:xfrm>
            <a:off x="4301299" y="4087961"/>
            <a:ext cx="2609347" cy="1285879"/>
          </a:xfrm>
          <a:prstGeom prst="rect">
            <a:avLst/>
          </a:prstGeom>
          <a:noFill/>
          <a:ln>
            <a:no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个人奖励</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个人职务</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等等</a:t>
            </a:r>
          </a:p>
        </p:txBody>
      </p:sp>
      <p:sp>
        <p:nvSpPr>
          <p:cNvPr id="29" name="任意多边形: 形状 65">
            <a:extLst>
              <a:ext uri="{FF2B5EF4-FFF2-40B4-BE49-F238E27FC236}">
                <a16:creationId xmlns:a16="http://schemas.microsoft.com/office/drawing/2014/main" id="{B882B02D-D5D7-4A4B-B9A3-31DE510B0060}"/>
              </a:ext>
            </a:extLst>
          </p:cNvPr>
          <p:cNvSpPr/>
          <p:nvPr/>
        </p:nvSpPr>
        <p:spPr>
          <a:xfrm>
            <a:off x="3843995" y="1273601"/>
            <a:ext cx="7610220" cy="4572362"/>
          </a:xfrm>
          <a:custGeom>
            <a:avLst/>
            <a:gdLst>
              <a:gd name="connsiteX0" fmla="*/ 364112 w 7747380"/>
              <a:gd name="connsiteY0" fmla="*/ 0 h 4572362"/>
              <a:gd name="connsiteX1" fmla="*/ 7747380 w 7747380"/>
              <a:gd name="connsiteY1" fmla="*/ 0 h 4572362"/>
              <a:gd name="connsiteX2" fmla="*/ 7747380 w 7747380"/>
              <a:gd name="connsiteY2" fmla="*/ 4572362 h 4572362"/>
              <a:gd name="connsiteX3" fmla="*/ 364112 w 7747380"/>
              <a:gd name="connsiteY3" fmla="*/ 4572362 h 4572362"/>
              <a:gd name="connsiteX4" fmla="*/ 364112 w 7747380"/>
              <a:gd name="connsiteY4" fmla="*/ 785148 h 4572362"/>
              <a:gd name="connsiteX5" fmla="*/ 0 w 7747380"/>
              <a:gd name="connsiteY5" fmla="*/ 785148 h 4572362"/>
              <a:gd name="connsiteX6" fmla="*/ 364112 w 7747380"/>
              <a:gd name="connsiteY6" fmla="*/ 502467 h 4572362"/>
              <a:gd name="connsiteX0" fmla="*/ 226952 w 7610220"/>
              <a:gd name="connsiteY0" fmla="*/ 0 h 4572362"/>
              <a:gd name="connsiteX1" fmla="*/ 7610220 w 7610220"/>
              <a:gd name="connsiteY1" fmla="*/ 0 h 4572362"/>
              <a:gd name="connsiteX2" fmla="*/ 7610220 w 7610220"/>
              <a:gd name="connsiteY2" fmla="*/ 4572362 h 4572362"/>
              <a:gd name="connsiteX3" fmla="*/ 226952 w 7610220"/>
              <a:gd name="connsiteY3" fmla="*/ 4572362 h 4572362"/>
              <a:gd name="connsiteX4" fmla="*/ 226952 w 7610220"/>
              <a:gd name="connsiteY4" fmla="*/ 785148 h 4572362"/>
              <a:gd name="connsiteX5" fmla="*/ 0 w 7610220"/>
              <a:gd name="connsiteY5" fmla="*/ 790228 h 4572362"/>
              <a:gd name="connsiteX6" fmla="*/ 226952 w 7610220"/>
              <a:gd name="connsiteY6" fmla="*/ 502467 h 4572362"/>
              <a:gd name="connsiteX7" fmla="*/ 226952 w 7610220"/>
              <a:gd name="connsiteY7" fmla="*/ 0 h 4572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10220" h="4572362">
                <a:moveTo>
                  <a:pt x="226952" y="0"/>
                </a:moveTo>
                <a:lnTo>
                  <a:pt x="7610220" y="0"/>
                </a:lnTo>
                <a:lnTo>
                  <a:pt x="7610220" y="4572362"/>
                </a:lnTo>
                <a:lnTo>
                  <a:pt x="226952" y="4572362"/>
                </a:lnTo>
                <a:lnTo>
                  <a:pt x="226952" y="785148"/>
                </a:lnTo>
                <a:lnTo>
                  <a:pt x="0" y="790228"/>
                </a:lnTo>
                <a:lnTo>
                  <a:pt x="226952" y="502467"/>
                </a:lnTo>
                <a:lnTo>
                  <a:pt x="226952" y="0"/>
                </a:lnTo>
                <a:close/>
              </a:path>
            </a:pathLst>
          </a:custGeom>
          <a:noFill/>
          <a:ln w="444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0" name="矩形: 圆角 46">
            <a:extLst>
              <a:ext uri="{FF2B5EF4-FFF2-40B4-BE49-F238E27FC236}">
                <a16:creationId xmlns:a16="http://schemas.microsoft.com/office/drawing/2014/main" id="{CF005E57-588F-48AE-8300-B5268A8BDD7B}"/>
              </a:ext>
            </a:extLst>
          </p:cNvPr>
          <p:cNvSpPr/>
          <p:nvPr/>
        </p:nvSpPr>
        <p:spPr>
          <a:xfrm>
            <a:off x="4382795" y="1651379"/>
            <a:ext cx="3032502" cy="54375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0" i="0" u="none" strike="noStrike" kern="1200" cap="none" spc="0" normalizeH="0" baseline="0" noProof="0" dirty="0">
                <a:ln>
                  <a:noFill/>
                </a:ln>
                <a:solidFill>
                  <a:srgbClr val="006C39"/>
                </a:solidFill>
                <a:effectLst/>
                <a:uLnTx/>
                <a:uFillTx/>
                <a:latin typeface="微软雅黑"/>
                <a:ea typeface="微软雅黑"/>
                <a:cs typeface="+mn-cs"/>
              </a:rPr>
              <a:t>个人经历</a:t>
            </a:r>
          </a:p>
        </p:txBody>
      </p:sp>
      <p:grpSp>
        <p:nvGrpSpPr>
          <p:cNvPr id="31" name="组合 30">
            <a:extLst>
              <a:ext uri="{FF2B5EF4-FFF2-40B4-BE49-F238E27FC236}">
                <a16:creationId xmlns:a16="http://schemas.microsoft.com/office/drawing/2014/main" id="{3A235124-C6B3-4E3F-B2F6-95D6CC9D0EB7}"/>
              </a:ext>
            </a:extLst>
          </p:cNvPr>
          <p:cNvGrpSpPr/>
          <p:nvPr/>
        </p:nvGrpSpPr>
        <p:grpSpPr>
          <a:xfrm>
            <a:off x="1124268" y="4455283"/>
            <a:ext cx="2179764" cy="923319"/>
            <a:chOff x="1385475" y="4751040"/>
            <a:chExt cx="1657350" cy="923319"/>
          </a:xfrm>
          <a:solidFill>
            <a:schemeClr val="accent4"/>
          </a:solidFill>
        </p:grpSpPr>
        <p:grpSp>
          <p:nvGrpSpPr>
            <p:cNvPr id="32" name="组合 31">
              <a:extLst>
                <a:ext uri="{FF2B5EF4-FFF2-40B4-BE49-F238E27FC236}">
                  <a16:creationId xmlns:a16="http://schemas.microsoft.com/office/drawing/2014/main" id="{76E32251-2C9D-4FF2-8906-7CB223726236}"/>
                </a:ext>
              </a:extLst>
            </p:cNvPr>
            <p:cNvGrpSpPr/>
            <p:nvPr/>
          </p:nvGrpSpPr>
          <p:grpSpPr>
            <a:xfrm>
              <a:off x="1385475" y="4751040"/>
              <a:ext cx="1657350" cy="78394"/>
              <a:chOff x="1721420" y="2967038"/>
              <a:chExt cx="1657350" cy="78394"/>
            </a:xfrm>
            <a:grpFill/>
          </p:grpSpPr>
          <p:cxnSp>
            <p:nvCxnSpPr>
              <p:cNvPr id="36" name="直接连接符 35">
                <a:extLst>
                  <a:ext uri="{FF2B5EF4-FFF2-40B4-BE49-F238E27FC236}">
                    <a16:creationId xmlns:a16="http://schemas.microsoft.com/office/drawing/2014/main" id="{AFAB6201-61CD-4505-BF79-804078DA07D4}"/>
                  </a:ext>
                </a:extLst>
              </p:cNvPr>
              <p:cNvCxnSpPr/>
              <p:nvPr/>
            </p:nvCxnSpPr>
            <p:spPr>
              <a:xfrm>
                <a:off x="1721420" y="2971800"/>
                <a:ext cx="1657350" cy="0"/>
              </a:xfrm>
              <a:prstGeom prst="line">
                <a:avLst/>
              </a:prstGeom>
              <a:grpFill/>
              <a:ln>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7" name="等腰三角形 36">
                <a:extLst>
                  <a:ext uri="{FF2B5EF4-FFF2-40B4-BE49-F238E27FC236}">
                    <a16:creationId xmlns:a16="http://schemas.microsoft.com/office/drawing/2014/main" id="{F57BFDED-8396-4F34-96E1-6CC5DEF51AE7}"/>
                  </a:ext>
                </a:extLst>
              </p:cNvPr>
              <p:cNvSpPr/>
              <p:nvPr/>
            </p:nvSpPr>
            <p:spPr>
              <a:xfrm flipV="1">
                <a:off x="2504627" y="2967038"/>
                <a:ext cx="90936" cy="7839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grpSp>
          <p:nvGrpSpPr>
            <p:cNvPr id="33" name="组合 32">
              <a:extLst>
                <a:ext uri="{FF2B5EF4-FFF2-40B4-BE49-F238E27FC236}">
                  <a16:creationId xmlns:a16="http://schemas.microsoft.com/office/drawing/2014/main" id="{BA30A590-5A7C-417A-9C54-F34ADF5F571A}"/>
                </a:ext>
              </a:extLst>
            </p:cNvPr>
            <p:cNvGrpSpPr/>
            <p:nvPr/>
          </p:nvGrpSpPr>
          <p:grpSpPr>
            <a:xfrm flipV="1">
              <a:off x="1385475" y="5595965"/>
              <a:ext cx="1657350" cy="78394"/>
              <a:chOff x="1721420" y="2967038"/>
              <a:chExt cx="1657350" cy="78394"/>
            </a:xfrm>
            <a:grpFill/>
          </p:grpSpPr>
          <p:cxnSp>
            <p:nvCxnSpPr>
              <p:cNvPr id="34" name="直接连接符 33">
                <a:extLst>
                  <a:ext uri="{FF2B5EF4-FFF2-40B4-BE49-F238E27FC236}">
                    <a16:creationId xmlns:a16="http://schemas.microsoft.com/office/drawing/2014/main" id="{F48F548C-826B-427B-B119-BBE96A2693A8}"/>
                  </a:ext>
                </a:extLst>
              </p:cNvPr>
              <p:cNvCxnSpPr/>
              <p:nvPr/>
            </p:nvCxnSpPr>
            <p:spPr>
              <a:xfrm>
                <a:off x="1721420" y="2971800"/>
                <a:ext cx="1657350" cy="0"/>
              </a:xfrm>
              <a:prstGeom prst="line">
                <a:avLst/>
              </a:prstGeom>
              <a:grpFill/>
              <a:ln>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5" name="等腰三角形 34">
                <a:extLst>
                  <a:ext uri="{FF2B5EF4-FFF2-40B4-BE49-F238E27FC236}">
                    <a16:creationId xmlns:a16="http://schemas.microsoft.com/office/drawing/2014/main" id="{2EBC615D-A6A7-45D7-A4E9-7735EEE92742}"/>
                  </a:ext>
                </a:extLst>
              </p:cNvPr>
              <p:cNvSpPr/>
              <p:nvPr/>
            </p:nvSpPr>
            <p:spPr>
              <a:xfrm flipV="1">
                <a:off x="2504627" y="2967038"/>
                <a:ext cx="90936" cy="78394"/>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grpSp>
      <p:sp>
        <p:nvSpPr>
          <p:cNvPr id="38" name="文本框 37">
            <a:extLst>
              <a:ext uri="{FF2B5EF4-FFF2-40B4-BE49-F238E27FC236}">
                <a16:creationId xmlns:a16="http://schemas.microsoft.com/office/drawing/2014/main" id="{1590FD5D-52D2-4BBC-94EC-E51CCB92042C}"/>
              </a:ext>
            </a:extLst>
          </p:cNvPr>
          <p:cNvSpPr txBox="1"/>
          <p:nvPr/>
        </p:nvSpPr>
        <p:spPr>
          <a:xfrm>
            <a:off x="7101436" y="4087961"/>
            <a:ext cx="2609347" cy="1285879"/>
          </a:xfrm>
          <a:prstGeom prst="rect">
            <a:avLst/>
          </a:prstGeom>
          <a:noFill/>
          <a:ln>
            <a:no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个人奖励</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个人职务</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等等</a:t>
            </a:r>
          </a:p>
        </p:txBody>
      </p:sp>
      <p:cxnSp>
        <p:nvCxnSpPr>
          <p:cNvPr id="39" name="直接连接符 38">
            <a:extLst>
              <a:ext uri="{FF2B5EF4-FFF2-40B4-BE49-F238E27FC236}">
                <a16:creationId xmlns:a16="http://schemas.microsoft.com/office/drawing/2014/main" id="{B3277AC4-FB9F-4999-B88E-B2093B158908}"/>
              </a:ext>
            </a:extLst>
          </p:cNvPr>
          <p:cNvCxnSpPr>
            <a:cxnSpLocks/>
          </p:cNvCxnSpPr>
          <p:nvPr/>
        </p:nvCxnSpPr>
        <p:spPr>
          <a:xfrm>
            <a:off x="4467899" y="3830618"/>
            <a:ext cx="6545814" cy="0"/>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056642"/>
      </p:ext>
    </p:extLst>
  </p:cSld>
  <p:clrMapOvr>
    <a:masterClrMapping/>
  </p:clrMapOvr>
  <p:transition spd="med">
    <p:pull/>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人物介绍页</a:t>
            </a:r>
          </a:p>
        </p:txBody>
      </p:sp>
      <p:sp>
        <p:nvSpPr>
          <p:cNvPr id="40" name="矩形 39">
            <a:extLst>
              <a:ext uri="{FF2B5EF4-FFF2-40B4-BE49-F238E27FC236}">
                <a16:creationId xmlns:a16="http://schemas.microsoft.com/office/drawing/2014/main" id="{1146C583-4FC6-48D4-B5D5-04AD6013357F}"/>
              </a:ext>
            </a:extLst>
          </p:cNvPr>
          <p:cNvSpPr/>
          <p:nvPr/>
        </p:nvSpPr>
        <p:spPr>
          <a:xfrm>
            <a:off x="2587171" y="2231491"/>
            <a:ext cx="8589795" cy="2937409"/>
          </a:xfrm>
          <a:prstGeom prst="rect">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2" name="文本框 41">
            <a:extLst>
              <a:ext uri="{FF2B5EF4-FFF2-40B4-BE49-F238E27FC236}">
                <a16:creationId xmlns:a16="http://schemas.microsoft.com/office/drawing/2014/main" id="{B0D354E4-5E0C-4227-9260-51FCB2F27172}"/>
              </a:ext>
            </a:extLst>
          </p:cNvPr>
          <p:cNvSpPr txBox="1"/>
          <p:nvPr/>
        </p:nvSpPr>
        <p:spPr>
          <a:xfrm>
            <a:off x="4665324" y="2359770"/>
            <a:ext cx="6266371" cy="1285879"/>
          </a:xfrm>
          <a:prstGeom prst="rect">
            <a:avLst/>
          </a:prstGeom>
          <a:noFill/>
          <a:ln>
            <a:no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这是此模板设计师留下的一段内容，你可以看到部分页面顶部有提示条，提示你这个模板隐藏的小功能和一些幻灯片制作技巧，一定记得要看哦。</a:t>
            </a:r>
          </a:p>
        </p:txBody>
      </p:sp>
      <p:sp>
        <p:nvSpPr>
          <p:cNvPr id="43" name="矩形: 圆角 93">
            <a:extLst>
              <a:ext uri="{FF2B5EF4-FFF2-40B4-BE49-F238E27FC236}">
                <a16:creationId xmlns:a16="http://schemas.microsoft.com/office/drawing/2014/main" id="{71899987-5CE6-4E24-90B4-EBDD3128D869}"/>
              </a:ext>
            </a:extLst>
          </p:cNvPr>
          <p:cNvSpPr/>
          <p:nvPr/>
        </p:nvSpPr>
        <p:spPr>
          <a:xfrm>
            <a:off x="4703556" y="1597960"/>
            <a:ext cx="3032502" cy="54375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0" normalizeH="0" baseline="0" noProof="0" dirty="0">
                <a:ln>
                  <a:noFill/>
                </a:ln>
                <a:solidFill>
                  <a:srgbClr val="A13F0B"/>
                </a:solidFill>
                <a:effectLst/>
                <a:uLnTx/>
                <a:uFillTx/>
                <a:latin typeface="微软雅黑"/>
                <a:ea typeface="微软雅黑"/>
                <a:cs typeface="+mn-cs"/>
              </a:rPr>
              <a:t>个人简介 </a:t>
            </a:r>
            <a:r>
              <a:rPr kumimoji="0" lang="zh-CN" altLang="en-US" sz="2400" b="0" i="0" u="none" strike="noStrike" kern="1200" cap="none" spc="0" normalizeH="0" baseline="0" noProof="0" dirty="0">
                <a:ln>
                  <a:noFill/>
                </a:ln>
                <a:solidFill>
                  <a:srgbClr val="006C39"/>
                </a:solidFill>
                <a:effectLst/>
                <a:uLnTx/>
                <a:uFillTx/>
                <a:latin typeface="微软雅黑"/>
                <a:ea typeface="微软雅黑"/>
                <a:cs typeface="+mn-cs"/>
              </a:rPr>
              <a:t>  </a:t>
            </a:r>
          </a:p>
        </p:txBody>
      </p:sp>
      <p:grpSp>
        <p:nvGrpSpPr>
          <p:cNvPr id="44" name="组合 43">
            <a:extLst>
              <a:ext uri="{FF2B5EF4-FFF2-40B4-BE49-F238E27FC236}">
                <a16:creationId xmlns:a16="http://schemas.microsoft.com/office/drawing/2014/main" id="{61BA3E40-D8E1-4191-92E0-05705FBE3ECA}"/>
              </a:ext>
            </a:extLst>
          </p:cNvPr>
          <p:cNvGrpSpPr/>
          <p:nvPr/>
        </p:nvGrpSpPr>
        <p:grpSpPr>
          <a:xfrm>
            <a:off x="10265116" y="5357356"/>
            <a:ext cx="937250" cy="175081"/>
            <a:chOff x="10802319" y="5357813"/>
            <a:chExt cx="937250" cy="175081"/>
          </a:xfrm>
        </p:grpSpPr>
        <p:cxnSp>
          <p:nvCxnSpPr>
            <p:cNvPr id="45" name="直接连接符 44">
              <a:extLst>
                <a:ext uri="{FF2B5EF4-FFF2-40B4-BE49-F238E27FC236}">
                  <a16:creationId xmlns:a16="http://schemas.microsoft.com/office/drawing/2014/main" id="{5F4041EA-9EB4-40AF-8BD3-1671128F9F4C}"/>
                </a:ext>
              </a:extLst>
            </p:cNvPr>
            <p:cNvCxnSpPr>
              <a:cxnSpLocks/>
            </p:cNvCxnSpPr>
            <p:nvPr/>
          </p:nvCxnSpPr>
          <p:spPr>
            <a:xfrm flipH="1">
              <a:off x="1080231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11E14C44-ADB3-47BA-9AFC-35936769149F}"/>
                </a:ext>
              </a:extLst>
            </p:cNvPr>
            <p:cNvCxnSpPr>
              <a:cxnSpLocks/>
            </p:cNvCxnSpPr>
            <p:nvPr/>
          </p:nvCxnSpPr>
          <p:spPr>
            <a:xfrm flipH="1">
              <a:off x="1089995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1AC89FDA-7CA6-4716-A77E-D3B93C98A016}"/>
                </a:ext>
              </a:extLst>
            </p:cNvPr>
            <p:cNvCxnSpPr>
              <a:cxnSpLocks/>
            </p:cNvCxnSpPr>
            <p:nvPr/>
          </p:nvCxnSpPr>
          <p:spPr>
            <a:xfrm flipH="1">
              <a:off x="1099758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936284F-31A7-4B48-977B-71183F6A79A4}"/>
                </a:ext>
              </a:extLst>
            </p:cNvPr>
            <p:cNvCxnSpPr>
              <a:cxnSpLocks/>
            </p:cNvCxnSpPr>
            <p:nvPr/>
          </p:nvCxnSpPr>
          <p:spPr>
            <a:xfrm flipH="1">
              <a:off x="1109521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4A5EAE44-C66F-4E0F-B19C-C8A9CA23F2CC}"/>
                </a:ext>
              </a:extLst>
            </p:cNvPr>
            <p:cNvCxnSpPr>
              <a:cxnSpLocks/>
            </p:cNvCxnSpPr>
            <p:nvPr/>
          </p:nvCxnSpPr>
          <p:spPr>
            <a:xfrm flipH="1">
              <a:off x="11192847"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BA06B37-5E7C-40E0-9AF3-943F5CF000D6}"/>
                </a:ext>
              </a:extLst>
            </p:cNvPr>
            <p:cNvCxnSpPr>
              <a:cxnSpLocks/>
            </p:cNvCxnSpPr>
            <p:nvPr/>
          </p:nvCxnSpPr>
          <p:spPr>
            <a:xfrm flipH="1">
              <a:off x="1129047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026236DB-0A8A-4EDB-B0AB-1D3E5A9F8EA7}"/>
                </a:ext>
              </a:extLst>
            </p:cNvPr>
            <p:cNvCxnSpPr>
              <a:cxnSpLocks/>
            </p:cNvCxnSpPr>
            <p:nvPr/>
          </p:nvCxnSpPr>
          <p:spPr>
            <a:xfrm flipH="1">
              <a:off x="1138811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2C49F4B6-0BBC-4817-9F98-B837E321C082}"/>
                </a:ext>
              </a:extLst>
            </p:cNvPr>
            <p:cNvCxnSpPr>
              <a:cxnSpLocks/>
            </p:cNvCxnSpPr>
            <p:nvPr/>
          </p:nvCxnSpPr>
          <p:spPr>
            <a:xfrm flipH="1">
              <a:off x="1148574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44715D70-543C-45F1-AE76-AB5BCE8F0C52}"/>
                </a:ext>
              </a:extLst>
            </p:cNvPr>
            <p:cNvCxnSpPr>
              <a:cxnSpLocks/>
            </p:cNvCxnSpPr>
            <p:nvPr/>
          </p:nvCxnSpPr>
          <p:spPr>
            <a:xfrm flipH="1">
              <a:off x="1158337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96F1EEA1-01B4-4A82-BCC0-0E9DB2CA88B4}"/>
                </a:ext>
              </a:extLst>
            </p:cNvPr>
            <p:cNvCxnSpPr>
              <a:cxnSpLocks/>
            </p:cNvCxnSpPr>
            <p:nvPr/>
          </p:nvCxnSpPr>
          <p:spPr>
            <a:xfrm flipH="1">
              <a:off x="11681007" y="5357813"/>
              <a:ext cx="58562" cy="175081"/>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55" name="文本框 54">
            <a:extLst>
              <a:ext uri="{FF2B5EF4-FFF2-40B4-BE49-F238E27FC236}">
                <a16:creationId xmlns:a16="http://schemas.microsoft.com/office/drawing/2014/main" id="{A79A10BD-681F-46D3-AEA0-2E8435EDE191}"/>
              </a:ext>
            </a:extLst>
          </p:cNvPr>
          <p:cNvSpPr txBox="1"/>
          <p:nvPr/>
        </p:nvSpPr>
        <p:spPr>
          <a:xfrm>
            <a:off x="4646274" y="3686507"/>
            <a:ext cx="6266371" cy="1285879"/>
          </a:xfrm>
          <a:prstGeom prst="rect">
            <a:avLst/>
          </a:prstGeom>
          <a:noFill/>
          <a:ln>
            <a:no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个人奖励</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个人职务</a:t>
            </a:r>
            <a:endParaRPr kumimoji="0" lang="en-US" altLang="zh-CN"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a:p>
            <a:pPr marL="285750" marR="0" lvl="0" indent="-285750" algn="just" defTabSz="914400" rtl="0" eaLnBrk="0" fontAlgn="base" latinLnBrk="0" hangingPunct="0">
              <a:lnSpc>
                <a:spcPct val="130000"/>
              </a:lnSpc>
              <a:spcBef>
                <a:spcPct val="0"/>
              </a:spcBef>
              <a:spcAft>
                <a:spcPct val="0"/>
              </a:spcAft>
              <a:buClrTx/>
              <a:buSzTx/>
              <a:buFont typeface="Arial" panose="020B0604020202020204" pitchFamily="34" charset="0"/>
              <a:buChar char="•"/>
              <a:tabLst/>
              <a:defRPr/>
            </a:pPr>
            <a:r>
              <a:rPr kumimoji="0" lang="zh-CN" altLang="en-US" sz="16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等等</a:t>
            </a:r>
          </a:p>
        </p:txBody>
      </p:sp>
      <p:pic>
        <p:nvPicPr>
          <p:cNvPr id="56" name="图片占位符 9">
            <a:extLst>
              <a:ext uri="{FF2B5EF4-FFF2-40B4-BE49-F238E27FC236}">
                <a16:creationId xmlns:a16="http://schemas.microsoft.com/office/drawing/2014/main" id="{8E197FE4-2D8A-4DFA-B531-A150152A9A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61625" y="1276350"/>
            <a:ext cx="3051091" cy="4572000"/>
          </a:xfrm>
          <a:custGeom>
            <a:avLst/>
            <a:gdLst>
              <a:gd name="connsiteX0" fmla="*/ 0 w 3282796"/>
              <a:gd name="connsiteY0" fmla="*/ 0 h 4716212"/>
              <a:gd name="connsiteX1" fmla="*/ 3282796 w 3282796"/>
              <a:gd name="connsiteY1" fmla="*/ 0 h 4716212"/>
              <a:gd name="connsiteX2" fmla="*/ 3282796 w 3282796"/>
              <a:gd name="connsiteY2" fmla="*/ 4716212 h 4716212"/>
              <a:gd name="connsiteX3" fmla="*/ 0 w 3282796"/>
              <a:gd name="connsiteY3" fmla="*/ 4716212 h 4716212"/>
            </a:gdLst>
            <a:ahLst/>
            <a:cxnLst>
              <a:cxn ang="0">
                <a:pos x="connsiteX0" y="connsiteY0"/>
              </a:cxn>
              <a:cxn ang="0">
                <a:pos x="connsiteX1" y="connsiteY1"/>
              </a:cxn>
              <a:cxn ang="0">
                <a:pos x="connsiteX2" y="connsiteY2"/>
              </a:cxn>
              <a:cxn ang="0">
                <a:pos x="connsiteX3" y="connsiteY3"/>
              </a:cxn>
            </a:cxnLst>
            <a:rect l="l" t="t" r="r" b="b"/>
            <a:pathLst>
              <a:path w="3282796" h="4716212">
                <a:moveTo>
                  <a:pt x="0" y="0"/>
                </a:moveTo>
                <a:lnTo>
                  <a:pt x="3282796" y="0"/>
                </a:lnTo>
                <a:lnTo>
                  <a:pt x="3282796" y="4716212"/>
                </a:lnTo>
                <a:lnTo>
                  <a:pt x="0" y="4716212"/>
                </a:lnTo>
                <a:close/>
              </a:path>
            </a:pathLst>
          </a:custGeom>
          <a:solidFill>
            <a:srgbClr val="F2A900">
              <a:lumMod val="40000"/>
              <a:lumOff val="60000"/>
            </a:srgbClr>
          </a:solidFill>
          <a:ln w="98425">
            <a:solidFill>
              <a:srgbClr val="FFFFFF"/>
            </a:solidFill>
            <a:miter lim="800000"/>
          </a:ln>
          <a:effectLst>
            <a:outerShdw blurRad="368300" dist="50800" dir="5400000" sx="97000" sy="97000" algn="t" rotWithShape="0">
              <a:prstClr val="black">
                <a:alpha val="26000"/>
              </a:prstClr>
            </a:outerShdw>
          </a:effectLst>
        </p:spPr>
      </p:pic>
    </p:spTree>
    <p:extLst>
      <p:ext uri="{BB962C8B-B14F-4D97-AF65-F5344CB8AC3E}">
        <p14:creationId xmlns:p14="http://schemas.microsoft.com/office/powerpoint/2010/main" val="3892369654"/>
      </p:ext>
    </p:extLst>
  </p:cSld>
  <p:clrMapOvr>
    <a:masterClrMapping/>
  </p:clrMapOvr>
  <p:transition spd="med">
    <p:pull/>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两个人物介绍页</a:t>
            </a:r>
          </a:p>
        </p:txBody>
      </p:sp>
      <p:sp>
        <p:nvSpPr>
          <p:cNvPr id="9" name="矩形 8">
            <a:extLst>
              <a:ext uri="{FF2B5EF4-FFF2-40B4-BE49-F238E27FC236}">
                <a16:creationId xmlns:a16="http://schemas.microsoft.com/office/drawing/2014/main" id="{E9EA4D75-4477-41D4-845A-A49B7E37BDCA}"/>
              </a:ext>
            </a:extLst>
          </p:cNvPr>
          <p:cNvSpPr/>
          <p:nvPr/>
        </p:nvSpPr>
        <p:spPr>
          <a:xfrm>
            <a:off x="660400" y="3618652"/>
            <a:ext cx="10858499" cy="2229897"/>
          </a:xfrm>
          <a:prstGeom prst="rect">
            <a:avLst/>
          </a:prstGeom>
          <a:noFill/>
          <a:ln w="19050" cap="flat" cmpd="sng" algn="ctr">
            <a:solidFill>
              <a:schemeClr val="accent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14" name="矩形 13">
            <a:extLst>
              <a:ext uri="{FF2B5EF4-FFF2-40B4-BE49-F238E27FC236}">
                <a16:creationId xmlns:a16="http://schemas.microsoft.com/office/drawing/2014/main" id="{01C456B5-D44B-44A1-A71C-061FE1F339B2}"/>
              </a:ext>
            </a:extLst>
          </p:cNvPr>
          <p:cNvSpPr/>
          <p:nvPr/>
        </p:nvSpPr>
        <p:spPr>
          <a:xfrm>
            <a:off x="1061646" y="3949139"/>
            <a:ext cx="1616656" cy="1591325"/>
          </a:xfrm>
          <a:prstGeom prst="rect">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16" name="文本框 15">
            <a:extLst>
              <a:ext uri="{FF2B5EF4-FFF2-40B4-BE49-F238E27FC236}">
                <a16:creationId xmlns:a16="http://schemas.microsoft.com/office/drawing/2014/main" id="{CB2CAF12-8A99-4C15-84A6-59B0436B21E1}"/>
              </a:ext>
            </a:extLst>
          </p:cNvPr>
          <p:cNvSpPr txBox="1"/>
          <p:nvPr/>
        </p:nvSpPr>
        <p:spPr>
          <a:xfrm>
            <a:off x="2935861" y="3852192"/>
            <a:ext cx="5672854"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4000" b="0" i="0" u="none" strike="noStrike" kern="1200" cap="none" spc="300" normalizeH="0" baseline="0" noProof="0" dirty="0">
                <a:ln>
                  <a:noFill/>
                </a:ln>
                <a:solidFill>
                  <a:srgbClr val="A13F0B"/>
                </a:solidFill>
                <a:effectLst/>
                <a:uLnTx/>
                <a:uFillTx/>
                <a:latin typeface="微软雅黑"/>
                <a:ea typeface="微软雅黑"/>
                <a:cs typeface="+mn-cs"/>
              </a:rPr>
              <a:t>嵩天</a:t>
            </a:r>
            <a:r>
              <a:rPr kumimoji="0" lang="zh-CN" altLang="en-US" sz="1600" b="0" i="0" u="none" strike="noStrike" kern="1200" cap="none" spc="300" normalizeH="0" baseline="0" noProof="0" dirty="0">
                <a:ln>
                  <a:noFill/>
                </a:ln>
                <a:solidFill>
                  <a:srgbClr val="A13F0B"/>
                </a:solidFill>
                <a:effectLst/>
                <a:uLnTx/>
                <a:uFillTx/>
                <a:latin typeface="微软雅黑"/>
                <a:ea typeface="微软雅黑"/>
                <a:cs typeface="+mn-cs"/>
              </a:rPr>
              <a:t> 教授 博士生导师</a:t>
            </a:r>
            <a:endParaRPr kumimoji="0" lang="zh-CN" altLang="en-US" sz="2800" b="0"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17" name="文本框 16">
            <a:extLst>
              <a:ext uri="{FF2B5EF4-FFF2-40B4-BE49-F238E27FC236}">
                <a16:creationId xmlns:a16="http://schemas.microsoft.com/office/drawing/2014/main" id="{21AD72D0-4A1F-4C04-A07D-950098902244}"/>
              </a:ext>
            </a:extLst>
          </p:cNvPr>
          <p:cNvSpPr txBox="1"/>
          <p:nvPr/>
        </p:nvSpPr>
        <p:spPr>
          <a:xfrm>
            <a:off x="3047342" y="4527849"/>
            <a:ext cx="8164608" cy="1044773"/>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
                <a:srgbClr val="8E0309"/>
              </a:buClr>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北京市青年教学名师，北京理工大学教学名师，美国华盛顿大学公派访问学者。在国际顶级学术期和会议发表论文</a:t>
            </a:r>
            <a:r>
              <a:rPr kumimoji="0" lang="en-US" altLang="zh-CN"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70</a:t>
            </a: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余篇，获批国家发明专利</a:t>
            </a:r>
            <a:r>
              <a:rPr kumimoji="0" lang="en-US" altLang="zh-CN"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10</a:t>
            </a: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余项。</a:t>
            </a:r>
          </a:p>
        </p:txBody>
      </p:sp>
      <p:sp>
        <p:nvSpPr>
          <p:cNvPr id="18" name="任意多边形: 形状 31">
            <a:extLst>
              <a:ext uri="{FF2B5EF4-FFF2-40B4-BE49-F238E27FC236}">
                <a16:creationId xmlns:a16="http://schemas.microsoft.com/office/drawing/2014/main" id="{7585250D-68E4-44DC-ACC6-A77265D861FB}"/>
              </a:ext>
            </a:extLst>
          </p:cNvPr>
          <p:cNvSpPr/>
          <p:nvPr/>
        </p:nvSpPr>
        <p:spPr>
          <a:xfrm>
            <a:off x="10797420" y="3626006"/>
            <a:ext cx="379826" cy="562932"/>
          </a:xfrm>
          <a:custGeom>
            <a:avLst/>
            <a:gdLst>
              <a:gd name="connsiteX0" fmla="*/ 0 w 540000"/>
              <a:gd name="connsiteY0" fmla="*/ 0 h 997105"/>
              <a:gd name="connsiteX1" fmla="*/ 540000 w 540000"/>
              <a:gd name="connsiteY1" fmla="*/ 0 h 997105"/>
              <a:gd name="connsiteX2" fmla="*/ 540000 w 540000"/>
              <a:gd name="connsiteY2" fmla="*/ 997105 h 997105"/>
              <a:gd name="connsiteX3" fmla="*/ 270000 w 540000"/>
              <a:gd name="connsiteY3" fmla="*/ 763105 h 997105"/>
              <a:gd name="connsiteX4" fmla="*/ 0 w 540000"/>
              <a:gd name="connsiteY4" fmla="*/ 997105 h 997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000" h="997105">
                <a:moveTo>
                  <a:pt x="0" y="0"/>
                </a:moveTo>
                <a:lnTo>
                  <a:pt x="540000" y="0"/>
                </a:lnTo>
                <a:lnTo>
                  <a:pt x="540000" y="997105"/>
                </a:lnTo>
                <a:lnTo>
                  <a:pt x="270000" y="763105"/>
                </a:lnTo>
                <a:lnTo>
                  <a:pt x="0" y="997105"/>
                </a:lnTo>
                <a:close/>
              </a:path>
            </a:pathLst>
          </a:cu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19" name="矩形 18">
            <a:extLst>
              <a:ext uri="{FF2B5EF4-FFF2-40B4-BE49-F238E27FC236}">
                <a16:creationId xmlns:a16="http://schemas.microsoft.com/office/drawing/2014/main" id="{E9EA4D75-4477-41D4-845A-A49B7E37BDCA}"/>
              </a:ext>
            </a:extLst>
          </p:cNvPr>
          <p:cNvSpPr/>
          <p:nvPr/>
        </p:nvSpPr>
        <p:spPr>
          <a:xfrm>
            <a:off x="660400" y="1243872"/>
            <a:ext cx="10858499" cy="2229897"/>
          </a:xfrm>
          <a:prstGeom prst="rect">
            <a:avLst/>
          </a:prstGeom>
          <a:noFill/>
          <a:ln w="19050" cap="flat" cmpd="sng" algn="ctr">
            <a:solidFill>
              <a:schemeClr val="accent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sp>
        <p:nvSpPr>
          <p:cNvPr id="20" name="矩形 19">
            <a:extLst>
              <a:ext uri="{FF2B5EF4-FFF2-40B4-BE49-F238E27FC236}">
                <a16:creationId xmlns:a16="http://schemas.microsoft.com/office/drawing/2014/main" id="{01C456B5-D44B-44A1-A71C-061FE1F339B2}"/>
              </a:ext>
            </a:extLst>
          </p:cNvPr>
          <p:cNvSpPr/>
          <p:nvPr/>
        </p:nvSpPr>
        <p:spPr>
          <a:xfrm>
            <a:off x="1061646" y="1574359"/>
            <a:ext cx="1616656" cy="1591325"/>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pic>
        <p:nvPicPr>
          <p:cNvPr id="3" name="PA-图片 2">
            <a:extLst>
              <a:ext uri="{FF2B5EF4-FFF2-40B4-BE49-F238E27FC236}">
                <a16:creationId xmlns:a16="http://schemas.microsoft.com/office/drawing/2014/main" id="{E9CAE66D-0E15-4205-B5C2-D17B99F50045}"/>
              </a:ext>
            </a:extLst>
          </p:cNvPr>
          <p:cNvPicPr>
            <a:picLocks/>
          </p:cNvPicPr>
          <p:nvPr>
            <p:custDataLst>
              <p:tags r:id="rId1"/>
            </p:custDataLst>
          </p:nvPr>
        </p:nvPicPr>
        <p:blipFill rotWithShape="1">
          <a:blip r:embed="rId5" cstate="print">
            <a:extLst>
              <a:ext uri="{28A0092B-C50C-407E-A947-70E740481C1C}">
                <a14:useLocalDpi xmlns:a14="http://schemas.microsoft.com/office/drawing/2010/main" val="0"/>
              </a:ext>
            </a:extLst>
          </a:blip>
          <a:srcRect/>
          <a:stretch/>
        </p:blipFill>
        <p:spPr>
          <a:xfrm>
            <a:off x="917959" y="1421014"/>
            <a:ext cx="1644459" cy="1898836"/>
          </a:xfrm>
          <a:prstGeom prst="rect">
            <a:avLst/>
          </a:prstGeom>
        </p:spPr>
      </p:pic>
      <p:sp>
        <p:nvSpPr>
          <p:cNvPr id="22" name="文本框 21">
            <a:extLst>
              <a:ext uri="{FF2B5EF4-FFF2-40B4-BE49-F238E27FC236}">
                <a16:creationId xmlns:a16="http://schemas.microsoft.com/office/drawing/2014/main" id="{CB2CAF12-8A99-4C15-84A6-59B0436B21E1}"/>
              </a:ext>
            </a:extLst>
          </p:cNvPr>
          <p:cNvSpPr txBox="1"/>
          <p:nvPr/>
        </p:nvSpPr>
        <p:spPr>
          <a:xfrm>
            <a:off x="2935861" y="1477412"/>
            <a:ext cx="5672854"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4000" b="0" i="0" u="none" strike="noStrike" kern="1200" cap="none" spc="300" normalizeH="0" baseline="0" noProof="0" dirty="0">
                <a:ln>
                  <a:noFill/>
                </a:ln>
                <a:solidFill>
                  <a:srgbClr val="006C39"/>
                </a:solidFill>
                <a:effectLst/>
                <a:uLnTx/>
                <a:uFillTx/>
                <a:latin typeface="微软雅黑"/>
                <a:ea typeface="微软雅黑"/>
                <a:cs typeface="+mn-cs"/>
              </a:rPr>
              <a:t>嵩天</a:t>
            </a:r>
            <a:r>
              <a:rPr kumimoji="0" lang="zh-CN" altLang="en-US" sz="1600" b="0" i="0" u="none" strike="noStrike" kern="1200" cap="none" spc="300" normalizeH="0" baseline="0" noProof="0" dirty="0">
                <a:ln>
                  <a:noFill/>
                </a:ln>
                <a:solidFill>
                  <a:srgbClr val="006C39"/>
                </a:solidFill>
                <a:effectLst/>
                <a:uLnTx/>
                <a:uFillTx/>
                <a:latin typeface="微软雅黑"/>
                <a:ea typeface="微软雅黑"/>
                <a:cs typeface="+mn-cs"/>
              </a:rPr>
              <a:t> 教授 博士生导师</a:t>
            </a:r>
            <a:endPar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23" name="文本框 22">
            <a:extLst>
              <a:ext uri="{FF2B5EF4-FFF2-40B4-BE49-F238E27FC236}">
                <a16:creationId xmlns:a16="http://schemas.microsoft.com/office/drawing/2014/main" id="{21AD72D0-4A1F-4C04-A07D-950098902244}"/>
              </a:ext>
            </a:extLst>
          </p:cNvPr>
          <p:cNvSpPr txBox="1"/>
          <p:nvPr/>
        </p:nvSpPr>
        <p:spPr>
          <a:xfrm>
            <a:off x="3047342" y="2153069"/>
            <a:ext cx="8164608" cy="1044773"/>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
                <a:srgbClr val="8E0309"/>
              </a:buClr>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北京市青年教学名师，北京理工大学教学名师，美国华盛顿大学公派访问学者。在国际顶级学术期和会议发表论文</a:t>
            </a:r>
            <a:r>
              <a:rPr kumimoji="0" lang="en-US" altLang="zh-CN"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70</a:t>
            </a: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余篇，获批国家发明专利</a:t>
            </a:r>
            <a:r>
              <a:rPr kumimoji="0" lang="en-US" altLang="zh-CN"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10</a:t>
            </a:r>
            <a:r>
              <a:rPr kumimoji="0" lang="zh-CN" altLang="en-US" sz="1800" b="0" i="0" u="none" strike="noStrike" kern="1200" cap="none" spc="300" normalizeH="0" baseline="0" noProof="0" dirty="0">
                <a:ln>
                  <a:noFill/>
                </a:ln>
                <a:solidFill>
                  <a:srgbClr val="000000">
                    <a:lumMod val="85000"/>
                    <a:lumOff val="15000"/>
                  </a:srgbClr>
                </a:solidFill>
                <a:effectLst/>
                <a:uLnTx/>
                <a:uFillTx/>
                <a:latin typeface="微软雅黑"/>
                <a:ea typeface="微软雅黑"/>
                <a:cs typeface="+mn-cs"/>
              </a:rPr>
              <a:t>余项。</a:t>
            </a:r>
          </a:p>
        </p:txBody>
      </p:sp>
      <p:sp>
        <p:nvSpPr>
          <p:cNvPr id="24" name="任意多边形: 形状 31">
            <a:extLst>
              <a:ext uri="{FF2B5EF4-FFF2-40B4-BE49-F238E27FC236}">
                <a16:creationId xmlns:a16="http://schemas.microsoft.com/office/drawing/2014/main" id="{7585250D-68E4-44DC-ACC6-A77265D861FB}"/>
              </a:ext>
            </a:extLst>
          </p:cNvPr>
          <p:cNvSpPr/>
          <p:nvPr/>
        </p:nvSpPr>
        <p:spPr>
          <a:xfrm>
            <a:off x="10797420" y="1251226"/>
            <a:ext cx="379826" cy="562932"/>
          </a:xfrm>
          <a:custGeom>
            <a:avLst/>
            <a:gdLst>
              <a:gd name="connsiteX0" fmla="*/ 0 w 540000"/>
              <a:gd name="connsiteY0" fmla="*/ 0 h 997105"/>
              <a:gd name="connsiteX1" fmla="*/ 540000 w 540000"/>
              <a:gd name="connsiteY1" fmla="*/ 0 h 997105"/>
              <a:gd name="connsiteX2" fmla="*/ 540000 w 540000"/>
              <a:gd name="connsiteY2" fmla="*/ 997105 h 997105"/>
              <a:gd name="connsiteX3" fmla="*/ 270000 w 540000"/>
              <a:gd name="connsiteY3" fmla="*/ 763105 h 997105"/>
              <a:gd name="connsiteX4" fmla="*/ 0 w 540000"/>
              <a:gd name="connsiteY4" fmla="*/ 997105 h 997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000" h="997105">
                <a:moveTo>
                  <a:pt x="0" y="0"/>
                </a:moveTo>
                <a:lnTo>
                  <a:pt x="540000" y="0"/>
                </a:lnTo>
                <a:lnTo>
                  <a:pt x="540000" y="997105"/>
                </a:lnTo>
                <a:lnTo>
                  <a:pt x="270000" y="763105"/>
                </a:lnTo>
                <a:lnTo>
                  <a:pt x="0" y="997105"/>
                </a:lnTo>
                <a:close/>
              </a:path>
            </a:pathLst>
          </a:cu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微软雅黑"/>
              <a:ea typeface="微软雅黑"/>
              <a:cs typeface="+mn-cs"/>
            </a:endParaRPr>
          </a:p>
        </p:txBody>
      </p:sp>
      <p:pic>
        <p:nvPicPr>
          <p:cNvPr id="25" name="PA-图片 2">
            <a:extLst>
              <a:ext uri="{FF2B5EF4-FFF2-40B4-BE49-F238E27FC236}">
                <a16:creationId xmlns:a16="http://schemas.microsoft.com/office/drawing/2014/main" id="{6399F43A-8C3C-4604-83C8-5DDC1065C7DE}"/>
              </a:ext>
            </a:extLst>
          </p:cNvPr>
          <p:cNvPicPr>
            <a:picLocks/>
          </p:cNvPicPr>
          <p:nvPr>
            <p:custDataLst>
              <p:tags r:id="rId2"/>
            </p:custDataLst>
          </p:nvPr>
        </p:nvPicPr>
        <p:blipFill rotWithShape="1">
          <a:blip r:embed="rId5" cstate="print">
            <a:extLst>
              <a:ext uri="{28A0092B-C50C-407E-A947-70E740481C1C}">
                <a14:useLocalDpi xmlns:a14="http://schemas.microsoft.com/office/drawing/2010/main" val="0"/>
              </a:ext>
            </a:extLst>
          </a:blip>
          <a:srcRect/>
          <a:stretch/>
        </p:blipFill>
        <p:spPr>
          <a:xfrm>
            <a:off x="917958" y="3795383"/>
            <a:ext cx="1644459" cy="1898836"/>
          </a:xfrm>
          <a:prstGeom prst="rect">
            <a:avLst/>
          </a:prstGeom>
        </p:spPr>
      </p:pic>
    </p:spTree>
    <p:extLst>
      <p:ext uri="{BB962C8B-B14F-4D97-AF65-F5344CB8AC3E}">
        <p14:creationId xmlns:p14="http://schemas.microsoft.com/office/powerpoint/2010/main" val="3378206848"/>
      </p:ext>
    </p:extLst>
  </p:cSld>
  <p:clrMapOvr>
    <a:masterClrMapping/>
  </p:clrMapOvr>
  <p:transition spd="med">
    <p:pull/>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多人物介绍页</a:t>
            </a:r>
          </a:p>
        </p:txBody>
      </p:sp>
      <p:grpSp>
        <p:nvGrpSpPr>
          <p:cNvPr id="19" name="组合 18">
            <a:extLst>
              <a:ext uri="{FF2B5EF4-FFF2-40B4-BE49-F238E27FC236}">
                <a16:creationId xmlns:a16="http://schemas.microsoft.com/office/drawing/2014/main" id="{1F878FEE-4A16-4101-8605-05963C0C2010}"/>
              </a:ext>
            </a:extLst>
          </p:cNvPr>
          <p:cNvGrpSpPr/>
          <p:nvPr/>
        </p:nvGrpSpPr>
        <p:grpSpPr>
          <a:xfrm>
            <a:off x="1617636" y="4088765"/>
            <a:ext cx="1657350" cy="78394"/>
            <a:chOff x="1721420" y="2967038"/>
            <a:chExt cx="1657350" cy="78394"/>
          </a:xfrm>
          <a:solidFill>
            <a:schemeClr val="accent4"/>
          </a:solidFill>
        </p:grpSpPr>
        <p:cxnSp>
          <p:nvCxnSpPr>
            <p:cNvPr id="20" name="直接连接符 19">
              <a:extLst>
                <a:ext uri="{FF2B5EF4-FFF2-40B4-BE49-F238E27FC236}">
                  <a16:creationId xmlns:a16="http://schemas.microsoft.com/office/drawing/2014/main" id="{3D68916B-FF00-4BDF-A2F7-9A870D3F708A}"/>
                </a:ext>
              </a:extLst>
            </p:cNvPr>
            <p:cNvCxnSpPr/>
            <p:nvPr/>
          </p:nvCxnSpPr>
          <p:spPr>
            <a:xfrm>
              <a:off x="1721420" y="2971800"/>
              <a:ext cx="1657350" cy="0"/>
            </a:xfrm>
            <a:prstGeom prst="line">
              <a:avLst/>
            </a:prstGeom>
            <a:grpFill/>
            <a:ln>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1" name="等腰三角形 20">
              <a:extLst>
                <a:ext uri="{FF2B5EF4-FFF2-40B4-BE49-F238E27FC236}">
                  <a16:creationId xmlns:a16="http://schemas.microsoft.com/office/drawing/2014/main" id="{06277A43-3946-4E51-A573-25F0F89F9368}"/>
                </a:ext>
              </a:extLst>
            </p:cNvPr>
            <p:cNvSpPr/>
            <p:nvPr/>
          </p:nvSpPr>
          <p:spPr>
            <a:xfrm flipV="1">
              <a:off x="2504627" y="2967038"/>
              <a:ext cx="90936" cy="78394"/>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sp>
        <p:nvSpPr>
          <p:cNvPr id="22" name="文本框 21">
            <a:extLst>
              <a:ext uri="{FF2B5EF4-FFF2-40B4-BE49-F238E27FC236}">
                <a16:creationId xmlns:a16="http://schemas.microsoft.com/office/drawing/2014/main" id="{8A5BDF80-372D-4445-BE80-17B1660D9F4C}"/>
              </a:ext>
            </a:extLst>
          </p:cNvPr>
          <p:cNvSpPr txBox="1"/>
          <p:nvPr/>
        </p:nvSpPr>
        <p:spPr>
          <a:xfrm>
            <a:off x="1006422" y="4127962"/>
            <a:ext cx="2879778" cy="1769798"/>
          </a:xfrm>
          <a:prstGeom prst="rect">
            <a:avLst/>
          </a:prstGeom>
          <a:noFill/>
          <a:ln>
            <a:noFill/>
          </a:ln>
        </p:spPr>
        <p:txBody>
          <a:bodyPr wrap="square" lIns="180000" tIns="180000" rIns="180000" bIns="180000" rtlCol="0">
            <a:spAutoFit/>
          </a:bodyPr>
          <a:lstStyle>
            <a:defPPr>
              <a:defRPr lang="zh-CN"/>
            </a:defPPr>
            <a:lvl1pPr>
              <a:lnSpc>
                <a:spcPct val="130000"/>
              </a:lnSpc>
              <a:defRPr spc="100">
                <a:solidFill>
                  <a:schemeClr val="tx1">
                    <a:lumMod val="75000"/>
                    <a:lumOff val="25000"/>
                  </a:schemeClr>
                </a:solidFill>
              </a:defRPr>
            </a:lvl1p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你可以看到部分页面顶部有提示条，提示你这个模板隐藏的小功能和一些幻灯片制作技巧。</a:t>
            </a:r>
          </a:p>
        </p:txBody>
      </p:sp>
      <p:sp>
        <p:nvSpPr>
          <p:cNvPr id="23" name="矩形: 圆角 20">
            <a:extLst>
              <a:ext uri="{FF2B5EF4-FFF2-40B4-BE49-F238E27FC236}">
                <a16:creationId xmlns:a16="http://schemas.microsoft.com/office/drawing/2014/main" id="{D762B24E-F8C6-4ADD-9A8E-75D8B237FB85}"/>
              </a:ext>
            </a:extLst>
          </p:cNvPr>
          <p:cNvSpPr/>
          <p:nvPr/>
        </p:nvSpPr>
        <p:spPr>
          <a:xfrm>
            <a:off x="1733720" y="3595356"/>
            <a:ext cx="1425182" cy="369106"/>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微软雅黑"/>
                <a:ea typeface="微软雅黑"/>
                <a:cs typeface="+mn-cs"/>
              </a:rPr>
              <a:t>关键词</a:t>
            </a:r>
          </a:p>
        </p:txBody>
      </p:sp>
      <p:grpSp>
        <p:nvGrpSpPr>
          <p:cNvPr id="24" name="组合 23">
            <a:extLst>
              <a:ext uri="{FF2B5EF4-FFF2-40B4-BE49-F238E27FC236}">
                <a16:creationId xmlns:a16="http://schemas.microsoft.com/office/drawing/2014/main" id="{EB0368D6-1A2F-4EE2-88ED-B54D0CB040E9}"/>
              </a:ext>
            </a:extLst>
          </p:cNvPr>
          <p:cNvGrpSpPr/>
          <p:nvPr/>
        </p:nvGrpSpPr>
        <p:grpSpPr>
          <a:xfrm>
            <a:off x="5267325" y="4088765"/>
            <a:ext cx="1657350" cy="78394"/>
            <a:chOff x="1721420" y="2967038"/>
            <a:chExt cx="1657350" cy="78394"/>
          </a:xfrm>
          <a:solidFill>
            <a:schemeClr val="accent4"/>
          </a:solidFill>
        </p:grpSpPr>
        <p:cxnSp>
          <p:nvCxnSpPr>
            <p:cNvPr id="25" name="直接连接符 24">
              <a:extLst>
                <a:ext uri="{FF2B5EF4-FFF2-40B4-BE49-F238E27FC236}">
                  <a16:creationId xmlns:a16="http://schemas.microsoft.com/office/drawing/2014/main" id="{11174D3D-605D-407A-862A-4D7738A58B0E}"/>
                </a:ext>
              </a:extLst>
            </p:cNvPr>
            <p:cNvCxnSpPr/>
            <p:nvPr/>
          </p:nvCxnSpPr>
          <p:spPr>
            <a:xfrm>
              <a:off x="1721420" y="2971800"/>
              <a:ext cx="1657350" cy="0"/>
            </a:xfrm>
            <a:prstGeom prst="line">
              <a:avLst/>
            </a:prstGeom>
            <a:grpFill/>
            <a:ln>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6" name="等腰三角形 25">
              <a:extLst>
                <a:ext uri="{FF2B5EF4-FFF2-40B4-BE49-F238E27FC236}">
                  <a16:creationId xmlns:a16="http://schemas.microsoft.com/office/drawing/2014/main" id="{E9647B3D-00E3-4A3C-9291-69DADF0283C3}"/>
                </a:ext>
              </a:extLst>
            </p:cNvPr>
            <p:cNvSpPr/>
            <p:nvPr/>
          </p:nvSpPr>
          <p:spPr>
            <a:xfrm flipV="1">
              <a:off x="2504627" y="2967038"/>
              <a:ext cx="90936" cy="78394"/>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sp>
        <p:nvSpPr>
          <p:cNvPr id="27" name="文本框 26">
            <a:extLst>
              <a:ext uri="{FF2B5EF4-FFF2-40B4-BE49-F238E27FC236}">
                <a16:creationId xmlns:a16="http://schemas.microsoft.com/office/drawing/2014/main" id="{46509FA7-CC25-43A9-AD21-7CAC8619DBE0}"/>
              </a:ext>
            </a:extLst>
          </p:cNvPr>
          <p:cNvSpPr txBox="1"/>
          <p:nvPr/>
        </p:nvSpPr>
        <p:spPr>
          <a:xfrm>
            <a:off x="4656111" y="4127962"/>
            <a:ext cx="2879778" cy="1769798"/>
          </a:xfrm>
          <a:prstGeom prst="rect">
            <a:avLst/>
          </a:prstGeom>
          <a:noFill/>
          <a:ln>
            <a:noFill/>
          </a:ln>
        </p:spPr>
        <p:txBody>
          <a:bodyPr wrap="square" lIns="180000" tIns="180000" rIns="180000" bIns="180000" rtlCol="0">
            <a:spAutoFit/>
          </a:bodyPr>
          <a:lstStyle>
            <a:defPPr>
              <a:defRPr lang="zh-CN"/>
            </a:defPPr>
            <a:lvl1pPr>
              <a:lnSpc>
                <a:spcPct val="130000"/>
              </a:lnSpc>
              <a:defRPr spc="100">
                <a:solidFill>
                  <a:schemeClr val="tx1">
                    <a:lumMod val="75000"/>
                    <a:lumOff val="25000"/>
                  </a:schemeClr>
                </a:solidFill>
              </a:defRPr>
            </a:lvl1p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你可以看到部分页面顶部有提示条，提示你这个模板隐藏的小功能和一些幻灯片制作技巧。</a:t>
            </a:r>
          </a:p>
        </p:txBody>
      </p:sp>
      <p:sp>
        <p:nvSpPr>
          <p:cNvPr id="28" name="矩形: 圆角 37">
            <a:extLst>
              <a:ext uri="{FF2B5EF4-FFF2-40B4-BE49-F238E27FC236}">
                <a16:creationId xmlns:a16="http://schemas.microsoft.com/office/drawing/2014/main" id="{CC930519-10A1-4C84-90B5-2033B2A89415}"/>
              </a:ext>
            </a:extLst>
          </p:cNvPr>
          <p:cNvSpPr/>
          <p:nvPr/>
        </p:nvSpPr>
        <p:spPr>
          <a:xfrm>
            <a:off x="5383409" y="3595356"/>
            <a:ext cx="1425182" cy="369106"/>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微软雅黑"/>
                <a:ea typeface="微软雅黑"/>
                <a:cs typeface="+mn-cs"/>
              </a:rPr>
              <a:t>关键词</a:t>
            </a:r>
          </a:p>
        </p:txBody>
      </p:sp>
      <p:grpSp>
        <p:nvGrpSpPr>
          <p:cNvPr id="29" name="组合 28">
            <a:extLst>
              <a:ext uri="{FF2B5EF4-FFF2-40B4-BE49-F238E27FC236}">
                <a16:creationId xmlns:a16="http://schemas.microsoft.com/office/drawing/2014/main" id="{706525DB-19BC-462A-8490-7A0DEEFC03D5}"/>
              </a:ext>
            </a:extLst>
          </p:cNvPr>
          <p:cNvGrpSpPr/>
          <p:nvPr/>
        </p:nvGrpSpPr>
        <p:grpSpPr>
          <a:xfrm>
            <a:off x="8917014" y="4088765"/>
            <a:ext cx="1657350" cy="78394"/>
            <a:chOff x="1721420" y="2967038"/>
            <a:chExt cx="1657350" cy="78394"/>
          </a:xfrm>
          <a:solidFill>
            <a:schemeClr val="accent4"/>
          </a:solidFill>
        </p:grpSpPr>
        <p:cxnSp>
          <p:nvCxnSpPr>
            <p:cNvPr id="30" name="直接连接符 29">
              <a:extLst>
                <a:ext uri="{FF2B5EF4-FFF2-40B4-BE49-F238E27FC236}">
                  <a16:creationId xmlns:a16="http://schemas.microsoft.com/office/drawing/2014/main" id="{A42D2A68-50CE-4645-936E-AC0F7E50FE56}"/>
                </a:ext>
              </a:extLst>
            </p:cNvPr>
            <p:cNvCxnSpPr/>
            <p:nvPr/>
          </p:nvCxnSpPr>
          <p:spPr>
            <a:xfrm>
              <a:off x="1721420" y="2971800"/>
              <a:ext cx="1657350" cy="0"/>
            </a:xfrm>
            <a:prstGeom prst="line">
              <a:avLst/>
            </a:prstGeom>
            <a:grpFill/>
            <a:ln>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1" name="等腰三角形 30">
              <a:extLst>
                <a:ext uri="{FF2B5EF4-FFF2-40B4-BE49-F238E27FC236}">
                  <a16:creationId xmlns:a16="http://schemas.microsoft.com/office/drawing/2014/main" id="{D5C0F6B4-D79A-422E-94C3-D32EAA46173C}"/>
                </a:ext>
              </a:extLst>
            </p:cNvPr>
            <p:cNvSpPr/>
            <p:nvPr/>
          </p:nvSpPr>
          <p:spPr>
            <a:xfrm flipV="1">
              <a:off x="2504627" y="2967038"/>
              <a:ext cx="90936" cy="78394"/>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sp>
        <p:nvSpPr>
          <p:cNvPr id="32" name="文本框 31">
            <a:extLst>
              <a:ext uri="{FF2B5EF4-FFF2-40B4-BE49-F238E27FC236}">
                <a16:creationId xmlns:a16="http://schemas.microsoft.com/office/drawing/2014/main" id="{C8567C1E-6AC3-4EB5-B66B-0DC0B38A98C8}"/>
              </a:ext>
            </a:extLst>
          </p:cNvPr>
          <p:cNvSpPr txBox="1"/>
          <p:nvPr/>
        </p:nvSpPr>
        <p:spPr>
          <a:xfrm>
            <a:off x="8305800" y="4127962"/>
            <a:ext cx="2879778" cy="1769798"/>
          </a:xfrm>
          <a:prstGeom prst="rect">
            <a:avLst/>
          </a:prstGeom>
          <a:noFill/>
          <a:ln>
            <a:noFill/>
          </a:ln>
        </p:spPr>
        <p:txBody>
          <a:bodyPr wrap="square" lIns="180000" tIns="180000" rIns="180000" bIns="180000" rtlCol="0">
            <a:spAutoFit/>
          </a:bodyPr>
          <a:lstStyle>
            <a:defPPr>
              <a:defRPr lang="zh-CN"/>
            </a:defPPr>
            <a:lvl1pPr>
              <a:lnSpc>
                <a:spcPct val="130000"/>
              </a:lnSpc>
              <a:defRPr spc="100">
                <a:solidFill>
                  <a:schemeClr val="tx1">
                    <a:lumMod val="75000"/>
                    <a:lumOff val="25000"/>
                  </a:schemeClr>
                </a:solidFill>
              </a:defRPr>
            </a:lvl1p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你可以看到部分页面顶部有提示条，提示你这个模板隐藏的小功能和一些幻灯片制作技巧。</a:t>
            </a:r>
          </a:p>
        </p:txBody>
      </p:sp>
      <p:sp>
        <p:nvSpPr>
          <p:cNvPr id="33" name="矩形: 圆角 43">
            <a:extLst>
              <a:ext uri="{FF2B5EF4-FFF2-40B4-BE49-F238E27FC236}">
                <a16:creationId xmlns:a16="http://schemas.microsoft.com/office/drawing/2014/main" id="{D0367076-B856-4E6E-A13A-3A91AA71CEC8}"/>
              </a:ext>
            </a:extLst>
          </p:cNvPr>
          <p:cNvSpPr/>
          <p:nvPr/>
        </p:nvSpPr>
        <p:spPr>
          <a:xfrm>
            <a:off x="9033098" y="3595356"/>
            <a:ext cx="1425182" cy="369106"/>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微软雅黑"/>
                <a:ea typeface="微软雅黑"/>
                <a:cs typeface="+mn-cs"/>
              </a:rPr>
              <a:t>关键词</a:t>
            </a:r>
          </a:p>
        </p:txBody>
      </p:sp>
      <p:pic>
        <p:nvPicPr>
          <p:cNvPr id="34" name="图片占位符 32">
            <a:extLst>
              <a:ext uri="{FF2B5EF4-FFF2-40B4-BE49-F238E27FC236}">
                <a16:creationId xmlns:a16="http://schemas.microsoft.com/office/drawing/2014/main" id="{3FACD619-AF45-4ACC-A809-C89441971CA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02"/>
          <a:stretch/>
        </p:blipFill>
        <p:spPr>
          <a:xfrm>
            <a:off x="1562552" y="1483001"/>
            <a:ext cx="1767600" cy="1767600"/>
          </a:xfrm>
          <a:prstGeom prst="ellipse">
            <a:avLst/>
          </a:prstGeom>
          <a:solidFill>
            <a:srgbClr val="F2A900">
              <a:lumMod val="40000"/>
              <a:lumOff val="60000"/>
            </a:srgbClr>
          </a:solidFill>
          <a:ln w="98425">
            <a:solidFill>
              <a:srgbClr val="FFFFFF"/>
            </a:solidFill>
            <a:miter lim="800000"/>
          </a:ln>
          <a:effectLst>
            <a:outerShdw blurRad="368300" dist="50800" dir="5400000" sx="97000" sy="97000" algn="t" rotWithShape="0">
              <a:prstClr val="black">
                <a:alpha val="26000"/>
              </a:prstClr>
            </a:outerShdw>
          </a:effectLst>
        </p:spPr>
      </p:pic>
      <p:pic>
        <p:nvPicPr>
          <p:cNvPr id="37" name="图片占位符 32">
            <a:extLst>
              <a:ext uri="{FF2B5EF4-FFF2-40B4-BE49-F238E27FC236}">
                <a16:creationId xmlns:a16="http://schemas.microsoft.com/office/drawing/2014/main" id="{307DACCD-A510-4002-B9A3-BCBECAABABA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02"/>
          <a:stretch/>
        </p:blipFill>
        <p:spPr>
          <a:xfrm>
            <a:off x="5212200" y="1483001"/>
            <a:ext cx="1767600" cy="1767600"/>
          </a:xfrm>
          <a:prstGeom prst="ellipse">
            <a:avLst/>
          </a:prstGeom>
          <a:solidFill>
            <a:srgbClr val="F2A900">
              <a:lumMod val="40000"/>
              <a:lumOff val="60000"/>
            </a:srgbClr>
          </a:solidFill>
          <a:ln w="98425">
            <a:solidFill>
              <a:srgbClr val="FFFFFF"/>
            </a:solidFill>
            <a:miter lim="800000"/>
          </a:ln>
          <a:effectLst>
            <a:outerShdw blurRad="368300" dist="50800" dir="5400000" sx="97000" sy="97000" algn="t" rotWithShape="0">
              <a:prstClr val="black">
                <a:alpha val="26000"/>
              </a:prstClr>
            </a:outerShdw>
          </a:effectLst>
        </p:spPr>
      </p:pic>
      <p:pic>
        <p:nvPicPr>
          <p:cNvPr id="38" name="图片占位符 32">
            <a:extLst>
              <a:ext uri="{FF2B5EF4-FFF2-40B4-BE49-F238E27FC236}">
                <a16:creationId xmlns:a16="http://schemas.microsoft.com/office/drawing/2014/main" id="{557364F0-B1AD-4BE0-A902-EE64A9EDA03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02"/>
          <a:stretch/>
        </p:blipFill>
        <p:spPr>
          <a:xfrm>
            <a:off x="8861848" y="1483001"/>
            <a:ext cx="1767600" cy="1767600"/>
          </a:xfrm>
          <a:prstGeom prst="ellipse">
            <a:avLst/>
          </a:prstGeom>
          <a:solidFill>
            <a:srgbClr val="F2A900">
              <a:lumMod val="40000"/>
              <a:lumOff val="60000"/>
            </a:srgbClr>
          </a:solidFill>
          <a:ln w="98425">
            <a:solidFill>
              <a:srgbClr val="FFFFFF"/>
            </a:solidFill>
            <a:miter lim="800000"/>
          </a:ln>
          <a:effectLst>
            <a:outerShdw blurRad="368300" dist="50800" dir="5400000" sx="97000" sy="97000" algn="t" rotWithShape="0">
              <a:prstClr val="black">
                <a:alpha val="26000"/>
              </a:prstClr>
            </a:outerShdw>
          </a:effectLst>
        </p:spPr>
      </p:pic>
    </p:spTree>
    <p:extLst>
      <p:ext uri="{BB962C8B-B14F-4D97-AF65-F5344CB8AC3E}">
        <p14:creationId xmlns:p14="http://schemas.microsoft.com/office/powerpoint/2010/main" val="226738318"/>
      </p:ext>
    </p:extLst>
  </p:cSld>
  <p:clrMapOvr>
    <a:masterClrMapping/>
  </p:clrMapOvr>
  <p:transition spd="med">
    <p:pull/>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多人物介绍页</a:t>
            </a:r>
          </a:p>
        </p:txBody>
      </p:sp>
      <p:sp>
        <p:nvSpPr>
          <p:cNvPr id="25" name="文本框 24">
            <a:extLst>
              <a:ext uri="{FF2B5EF4-FFF2-40B4-BE49-F238E27FC236}">
                <a16:creationId xmlns:a16="http://schemas.microsoft.com/office/drawing/2014/main" id="{2C7C22EC-4924-40A3-A11D-92541F8FCDFA}"/>
              </a:ext>
            </a:extLst>
          </p:cNvPr>
          <p:cNvSpPr txBox="1"/>
          <p:nvPr/>
        </p:nvSpPr>
        <p:spPr>
          <a:xfrm>
            <a:off x="1498602" y="3724947"/>
            <a:ext cx="2656114" cy="652486"/>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姓名</a:t>
            </a:r>
          </a:p>
        </p:txBody>
      </p:sp>
      <p:sp>
        <p:nvSpPr>
          <p:cNvPr id="26" name="文本框 25">
            <a:extLst>
              <a:ext uri="{FF2B5EF4-FFF2-40B4-BE49-F238E27FC236}">
                <a16:creationId xmlns:a16="http://schemas.microsoft.com/office/drawing/2014/main" id="{2C7C22EC-4924-40A3-A11D-92541F8FCDFA}"/>
              </a:ext>
            </a:extLst>
          </p:cNvPr>
          <p:cNvSpPr txBox="1"/>
          <p:nvPr/>
        </p:nvSpPr>
        <p:spPr>
          <a:xfrm>
            <a:off x="4773387" y="3670517"/>
            <a:ext cx="2656114" cy="652486"/>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姓名</a:t>
            </a:r>
          </a:p>
        </p:txBody>
      </p:sp>
      <p:sp>
        <p:nvSpPr>
          <p:cNvPr id="27" name="文本框 26">
            <a:extLst>
              <a:ext uri="{FF2B5EF4-FFF2-40B4-BE49-F238E27FC236}">
                <a16:creationId xmlns:a16="http://schemas.microsoft.com/office/drawing/2014/main" id="{2C7C22EC-4924-40A3-A11D-92541F8FCDFA}"/>
              </a:ext>
            </a:extLst>
          </p:cNvPr>
          <p:cNvSpPr txBox="1"/>
          <p:nvPr/>
        </p:nvSpPr>
        <p:spPr>
          <a:xfrm>
            <a:off x="8066315" y="3670517"/>
            <a:ext cx="2656114" cy="652486"/>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a:ea typeface="微软雅黑"/>
                <a:cs typeface="+mn-cs"/>
              </a:rPr>
              <a:t>姓名</a:t>
            </a:r>
          </a:p>
        </p:txBody>
      </p:sp>
      <p:sp>
        <p:nvSpPr>
          <p:cNvPr id="28" name="文本框 27">
            <a:extLst>
              <a:ext uri="{FF2B5EF4-FFF2-40B4-BE49-F238E27FC236}">
                <a16:creationId xmlns:a16="http://schemas.microsoft.com/office/drawing/2014/main" id="{BA921EF8-76CA-4D2D-BB1B-B4129424ADCA}"/>
              </a:ext>
            </a:extLst>
          </p:cNvPr>
          <p:cNvSpPr txBox="1"/>
          <p:nvPr/>
        </p:nvSpPr>
        <p:spPr>
          <a:xfrm>
            <a:off x="1381580" y="4388658"/>
            <a:ext cx="2890158" cy="1172629"/>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输入介绍插入即可插入即可插入即可插入即可插入即可</a:t>
            </a:r>
          </a:p>
        </p:txBody>
      </p:sp>
      <p:sp>
        <p:nvSpPr>
          <p:cNvPr id="29" name="文本框 28">
            <a:extLst>
              <a:ext uri="{FF2B5EF4-FFF2-40B4-BE49-F238E27FC236}">
                <a16:creationId xmlns:a16="http://schemas.microsoft.com/office/drawing/2014/main" id="{BA921EF8-76CA-4D2D-BB1B-B4129424ADCA}"/>
              </a:ext>
            </a:extLst>
          </p:cNvPr>
          <p:cNvSpPr txBox="1"/>
          <p:nvPr/>
        </p:nvSpPr>
        <p:spPr>
          <a:xfrm>
            <a:off x="4656365" y="4388658"/>
            <a:ext cx="2890158" cy="1172629"/>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输入介绍插入即可插入即可插入即可插入即可插入即可</a:t>
            </a:r>
          </a:p>
        </p:txBody>
      </p:sp>
      <p:sp>
        <p:nvSpPr>
          <p:cNvPr id="30" name="文本框 29">
            <a:extLst>
              <a:ext uri="{FF2B5EF4-FFF2-40B4-BE49-F238E27FC236}">
                <a16:creationId xmlns:a16="http://schemas.microsoft.com/office/drawing/2014/main" id="{BA921EF8-76CA-4D2D-BB1B-B4129424ADCA}"/>
              </a:ext>
            </a:extLst>
          </p:cNvPr>
          <p:cNvSpPr txBox="1"/>
          <p:nvPr/>
        </p:nvSpPr>
        <p:spPr>
          <a:xfrm>
            <a:off x="7949293" y="4388658"/>
            <a:ext cx="2890158" cy="1172629"/>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输入介绍插入即可插入即可插入即可插入即可插入即可</a:t>
            </a:r>
          </a:p>
        </p:txBody>
      </p:sp>
      <p:pic>
        <p:nvPicPr>
          <p:cNvPr id="31" name="图片占位符 20"/>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2002972" y="1850368"/>
            <a:ext cx="1611086" cy="1611086"/>
          </a:xfrm>
          <a:custGeom>
            <a:avLst/>
            <a:gdLst>
              <a:gd name="connsiteX0" fmla="*/ 805543 w 1611086"/>
              <a:gd name="connsiteY0" fmla="*/ 0 h 1611086"/>
              <a:gd name="connsiteX1" fmla="*/ 1611086 w 1611086"/>
              <a:gd name="connsiteY1" fmla="*/ 805543 h 1611086"/>
              <a:gd name="connsiteX2" fmla="*/ 805543 w 1611086"/>
              <a:gd name="connsiteY2" fmla="*/ 1611086 h 1611086"/>
              <a:gd name="connsiteX3" fmla="*/ 0 w 1611086"/>
              <a:gd name="connsiteY3" fmla="*/ 805543 h 1611086"/>
              <a:gd name="connsiteX4" fmla="*/ 805543 w 1611086"/>
              <a:gd name="connsiteY4" fmla="*/ 0 h 1611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1086" h="1611086">
                <a:moveTo>
                  <a:pt x="805543" y="0"/>
                </a:moveTo>
                <a:cubicBezTo>
                  <a:pt x="1250432" y="0"/>
                  <a:pt x="1611086" y="360654"/>
                  <a:pt x="1611086" y="805543"/>
                </a:cubicBezTo>
                <a:cubicBezTo>
                  <a:pt x="1611086" y="1250432"/>
                  <a:pt x="1250432" y="1611086"/>
                  <a:pt x="805543" y="1611086"/>
                </a:cubicBezTo>
                <a:cubicBezTo>
                  <a:pt x="360654" y="1611086"/>
                  <a:pt x="0" y="1250432"/>
                  <a:pt x="0" y="805543"/>
                </a:cubicBezTo>
                <a:cubicBezTo>
                  <a:pt x="0" y="360654"/>
                  <a:pt x="360654" y="0"/>
                  <a:pt x="805543" y="0"/>
                </a:cubicBezTo>
                <a:close/>
              </a:path>
            </a:pathLst>
          </a:custGeom>
        </p:spPr>
      </p:pic>
      <p:pic>
        <p:nvPicPr>
          <p:cNvPr id="32" name="图片占位符 22"/>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5295901" y="1850368"/>
            <a:ext cx="1611086" cy="1611086"/>
          </a:xfrm>
          <a:custGeom>
            <a:avLst/>
            <a:gdLst>
              <a:gd name="connsiteX0" fmla="*/ 805543 w 1611086"/>
              <a:gd name="connsiteY0" fmla="*/ 0 h 1611086"/>
              <a:gd name="connsiteX1" fmla="*/ 1611086 w 1611086"/>
              <a:gd name="connsiteY1" fmla="*/ 805543 h 1611086"/>
              <a:gd name="connsiteX2" fmla="*/ 805543 w 1611086"/>
              <a:gd name="connsiteY2" fmla="*/ 1611086 h 1611086"/>
              <a:gd name="connsiteX3" fmla="*/ 0 w 1611086"/>
              <a:gd name="connsiteY3" fmla="*/ 805543 h 1611086"/>
              <a:gd name="connsiteX4" fmla="*/ 805543 w 1611086"/>
              <a:gd name="connsiteY4" fmla="*/ 0 h 1611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1086" h="1611086">
                <a:moveTo>
                  <a:pt x="805543" y="0"/>
                </a:moveTo>
                <a:cubicBezTo>
                  <a:pt x="1250432" y="0"/>
                  <a:pt x="1611086" y="360654"/>
                  <a:pt x="1611086" y="805543"/>
                </a:cubicBezTo>
                <a:cubicBezTo>
                  <a:pt x="1611086" y="1250432"/>
                  <a:pt x="1250432" y="1611086"/>
                  <a:pt x="805543" y="1611086"/>
                </a:cubicBezTo>
                <a:cubicBezTo>
                  <a:pt x="360654" y="1611086"/>
                  <a:pt x="0" y="1250432"/>
                  <a:pt x="0" y="805543"/>
                </a:cubicBezTo>
                <a:cubicBezTo>
                  <a:pt x="0" y="360654"/>
                  <a:pt x="360654" y="0"/>
                  <a:pt x="805543" y="0"/>
                </a:cubicBezTo>
                <a:close/>
              </a:path>
            </a:pathLst>
          </a:custGeom>
        </p:spPr>
      </p:pic>
      <p:pic>
        <p:nvPicPr>
          <p:cNvPr id="33" name="图片占位符 24"/>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8588829" y="1850368"/>
            <a:ext cx="1611086" cy="1611086"/>
          </a:xfrm>
          <a:custGeom>
            <a:avLst/>
            <a:gdLst>
              <a:gd name="connsiteX0" fmla="*/ 805543 w 1611086"/>
              <a:gd name="connsiteY0" fmla="*/ 0 h 1611086"/>
              <a:gd name="connsiteX1" fmla="*/ 1611086 w 1611086"/>
              <a:gd name="connsiteY1" fmla="*/ 805543 h 1611086"/>
              <a:gd name="connsiteX2" fmla="*/ 805543 w 1611086"/>
              <a:gd name="connsiteY2" fmla="*/ 1611086 h 1611086"/>
              <a:gd name="connsiteX3" fmla="*/ 0 w 1611086"/>
              <a:gd name="connsiteY3" fmla="*/ 805543 h 1611086"/>
              <a:gd name="connsiteX4" fmla="*/ 805543 w 1611086"/>
              <a:gd name="connsiteY4" fmla="*/ 0 h 1611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1086" h="1611086">
                <a:moveTo>
                  <a:pt x="805543" y="0"/>
                </a:moveTo>
                <a:cubicBezTo>
                  <a:pt x="1250432" y="0"/>
                  <a:pt x="1611086" y="360654"/>
                  <a:pt x="1611086" y="805543"/>
                </a:cubicBezTo>
                <a:cubicBezTo>
                  <a:pt x="1611086" y="1250432"/>
                  <a:pt x="1250432" y="1611086"/>
                  <a:pt x="805543" y="1611086"/>
                </a:cubicBezTo>
                <a:cubicBezTo>
                  <a:pt x="360654" y="1611086"/>
                  <a:pt x="0" y="1250432"/>
                  <a:pt x="0" y="805543"/>
                </a:cubicBezTo>
                <a:cubicBezTo>
                  <a:pt x="0" y="360654"/>
                  <a:pt x="360654" y="0"/>
                  <a:pt x="805543" y="0"/>
                </a:cubicBezTo>
                <a:close/>
              </a:path>
            </a:pathLst>
          </a:custGeom>
        </p:spPr>
      </p:pic>
      <p:sp>
        <p:nvSpPr>
          <p:cNvPr id="34" name="椭圆 33"/>
          <p:cNvSpPr/>
          <p:nvPr/>
        </p:nvSpPr>
        <p:spPr>
          <a:xfrm>
            <a:off x="1861457" y="1708853"/>
            <a:ext cx="1894116" cy="1894116"/>
          </a:xfrm>
          <a:prstGeom prst="ellipse">
            <a:avLst/>
          </a:prstGeom>
          <a:noFill/>
          <a:ln w="6350">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5" name="椭圆 34"/>
          <p:cNvSpPr/>
          <p:nvPr/>
        </p:nvSpPr>
        <p:spPr>
          <a:xfrm>
            <a:off x="2035630" y="1898998"/>
            <a:ext cx="180000" cy="180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6" name="椭圆 35"/>
          <p:cNvSpPr/>
          <p:nvPr/>
        </p:nvSpPr>
        <p:spPr>
          <a:xfrm>
            <a:off x="3352801" y="3314140"/>
            <a:ext cx="144000" cy="144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7" name="椭圆 36"/>
          <p:cNvSpPr/>
          <p:nvPr/>
        </p:nvSpPr>
        <p:spPr>
          <a:xfrm>
            <a:off x="3450771" y="3466540"/>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8" name="椭圆 37"/>
          <p:cNvSpPr/>
          <p:nvPr/>
        </p:nvSpPr>
        <p:spPr>
          <a:xfrm>
            <a:off x="8447316" y="1708853"/>
            <a:ext cx="1894116" cy="1894116"/>
          </a:xfrm>
          <a:prstGeom prst="ellipse">
            <a:avLst/>
          </a:prstGeom>
          <a:noFill/>
          <a:ln w="6350">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9" name="椭圆 38"/>
          <p:cNvSpPr/>
          <p:nvPr/>
        </p:nvSpPr>
        <p:spPr>
          <a:xfrm>
            <a:off x="8621489" y="1898998"/>
            <a:ext cx="180000" cy="180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0" name="椭圆 39"/>
          <p:cNvSpPr/>
          <p:nvPr/>
        </p:nvSpPr>
        <p:spPr>
          <a:xfrm>
            <a:off x="9938660" y="3314140"/>
            <a:ext cx="144000" cy="144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1" name="椭圆 40"/>
          <p:cNvSpPr/>
          <p:nvPr/>
        </p:nvSpPr>
        <p:spPr>
          <a:xfrm>
            <a:off x="10036630" y="3466540"/>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2" name="椭圆 41"/>
          <p:cNvSpPr/>
          <p:nvPr/>
        </p:nvSpPr>
        <p:spPr>
          <a:xfrm>
            <a:off x="5154774" y="1708853"/>
            <a:ext cx="1894116" cy="1894116"/>
          </a:xfrm>
          <a:prstGeom prst="ellipse">
            <a:avLst/>
          </a:prstGeom>
          <a:noFill/>
          <a:ln w="6350">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3" name="椭圆 42"/>
          <p:cNvSpPr/>
          <p:nvPr/>
        </p:nvSpPr>
        <p:spPr>
          <a:xfrm>
            <a:off x="5328947" y="1898998"/>
            <a:ext cx="180000" cy="180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4" name="椭圆 43"/>
          <p:cNvSpPr/>
          <p:nvPr/>
        </p:nvSpPr>
        <p:spPr>
          <a:xfrm>
            <a:off x="6646118" y="3314140"/>
            <a:ext cx="144000" cy="144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5" name="椭圆 44"/>
          <p:cNvSpPr/>
          <p:nvPr/>
        </p:nvSpPr>
        <p:spPr>
          <a:xfrm>
            <a:off x="6744088" y="3466540"/>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Tree>
    <p:extLst>
      <p:ext uri="{BB962C8B-B14F-4D97-AF65-F5344CB8AC3E}">
        <p14:creationId xmlns:p14="http://schemas.microsoft.com/office/powerpoint/2010/main" val="3470724703"/>
      </p:ext>
    </p:extLst>
  </p:cSld>
  <p:clrMapOvr>
    <a:masterClrMapping/>
  </p:clrMapOvr>
  <p:transition spd="med">
    <p:pull/>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p:txBody>
          <a:bodyPr/>
          <a:lstStyle/>
          <a:p>
            <a:r>
              <a:rPr lang="zh-CN" altLang="en-US" dirty="0"/>
              <a:t>框架图示例</a:t>
            </a:r>
          </a:p>
        </p:txBody>
      </p:sp>
      <p:sp>
        <p:nvSpPr>
          <p:cNvPr id="24" name="矩形: 圆角 2">
            <a:extLst>
              <a:ext uri="{FF2B5EF4-FFF2-40B4-BE49-F238E27FC236}">
                <a16:creationId xmlns:a16="http://schemas.microsoft.com/office/drawing/2014/main" id="{50ADE8C3-1A02-4351-88CF-0CB8A5AD8AE4}"/>
              </a:ext>
            </a:extLst>
          </p:cNvPr>
          <p:cNvSpPr/>
          <p:nvPr/>
        </p:nvSpPr>
        <p:spPr>
          <a:xfrm>
            <a:off x="4863884" y="1358285"/>
            <a:ext cx="2464231" cy="523220"/>
          </a:xfrm>
          <a:prstGeom prst="roundRect">
            <a:avLst>
              <a:gd name="adj" fmla="val 5000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prstClr val="white"/>
                </a:solidFill>
                <a:effectLst/>
                <a:uLnTx/>
                <a:uFillTx/>
                <a:latin typeface="微软雅黑"/>
                <a:ea typeface="微软雅黑"/>
                <a:cs typeface="+mn-cs"/>
              </a:rPr>
              <a:t>插入一个标题</a:t>
            </a:r>
          </a:p>
        </p:txBody>
      </p:sp>
      <p:sp>
        <p:nvSpPr>
          <p:cNvPr id="46" name="椭圆 45">
            <a:extLst>
              <a:ext uri="{FF2B5EF4-FFF2-40B4-BE49-F238E27FC236}">
                <a16:creationId xmlns:a16="http://schemas.microsoft.com/office/drawing/2014/main" id="{5BF18F6E-B8EF-49C9-846F-2105F7B6E4DD}"/>
              </a:ext>
            </a:extLst>
          </p:cNvPr>
          <p:cNvSpPr/>
          <p:nvPr/>
        </p:nvSpPr>
        <p:spPr>
          <a:xfrm>
            <a:off x="2643082" y="2691075"/>
            <a:ext cx="576000" cy="576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7" name="椭圆 46">
            <a:extLst>
              <a:ext uri="{FF2B5EF4-FFF2-40B4-BE49-F238E27FC236}">
                <a16:creationId xmlns:a16="http://schemas.microsoft.com/office/drawing/2014/main" id="{CC75EAF6-E3FD-4E14-B497-A715D4A371F8}"/>
              </a:ext>
            </a:extLst>
          </p:cNvPr>
          <p:cNvSpPr/>
          <p:nvPr/>
        </p:nvSpPr>
        <p:spPr>
          <a:xfrm>
            <a:off x="5807999" y="2691075"/>
            <a:ext cx="576000" cy="576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8" name="椭圆 47">
            <a:extLst>
              <a:ext uri="{FF2B5EF4-FFF2-40B4-BE49-F238E27FC236}">
                <a16:creationId xmlns:a16="http://schemas.microsoft.com/office/drawing/2014/main" id="{2E1142B9-7727-491D-B839-61EB206CFED7}"/>
              </a:ext>
            </a:extLst>
          </p:cNvPr>
          <p:cNvSpPr/>
          <p:nvPr/>
        </p:nvSpPr>
        <p:spPr>
          <a:xfrm>
            <a:off x="9004015" y="2691075"/>
            <a:ext cx="576000" cy="576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9" name="椭圆 48">
            <a:extLst>
              <a:ext uri="{FF2B5EF4-FFF2-40B4-BE49-F238E27FC236}">
                <a16:creationId xmlns:a16="http://schemas.microsoft.com/office/drawing/2014/main" id="{99DE28DF-0658-49D7-A131-74E48401E150}"/>
              </a:ext>
            </a:extLst>
          </p:cNvPr>
          <p:cNvSpPr/>
          <p:nvPr/>
        </p:nvSpPr>
        <p:spPr>
          <a:xfrm>
            <a:off x="1140849"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0" name="文本框 49">
            <a:extLst>
              <a:ext uri="{FF2B5EF4-FFF2-40B4-BE49-F238E27FC236}">
                <a16:creationId xmlns:a16="http://schemas.microsoft.com/office/drawing/2014/main" id="{3FF854EE-A4F4-465F-B81F-4FABCC94EDC0}"/>
              </a:ext>
            </a:extLst>
          </p:cNvPr>
          <p:cNvSpPr txBox="1"/>
          <p:nvPr/>
        </p:nvSpPr>
        <p:spPr>
          <a:xfrm>
            <a:off x="598409"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51" name="椭圆 50">
            <a:extLst>
              <a:ext uri="{FF2B5EF4-FFF2-40B4-BE49-F238E27FC236}">
                <a16:creationId xmlns:a16="http://schemas.microsoft.com/office/drawing/2014/main" id="{653DD437-3B2A-43CE-9D6E-2B1D321EFAE8}"/>
              </a:ext>
            </a:extLst>
          </p:cNvPr>
          <p:cNvSpPr/>
          <p:nvPr/>
        </p:nvSpPr>
        <p:spPr>
          <a:xfrm>
            <a:off x="4314915"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2" name="文本框 51">
            <a:extLst>
              <a:ext uri="{FF2B5EF4-FFF2-40B4-BE49-F238E27FC236}">
                <a16:creationId xmlns:a16="http://schemas.microsoft.com/office/drawing/2014/main" id="{26BBD096-CBA9-411D-909E-01539BE5FD86}"/>
              </a:ext>
            </a:extLst>
          </p:cNvPr>
          <p:cNvSpPr txBox="1"/>
          <p:nvPr/>
        </p:nvSpPr>
        <p:spPr>
          <a:xfrm>
            <a:off x="3772475"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53" name="椭圆 52">
            <a:extLst>
              <a:ext uri="{FF2B5EF4-FFF2-40B4-BE49-F238E27FC236}">
                <a16:creationId xmlns:a16="http://schemas.microsoft.com/office/drawing/2014/main" id="{DD9D7802-001E-4B08-9136-5982C4F4DF71}"/>
              </a:ext>
            </a:extLst>
          </p:cNvPr>
          <p:cNvSpPr/>
          <p:nvPr/>
        </p:nvSpPr>
        <p:spPr>
          <a:xfrm>
            <a:off x="5901949"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4" name="文本框 53">
            <a:extLst>
              <a:ext uri="{FF2B5EF4-FFF2-40B4-BE49-F238E27FC236}">
                <a16:creationId xmlns:a16="http://schemas.microsoft.com/office/drawing/2014/main" id="{76EA61F5-F993-42CB-A038-0C3C877CDF60}"/>
              </a:ext>
            </a:extLst>
          </p:cNvPr>
          <p:cNvSpPr txBox="1"/>
          <p:nvPr/>
        </p:nvSpPr>
        <p:spPr>
          <a:xfrm>
            <a:off x="5359509"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55" name="椭圆 54">
            <a:extLst>
              <a:ext uri="{FF2B5EF4-FFF2-40B4-BE49-F238E27FC236}">
                <a16:creationId xmlns:a16="http://schemas.microsoft.com/office/drawing/2014/main" id="{A7D27CCC-2404-4ED8-BAE0-573A38279BEE}"/>
              </a:ext>
            </a:extLst>
          </p:cNvPr>
          <p:cNvSpPr/>
          <p:nvPr/>
        </p:nvSpPr>
        <p:spPr>
          <a:xfrm>
            <a:off x="7488982"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6" name="文本框 55">
            <a:extLst>
              <a:ext uri="{FF2B5EF4-FFF2-40B4-BE49-F238E27FC236}">
                <a16:creationId xmlns:a16="http://schemas.microsoft.com/office/drawing/2014/main" id="{F699F4E4-2EDE-4149-999D-D74E7DB6D7B0}"/>
              </a:ext>
            </a:extLst>
          </p:cNvPr>
          <p:cNvSpPr txBox="1"/>
          <p:nvPr/>
        </p:nvSpPr>
        <p:spPr>
          <a:xfrm>
            <a:off x="6946542"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57" name="椭圆 56">
            <a:extLst>
              <a:ext uri="{FF2B5EF4-FFF2-40B4-BE49-F238E27FC236}">
                <a16:creationId xmlns:a16="http://schemas.microsoft.com/office/drawing/2014/main" id="{9F155511-9DE1-4600-8610-C0C4C11F36DE}"/>
              </a:ext>
            </a:extLst>
          </p:cNvPr>
          <p:cNvSpPr/>
          <p:nvPr/>
        </p:nvSpPr>
        <p:spPr>
          <a:xfrm>
            <a:off x="9076015"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8" name="文本框 57">
            <a:extLst>
              <a:ext uri="{FF2B5EF4-FFF2-40B4-BE49-F238E27FC236}">
                <a16:creationId xmlns:a16="http://schemas.microsoft.com/office/drawing/2014/main" id="{B5246352-2F62-4C63-9A90-47B35273D954}"/>
              </a:ext>
            </a:extLst>
          </p:cNvPr>
          <p:cNvSpPr txBox="1"/>
          <p:nvPr/>
        </p:nvSpPr>
        <p:spPr>
          <a:xfrm>
            <a:off x="8533575"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59" name="椭圆 58">
            <a:extLst>
              <a:ext uri="{FF2B5EF4-FFF2-40B4-BE49-F238E27FC236}">
                <a16:creationId xmlns:a16="http://schemas.microsoft.com/office/drawing/2014/main" id="{BA9EA683-EDCB-4D9C-B6C7-AF2D85114080}"/>
              </a:ext>
            </a:extLst>
          </p:cNvPr>
          <p:cNvSpPr/>
          <p:nvPr/>
        </p:nvSpPr>
        <p:spPr>
          <a:xfrm>
            <a:off x="10663050" y="4379077"/>
            <a:ext cx="432000" cy="432000"/>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60" name="文本框 59">
            <a:extLst>
              <a:ext uri="{FF2B5EF4-FFF2-40B4-BE49-F238E27FC236}">
                <a16:creationId xmlns:a16="http://schemas.microsoft.com/office/drawing/2014/main" id="{BE64D5AD-CC78-4AD8-AEB2-8A3CD29ABFC0}"/>
              </a:ext>
            </a:extLst>
          </p:cNvPr>
          <p:cNvSpPr txBox="1"/>
          <p:nvPr/>
        </p:nvSpPr>
        <p:spPr>
          <a:xfrm>
            <a:off x="10120610" y="4976083"/>
            <a:ext cx="1491280" cy="1008791"/>
          </a:xfrm>
          <a:prstGeom prst="rect">
            <a:avLst/>
          </a:prstGeom>
          <a:noFill/>
        </p:spPr>
        <p:txBody>
          <a:bodyPr wrap="square" lIns="0" tIns="0" rIns="0" bIns="0" rtlCol="0">
            <a:noAutofit/>
          </a:bodyPr>
          <a:lstStyle/>
          <a:p>
            <a:pPr marL="0" marR="0" lvl="0" indent="0" algn="ctr"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rPr>
              <a:t>关于这个节点一些简短说明</a:t>
            </a:r>
            <a:endParaRPr kumimoji="0" lang="en-US" altLang="zh-CN" sz="1600" b="0" i="0" u="none" strike="noStrike" kern="1200" cap="none" spc="100" normalizeH="0" baseline="0" noProof="0" dirty="0">
              <a:ln>
                <a:noFill/>
              </a:ln>
              <a:solidFill>
                <a:prstClr val="black">
                  <a:lumMod val="65000"/>
                  <a:lumOff val="35000"/>
                </a:prstClr>
              </a:solidFill>
              <a:effectLst/>
              <a:uLnTx/>
              <a:uFillTx/>
              <a:latin typeface="Century Gothic" panose="020B0502020202020204" pitchFamily="34" charset="0"/>
              <a:ea typeface="微软雅黑" panose="020B0503020204020204" pitchFamily="34" charset="-122"/>
              <a:cs typeface="+mn-cs"/>
            </a:endParaRPr>
          </a:p>
        </p:txBody>
      </p:sp>
      <p:sp>
        <p:nvSpPr>
          <p:cNvPr id="61" name="文本框 60">
            <a:extLst>
              <a:ext uri="{FF2B5EF4-FFF2-40B4-BE49-F238E27FC236}">
                <a16:creationId xmlns:a16="http://schemas.microsoft.com/office/drawing/2014/main" id="{1D359F57-E8E2-4410-B52D-34CB74007892}"/>
              </a:ext>
            </a:extLst>
          </p:cNvPr>
          <p:cNvSpPr txBox="1"/>
          <p:nvPr/>
        </p:nvSpPr>
        <p:spPr>
          <a:xfrm>
            <a:off x="2197548" y="3324518"/>
            <a:ext cx="1467068" cy="400110"/>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插入小标题</a:t>
            </a:r>
          </a:p>
        </p:txBody>
      </p:sp>
      <p:sp>
        <p:nvSpPr>
          <p:cNvPr id="62" name="文本框 61">
            <a:extLst>
              <a:ext uri="{FF2B5EF4-FFF2-40B4-BE49-F238E27FC236}">
                <a16:creationId xmlns:a16="http://schemas.microsoft.com/office/drawing/2014/main" id="{0B53454A-5355-4E17-98BD-8757A8DE523E}"/>
              </a:ext>
            </a:extLst>
          </p:cNvPr>
          <p:cNvSpPr txBox="1"/>
          <p:nvPr/>
        </p:nvSpPr>
        <p:spPr>
          <a:xfrm>
            <a:off x="5371615" y="3324518"/>
            <a:ext cx="1467068" cy="400110"/>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插入小标题</a:t>
            </a:r>
          </a:p>
        </p:txBody>
      </p:sp>
      <p:sp>
        <p:nvSpPr>
          <p:cNvPr id="63" name="文本框 62">
            <a:extLst>
              <a:ext uri="{FF2B5EF4-FFF2-40B4-BE49-F238E27FC236}">
                <a16:creationId xmlns:a16="http://schemas.microsoft.com/office/drawing/2014/main" id="{B1B55E32-7C16-4D40-B9BB-982C2BC971EF}"/>
              </a:ext>
            </a:extLst>
          </p:cNvPr>
          <p:cNvSpPr txBox="1"/>
          <p:nvPr/>
        </p:nvSpPr>
        <p:spPr>
          <a:xfrm>
            <a:off x="8545682" y="3324518"/>
            <a:ext cx="1467068" cy="400110"/>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插入小标题</a:t>
            </a:r>
          </a:p>
        </p:txBody>
      </p:sp>
      <p:sp>
        <p:nvSpPr>
          <p:cNvPr id="64" name="右大括号 63">
            <a:extLst>
              <a:ext uri="{FF2B5EF4-FFF2-40B4-BE49-F238E27FC236}">
                <a16:creationId xmlns:a16="http://schemas.microsoft.com/office/drawing/2014/main" id="{3C46E8C4-55A6-4F28-B427-37B7DEB5DF65}"/>
              </a:ext>
            </a:extLst>
          </p:cNvPr>
          <p:cNvSpPr/>
          <p:nvPr/>
        </p:nvSpPr>
        <p:spPr>
          <a:xfrm rot="16200000">
            <a:off x="2750111" y="2438676"/>
            <a:ext cx="369332" cy="3181456"/>
          </a:xfrm>
          <a:prstGeom prst="rightBrace">
            <a:avLst>
              <a:gd name="adj1" fmla="val 50000"/>
              <a:gd name="adj2" fmla="val 50000"/>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微软雅黑"/>
              <a:ea typeface="微软雅黑"/>
              <a:cs typeface="+mn-cs"/>
            </a:endParaRPr>
          </a:p>
        </p:txBody>
      </p:sp>
      <p:sp>
        <p:nvSpPr>
          <p:cNvPr id="65" name="右大括号 64">
            <a:extLst>
              <a:ext uri="{FF2B5EF4-FFF2-40B4-BE49-F238E27FC236}">
                <a16:creationId xmlns:a16="http://schemas.microsoft.com/office/drawing/2014/main" id="{779E5FFE-A5CB-427F-9C34-27696634C722}"/>
              </a:ext>
            </a:extLst>
          </p:cNvPr>
          <p:cNvSpPr/>
          <p:nvPr/>
        </p:nvSpPr>
        <p:spPr>
          <a:xfrm rot="16200000">
            <a:off x="9072557" y="2438676"/>
            <a:ext cx="369332" cy="3181456"/>
          </a:xfrm>
          <a:prstGeom prst="rightBrace">
            <a:avLst>
              <a:gd name="adj1" fmla="val 50000"/>
              <a:gd name="adj2" fmla="val 50000"/>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微软雅黑"/>
              <a:ea typeface="微软雅黑"/>
              <a:cs typeface="+mn-cs"/>
            </a:endParaRPr>
          </a:p>
        </p:txBody>
      </p:sp>
      <p:cxnSp>
        <p:nvCxnSpPr>
          <p:cNvPr id="66" name="直接连接符 65">
            <a:extLst>
              <a:ext uri="{FF2B5EF4-FFF2-40B4-BE49-F238E27FC236}">
                <a16:creationId xmlns:a16="http://schemas.microsoft.com/office/drawing/2014/main" id="{43289139-3C6C-4B1D-83C2-FE7EE81CDF18}"/>
              </a:ext>
            </a:extLst>
          </p:cNvPr>
          <p:cNvCxnSpPr/>
          <p:nvPr/>
        </p:nvCxnSpPr>
        <p:spPr>
          <a:xfrm>
            <a:off x="6106026" y="3782744"/>
            <a:ext cx="0" cy="43200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7" name="右大括号 66">
            <a:extLst>
              <a:ext uri="{FF2B5EF4-FFF2-40B4-BE49-F238E27FC236}">
                <a16:creationId xmlns:a16="http://schemas.microsoft.com/office/drawing/2014/main" id="{59B9CFA1-05E2-4198-8DC4-88D701F9378E}"/>
              </a:ext>
            </a:extLst>
          </p:cNvPr>
          <p:cNvSpPr/>
          <p:nvPr/>
        </p:nvSpPr>
        <p:spPr>
          <a:xfrm rot="16200000">
            <a:off x="5921360" y="-828919"/>
            <a:ext cx="369332" cy="6340642"/>
          </a:xfrm>
          <a:prstGeom prst="rightBrace">
            <a:avLst>
              <a:gd name="adj1" fmla="val 50000"/>
              <a:gd name="adj2" fmla="val 50000"/>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微软雅黑"/>
              <a:ea typeface="微软雅黑"/>
              <a:cs typeface="+mn-cs"/>
            </a:endParaRPr>
          </a:p>
        </p:txBody>
      </p:sp>
      <p:cxnSp>
        <p:nvCxnSpPr>
          <p:cNvPr id="68" name="直接连接符 67">
            <a:extLst>
              <a:ext uri="{FF2B5EF4-FFF2-40B4-BE49-F238E27FC236}">
                <a16:creationId xmlns:a16="http://schemas.microsoft.com/office/drawing/2014/main" id="{8B703193-1E53-4C70-94D3-14FD006A533E}"/>
              </a:ext>
            </a:extLst>
          </p:cNvPr>
          <p:cNvCxnSpPr/>
          <p:nvPr/>
        </p:nvCxnSpPr>
        <p:spPr>
          <a:xfrm>
            <a:off x="6106026" y="2094068"/>
            <a:ext cx="0" cy="432000"/>
          </a:xfrm>
          <a:prstGeom prst="line">
            <a:avLst/>
          </a:prstGeom>
          <a:ln w="190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9" name="growth_304631">
            <a:extLst>
              <a:ext uri="{FF2B5EF4-FFF2-40B4-BE49-F238E27FC236}">
                <a16:creationId xmlns:a16="http://schemas.microsoft.com/office/drawing/2014/main" id="{5B26E170-25D9-4A66-8633-4E39F0141D9A}"/>
              </a:ext>
            </a:extLst>
          </p:cNvPr>
          <p:cNvSpPr>
            <a:spLocks noChangeAspect="1"/>
          </p:cNvSpPr>
          <p:nvPr/>
        </p:nvSpPr>
        <p:spPr bwMode="auto">
          <a:xfrm>
            <a:off x="2735118" y="2864173"/>
            <a:ext cx="391928" cy="229804"/>
          </a:xfrm>
          <a:custGeom>
            <a:avLst/>
            <a:gdLst>
              <a:gd name="T0" fmla="*/ 263525 w 607614"/>
              <a:gd name="T1" fmla="*/ 263525 w 607614"/>
              <a:gd name="T2" fmla="*/ 485433 h 606761"/>
              <a:gd name="T3" fmla="*/ 485433 h 606761"/>
              <a:gd name="T4" fmla="*/ 485433 h 606761"/>
              <a:gd name="T5" fmla="*/ 485433 h 606761"/>
              <a:gd name="T6" fmla="*/ 485433 h 606761"/>
              <a:gd name="T7" fmla="*/ 485433 h 606761"/>
              <a:gd name="T8" fmla="*/ 485433 h 606761"/>
              <a:gd name="T9" fmla="*/ 485433 h 606761"/>
              <a:gd name="T10" fmla="*/ 485433 h 606761"/>
              <a:gd name="T11" fmla="*/ 485433 h 606761"/>
              <a:gd name="T12" fmla="*/ 485433 h 606761"/>
              <a:gd name="T13" fmla="*/ 485433 h 606761"/>
              <a:gd name="T14" fmla="*/ 485433 h 606761"/>
              <a:gd name="T15" fmla="*/ 485433 h 606761"/>
              <a:gd name="T16" fmla="*/ 485433 h 606761"/>
              <a:gd name="T17" fmla="*/ 485433 h 606761"/>
              <a:gd name="T18" fmla="*/ 485433 h 606761"/>
              <a:gd name="T19" fmla="*/ 485433 h 606761"/>
              <a:gd name="T20" fmla="*/ 485433 h 606761"/>
              <a:gd name="T21" fmla="*/ 485433 h 606761"/>
              <a:gd name="T22" fmla="*/ 485433 h 606761"/>
              <a:gd name="T23" fmla="*/ 485433 h 606761"/>
              <a:gd name="T24" fmla="*/ 485433 h 606761"/>
              <a:gd name="T25" fmla="*/ 485433 h 606761"/>
              <a:gd name="T26" fmla="*/ 485433 h 606761"/>
              <a:gd name="T27" fmla="*/ 485433 h 606761"/>
              <a:gd name="T28" fmla="*/ 485433 h 606761"/>
              <a:gd name="T29" fmla="*/ 485433 h 606761"/>
              <a:gd name="T30" fmla="*/ 485433 h 606761"/>
              <a:gd name="T31" fmla="*/ 485433 h 606761"/>
              <a:gd name="T32" fmla="*/ 485433 h 606761"/>
              <a:gd name="T33" fmla="*/ 485433 h 606761"/>
              <a:gd name="T34" fmla="*/ 485433 h 606761"/>
              <a:gd name="T35" fmla="*/ 485433 h 606761"/>
              <a:gd name="T36" fmla="*/ 485433 h 606761"/>
              <a:gd name="T37" fmla="*/ 485433 h 606761"/>
              <a:gd name="T38" fmla="*/ 485433 h 606761"/>
              <a:gd name="T39" fmla="*/ 485433 h 606761"/>
              <a:gd name="T40" fmla="*/ 485433 h 606761"/>
              <a:gd name="T41" fmla="*/ 485433 h 606761"/>
              <a:gd name="T42" fmla="*/ 485433 h 606761"/>
              <a:gd name="T43" fmla="*/ 485433 h 606761"/>
              <a:gd name="T44" fmla="*/ 485433 h 606761"/>
              <a:gd name="T45" fmla="*/ 485433 h 606761"/>
              <a:gd name="T46" fmla="*/ 485433 h 606761"/>
              <a:gd name="T47" fmla="*/ 485433 h 606761"/>
              <a:gd name="T48" fmla="*/ 485433 h 606761"/>
              <a:gd name="T49" fmla="*/ 485433 h 6067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27" h="4009">
                <a:moveTo>
                  <a:pt x="6028" y="0"/>
                </a:moveTo>
                <a:cubicBezTo>
                  <a:pt x="5587" y="0"/>
                  <a:pt x="5229" y="358"/>
                  <a:pt x="5229" y="799"/>
                </a:cubicBezTo>
                <a:cubicBezTo>
                  <a:pt x="5229" y="985"/>
                  <a:pt x="5293" y="1157"/>
                  <a:pt x="5401" y="1293"/>
                </a:cubicBezTo>
                <a:lnTo>
                  <a:pt x="4559" y="2460"/>
                </a:lnTo>
                <a:cubicBezTo>
                  <a:pt x="4387" y="2396"/>
                  <a:pt x="4191" y="2393"/>
                  <a:pt x="4010" y="2460"/>
                </a:cubicBezTo>
                <a:lnTo>
                  <a:pt x="3169" y="1293"/>
                </a:lnTo>
                <a:cubicBezTo>
                  <a:pt x="3276" y="1157"/>
                  <a:pt x="3341" y="985"/>
                  <a:pt x="3341" y="799"/>
                </a:cubicBezTo>
                <a:cubicBezTo>
                  <a:pt x="3341" y="358"/>
                  <a:pt x="2982" y="0"/>
                  <a:pt x="2542" y="0"/>
                </a:cubicBezTo>
                <a:cubicBezTo>
                  <a:pt x="2101" y="0"/>
                  <a:pt x="1743" y="358"/>
                  <a:pt x="1743" y="799"/>
                </a:cubicBezTo>
                <a:cubicBezTo>
                  <a:pt x="1743" y="985"/>
                  <a:pt x="1807" y="1157"/>
                  <a:pt x="1915" y="1293"/>
                </a:cubicBezTo>
                <a:lnTo>
                  <a:pt x="1073" y="2460"/>
                </a:lnTo>
                <a:cubicBezTo>
                  <a:pt x="554" y="2269"/>
                  <a:pt x="0" y="2656"/>
                  <a:pt x="0" y="3210"/>
                </a:cubicBezTo>
                <a:cubicBezTo>
                  <a:pt x="0" y="3650"/>
                  <a:pt x="358" y="4009"/>
                  <a:pt x="799" y="4009"/>
                </a:cubicBezTo>
                <a:cubicBezTo>
                  <a:pt x="1239" y="4009"/>
                  <a:pt x="1598" y="3650"/>
                  <a:pt x="1598" y="3210"/>
                </a:cubicBezTo>
                <a:cubicBezTo>
                  <a:pt x="1598" y="3023"/>
                  <a:pt x="1533" y="2852"/>
                  <a:pt x="1426" y="2716"/>
                </a:cubicBezTo>
                <a:lnTo>
                  <a:pt x="2267" y="1549"/>
                </a:lnTo>
                <a:cubicBezTo>
                  <a:pt x="2439" y="1612"/>
                  <a:pt x="2635" y="1615"/>
                  <a:pt x="2816" y="1549"/>
                </a:cubicBezTo>
                <a:lnTo>
                  <a:pt x="3658" y="2716"/>
                </a:lnTo>
                <a:cubicBezTo>
                  <a:pt x="3550" y="2852"/>
                  <a:pt x="3486" y="3023"/>
                  <a:pt x="3486" y="3210"/>
                </a:cubicBezTo>
                <a:cubicBezTo>
                  <a:pt x="3486" y="3650"/>
                  <a:pt x="3844" y="4009"/>
                  <a:pt x="4285" y="4009"/>
                </a:cubicBezTo>
                <a:cubicBezTo>
                  <a:pt x="4725" y="4009"/>
                  <a:pt x="5084" y="3650"/>
                  <a:pt x="5084" y="3210"/>
                </a:cubicBezTo>
                <a:cubicBezTo>
                  <a:pt x="5084" y="3023"/>
                  <a:pt x="5019" y="2852"/>
                  <a:pt x="4912" y="2716"/>
                </a:cubicBezTo>
                <a:lnTo>
                  <a:pt x="5753" y="1549"/>
                </a:lnTo>
                <a:cubicBezTo>
                  <a:pt x="6273" y="1740"/>
                  <a:pt x="6827" y="1353"/>
                  <a:pt x="6827" y="799"/>
                </a:cubicBezTo>
                <a:cubicBezTo>
                  <a:pt x="6827" y="358"/>
                  <a:pt x="6468" y="0"/>
                  <a:pt x="6028" y="0"/>
                </a:cubicBezTo>
                <a:close/>
              </a:path>
            </a:pathLst>
          </a:custGeom>
          <a:solidFill>
            <a:schemeClr val="bg1"/>
          </a:solidFill>
          <a:ln>
            <a:noFill/>
          </a:ln>
        </p:spPr>
      </p:sp>
      <p:sp>
        <p:nvSpPr>
          <p:cNvPr id="70" name="volume-bars_84227">
            <a:extLst>
              <a:ext uri="{FF2B5EF4-FFF2-40B4-BE49-F238E27FC236}">
                <a16:creationId xmlns:a16="http://schemas.microsoft.com/office/drawing/2014/main" id="{98F83837-A7B7-4032-8D40-0B717A68A44D}"/>
              </a:ext>
            </a:extLst>
          </p:cNvPr>
          <p:cNvSpPr>
            <a:spLocks noChangeAspect="1"/>
          </p:cNvSpPr>
          <p:nvPr/>
        </p:nvSpPr>
        <p:spPr bwMode="auto">
          <a:xfrm>
            <a:off x="5952728" y="2859384"/>
            <a:ext cx="304842" cy="239382"/>
          </a:xfrm>
          <a:custGeom>
            <a:avLst/>
            <a:gdLst>
              <a:gd name="connsiteX0" fmla="*/ 187043 w 606298"/>
              <a:gd name="connsiteY0" fmla="*/ 364682 h 476105"/>
              <a:gd name="connsiteX1" fmla="*/ 307528 w 606298"/>
              <a:gd name="connsiteY1" fmla="*/ 364682 h 476105"/>
              <a:gd name="connsiteX2" fmla="*/ 325320 w 606298"/>
              <a:gd name="connsiteY2" fmla="*/ 382440 h 476105"/>
              <a:gd name="connsiteX3" fmla="*/ 325320 w 606298"/>
              <a:gd name="connsiteY3" fmla="*/ 389984 h 476105"/>
              <a:gd name="connsiteX4" fmla="*/ 575785 w 606298"/>
              <a:gd name="connsiteY4" fmla="*/ 389984 h 476105"/>
              <a:gd name="connsiteX5" fmla="*/ 606298 w 606298"/>
              <a:gd name="connsiteY5" fmla="*/ 420440 h 476105"/>
              <a:gd name="connsiteX6" fmla="*/ 575785 w 606298"/>
              <a:gd name="connsiteY6" fmla="*/ 450803 h 476105"/>
              <a:gd name="connsiteX7" fmla="*/ 325320 w 606298"/>
              <a:gd name="connsiteY7" fmla="*/ 450803 h 476105"/>
              <a:gd name="connsiteX8" fmla="*/ 325320 w 606298"/>
              <a:gd name="connsiteY8" fmla="*/ 458347 h 476105"/>
              <a:gd name="connsiteX9" fmla="*/ 307528 w 606298"/>
              <a:gd name="connsiteY9" fmla="*/ 476105 h 476105"/>
              <a:gd name="connsiteX10" fmla="*/ 187043 w 606298"/>
              <a:gd name="connsiteY10" fmla="*/ 476105 h 476105"/>
              <a:gd name="connsiteX11" fmla="*/ 169343 w 606298"/>
              <a:gd name="connsiteY11" fmla="*/ 458347 h 476105"/>
              <a:gd name="connsiteX12" fmla="*/ 169343 w 606298"/>
              <a:gd name="connsiteY12" fmla="*/ 450803 h 476105"/>
              <a:gd name="connsiteX13" fmla="*/ 30421 w 606298"/>
              <a:gd name="connsiteY13" fmla="*/ 450803 h 476105"/>
              <a:gd name="connsiteX14" fmla="*/ 0 w 606298"/>
              <a:gd name="connsiteY14" fmla="*/ 420440 h 476105"/>
              <a:gd name="connsiteX15" fmla="*/ 30421 w 606298"/>
              <a:gd name="connsiteY15" fmla="*/ 389984 h 476105"/>
              <a:gd name="connsiteX16" fmla="*/ 169343 w 606298"/>
              <a:gd name="connsiteY16" fmla="*/ 389984 h 476105"/>
              <a:gd name="connsiteX17" fmla="*/ 169343 w 606298"/>
              <a:gd name="connsiteY17" fmla="*/ 382440 h 476105"/>
              <a:gd name="connsiteX18" fmla="*/ 187043 w 606298"/>
              <a:gd name="connsiteY18" fmla="*/ 364682 h 476105"/>
              <a:gd name="connsiteX19" fmla="*/ 322185 w 606298"/>
              <a:gd name="connsiteY19" fmla="*/ 182341 h 476105"/>
              <a:gd name="connsiteX20" fmla="*/ 442671 w 606298"/>
              <a:gd name="connsiteY20" fmla="*/ 182341 h 476105"/>
              <a:gd name="connsiteX21" fmla="*/ 460370 w 606298"/>
              <a:gd name="connsiteY21" fmla="*/ 200099 h 476105"/>
              <a:gd name="connsiteX22" fmla="*/ 460370 w 606298"/>
              <a:gd name="connsiteY22" fmla="*/ 207643 h 476105"/>
              <a:gd name="connsiteX23" fmla="*/ 575785 w 606298"/>
              <a:gd name="connsiteY23" fmla="*/ 207643 h 476105"/>
              <a:gd name="connsiteX24" fmla="*/ 606298 w 606298"/>
              <a:gd name="connsiteY24" fmla="*/ 238006 h 476105"/>
              <a:gd name="connsiteX25" fmla="*/ 575785 w 606298"/>
              <a:gd name="connsiteY25" fmla="*/ 268369 h 476105"/>
              <a:gd name="connsiteX26" fmla="*/ 460370 w 606298"/>
              <a:gd name="connsiteY26" fmla="*/ 268369 h 476105"/>
              <a:gd name="connsiteX27" fmla="*/ 460370 w 606298"/>
              <a:gd name="connsiteY27" fmla="*/ 276006 h 476105"/>
              <a:gd name="connsiteX28" fmla="*/ 442671 w 606298"/>
              <a:gd name="connsiteY28" fmla="*/ 293764 h 476105"/>
              <a:gd name="connsiteX29" fmla="*/ 322185 w 606298"/>
              <a:gd name="connsiteY29" fmla="*/ 293764 h 476105"/>
              <a:gd name="connsiteX30" fmla="*/ 304394 w 606298"/>
              <a:gd name="connsiteY30" fmla="*/ 276006 h 476105"/>
              <a:gd name="connsiteX31" fmla="*/ 304394 w 606298"/>
              <a:gd name="connsiteY31" fmla="*/ 268369 h 476105"/>
              <a:gd name="connsiteX32" fmla="*/ 30421 w 606298"/>
              <a:gd name="connsiteY32" fmla="*/ 268369 h 476105"/>
              <a:gd name="connsiteX33" fmla="*/ 0 w 606298"/>
              <a:gd name="connsiteY33" fmla="*/ 238006 h 476105"/>
              <a:gd name="connsiteX34" fmla="*/ 30421 w 606298"/>
              <a:gd name="connsiteY34" fmla="*/ 207643 h 476105"/>
              <a:gd name="connsiteX35" fmla="*/ 304394 w 606298"/>
              <a:gd name="connsiteY35" fmla="*/ 207643 h 476105"/>
              <a:gd name="connsiteX36" fmla="*/ 304394 w 606298"/>
              <a:gd name="connsiteY36" fmla="*/ 200099 h 476105"/>
              <a:gd name="connsiteX37" fmla="*/ 322185 w 606298"/>
              <a:gd name="connsiteY37" fmla="*/ 182341 h 476105"/>
              <a:gd name="connsiteX38" fmla="*/ 109055 w 606298"/>
              <a:gd name="connsiteY38" fmla="*/ 0 h 476105"/>
              <a:gd name="connsiteX39" fmla="*/ 229540 w 606298"/>
              <a:gd name="connsiteY39" fmla="*/ 0 h 476105"/>
              <a:gd name="connsiteX40" fmla="*/ 247331 w 606298"/>
              <a:gd name="connsiteY40" fmla="*/ 17669 h 476105"/>
              <a:gd name="connsiteX41" fmla="*/ 247331 w 606298"/>
              <a:gd name="connsiteY41" fmla="*/ 25307 h 476105"/>
              <a:gd name="connsiteX42" fmla="*/ 575785 w 606298"/>
              <a:gd name="connsiteY42" fmla="*/ 25307 h 476105"/>
              <a:gd name="connsiteX43" fmla="*/ 606298 w 606298"/>
              <a:gd name="connsiteY43" fmla="*/ 55676 h 476105"/>
              <a:gd name="connsiteX44" fmla="*/ 575785 w 606298"/>
              <a:gd name="connsiteY44" fmla="*/ 86045 h 476105"/>
              <a:gd name="connsiteX45" fmla="*/ 247331 w 606298"/>
              <a:gd name="connsiteY45" fmla="*/ 86045 h 476105"/>
              <a:gd name="connsiteX46" fmla="*/ 247331 w 606298"/>
              <a:gd name="connsiteY46" fmla="*/ 93683 h 476105"/>
              <a:gd name="connsiteX47" fmla="*/ 229540 w 606298"/>
              <a:gd name="connsiteY47" fmla="*/ 111352 h 476105"/>
              <a:gd name="connsiteX48" fmla="*/ 109055 w 606298"/>
              <a:gd name="connsiteY48" fmla="*/ 111352 h 476105"/>
              <a:gd name="connsiteX49" fmla="*/ 91355 w 606298"/>
              <a:gd name="connsiteY49" fmla="*/ 93683 h 476105"/>
              <a:gd name="connsiteX50" fmla="*/ 91355 w 606298"/>
              <a:gd name="connsiteY50" fmla="*/ 86045 h 476105"/>
              <a:gd name="connsiteX51" fmla="*/ 30421 w 606298"/>
              <a:gd name="connsiteY51" fmla="*/ 86045 h 476105"/>
              <a:gd name="connsiteX52" fmla="*/ 0 w 606298"/>
              <a:gd name="connsiteY52" fmla="*/ 55676 h 476105"/>
              <a:gd name="connsiteX53" fmla="*/ 30421 w 606298"/>
              <a:gd name="connsiteY53" fmla="*/ 25307 h 476105"/>
              <a:gd name="connsiteX54" fmla="*/ 91355 w 606298"/>
              <a:gd name="connsiteY54" fmla="*/ 25307 h 476105"/>
              <a:gd name="connsiteX55" fmla="*/ 91355 w 606298"/>
              <a:gd name="connsiteY55" fmla="*/ 17669 h 476105"/>
              <a:gd name="connsiteX56" fmla="*/ 109055 w 606298"/>
              <a:gd name="connsiteY56" fmla="*/ 0 h 476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606298" h="476105">
                <a:moveTo>
                  <a:pt x="187043" y="364682"/>
                </a:moveTo>
                <a:lnTo>
                  <a:pt x="307528" y="364682"/>
                </a:lnTo>
                <a:cubicBezTo>
                  <a:pt x="317392" y="364682"/>
                  <a:pt x="325320" y="372595"/>
                  <a:pt x="325320" y="382440"/>
                </a:cubicBezTo>
                <a:lnTo>
                  <a:pt x="325320" y="389984"/>
                </a:lnTo>
                <a:lnTo>
                  <a:pt x="575785" y="389984"/>
                </a:lnTo>
                <a:cubicBezTo>
                  <a:pt x="592655" y="389984"/>
                  <a:pt x="606298" y="403602"/>
                  <a:pt x="606298" y="420440"/>
                </a:cubicBezTo>
                <a:cubicBezTo>
                  <a:pt x="606298" y="437185"/>
                  <a:pt x="592655" y="450803"/>
                  <a:pt x="575785" y="450803"/>
                </a:cubicBezTo>
                <a:lnTo>
                  <a:pt x="325320" y="450803"/>
                </a:lnTo>
                <a:lnTo>
                  <a:pt x="325320" y="458347"/>
                </a:lnTo>
                <a:cubicBezTo>
                  <a:pt x="325320" y="468192"/>
                  <a:pt x="317392" y="476105"/>
                  <a:pt x="307528" y="476105"/>
                </a:cubicBezTo>
                <a:lnTo>
                  <a:pt x="187043" y="476105"/>
                </a:lnTo>
                <a:cubicBezTo>
                  <a:pt x="177271" y="476105"/>
                  <a:pt x="169343" y="468192"/>
                  <a:pt x="169343" y="458347"/>
                </a:cubicBezTo>
                <a:lnTo>
                  <a:pt x="169343" y="450803"/>
                </a:lnTo>
                <a:lnTo>
                  <a:pt x="30421" y="450803"/>
                </a:lnTo>
                <a:cubicBezTo>
                  <a:pt x="13644" y="450803"/>
                  <a:pt x="0" y="437185"/>
                  <a:pt x="0" y="420440"/>
                </a:cubicBezTo>
                <a:cubicBezTo>
                  <a:pt x="0" y="403602"/>
                  <a:pt x="13644" y="389984"/>
                  <a:pt x="30421" y="389984"/>
                </a:cubicBezTo>
                <a:lnTo>
                  <a:pt x="169343" y="389984"/>
                </a:lnTo>
                <a:lnTo>
                  <a:pt x="169343" y="382440"/>
                </a:lnTo>
                <a:cubicBezTo>
                  <a:pt x="169343" y="372595"/>
                  <a:pt x="177271" y="364682"/>
                  <a:pt x="187043" y="364682"/>
                </a:cubicBezTo>
                <a:close/>
                <a:moveTo>
                  <a:pt x="322185" y="182341"/>
                </a:moveTo>
                <a:lnTo>
                  <a:pt x="442671" y="182341"/>
                </a:lnTo>
                <a:cubicBezTo>
                  <a:pt x="452442" y="182341"/>
                  <a:pt x="460370" y="190254"/>
                  <a:pt x="460370" y="200099"/>
                </a:cubicBezTo>
                <a:lnTo>
                  <a:pt x="460370" y="207643"/>
                </a:lnTo>
                <a:lnTo>
                  <a:pt x="575785" y="207643"/>
                </a:lnTo>
                <a:cubicBezTo>
                  <a:pt x="592655" y="207643"/>
                  <a:pt x="606298" y="221261"/>
                  <a:pt x="606298" y="238006"/>
                </a:cubicBezTo>
                <a:cubicBezTo>
                  <a:pt x="606298" y="254844"/>
                  <a:pt x="592655" y="268369"/>
                  <a:pt x="575785" y="268369"/>
                </a:cubicBezTo>
                <a:lnTo>
                  <a:pt x="460370" y="268369"/>
                </a:lnTo>
                <a:lnTo>
                  <a:pt x="460370" y="276006"/>
                </a:lnTo>
                <a:cubicBezTo>
                  <a:pt x="460370" y="285759"/>
                  <a:pt x="452442" y="293764"/>
                  <a:pt x="442671" y="293764"/>
                </a:cubicBezTo>
                <a:lnTo>
                  <a:pt x="322185" y="293764"/>
                </a:lnTo>
                <a:cubicBezTo>
                  <a:pt x="312322" y="293764"/>
                  <a:pt x="304394" y="285759"/>
                  <a:pt x="304394" y="276006"/>
                </a:cubicBezTo>
                <a:lnTo>
                  <a:pt x="304394" y="268369"/>
                </a:lnTo>
                <a:lnTo>
                  <a:pt x="30421" y="268369"/>
                </a:lnTo>
                <a:cubicBezTo>
                  <a:pt x="13644" y="268369"/>
                  <a:pt x="0" y="254844"/>
                  <a:pt x="0" y="238006"/>
                </a:cubicBezTo>
                <a:cubicBezTo>
                  <a:pt x="0" y="221261"/>
                  <a:pt x="13644" y="207643"/>
                  <a:pt x="30421" y="207643"/>
                </a:cubicBezTo>
                <a:lnTo>
                  <a:pt x="304394" y="207643"/>
                </a:lnTo>
                <a:lnTo>
                  <a:pt x="304394" y="200099"/>
                </a:lnTo>
                <a:cubicBezTo>
                  <a:pt x="304394" y="190254"/>
                  <a:pt x="312322" y="182341"/>
                  <a:pt x="322185" y="182341"/>
                </a:cubicBezTo>
                <a:close/>
                <a:moveTo>
                  <a:pt x="109055" y="0"/>
                </a:moveTo>
                <a:lnTo>
                  <a:pt x="229540" y="0"/>
                </a:lnTo>
                <a:cubicBezTo>
                  <a:pt x="239404" y="0"/>
                  <a:pt x="247331" y="7914"/>
                  <a:pt x="247331" y="17669"/>
                </a:cubicBezTo>
                <a:lnTo>
                  <a:pt x="247331" y="25307"/>
                </a:lnTo>
                <a:lnTo>
                  <a:pt x="575785" y="25307"/>
                </a:lnTo>
                <a:cubicBezTo>
                  <a:pt x="592655" y="25307"/>
                  <a:pt x="606298" y="38927"/>
                  <a:pt x="606298" y="55676"/>
                </a:cubicBezTo>
                <a:cubicBezTo>
                  <a:pt x="606298" y="72425"/>
                  <a:pt x="592655" y="86045"/>
                  <a:pt x="575785" y="86045"/>
                </a:cubicBezTo>
                <a:lnTo>
                  <a:pt x="247331" y="86045"/>
                </a:lnTo>
                <a:lnTo>
                  <a:pt x="247331" y="93683"/>
                </a:lnTo>
                <a:cubicBezTo>
                  <a:pt x="247331" y="103438"/>
                  <a:pt x="239404" y="111352"/>
                  <a:pt x="229540" y="111352"/>
                </a:cubicBezTo>
                <a:lnTo>
                  <a:pt x="109055" y="111352"/>
                </a:lnTo>
                <a:cubicBezTo>
                  <a:pt x="99283" y="111352"/>
                  <a:pt x="91355" y="103438"/>
                  <a:pt x="91355" y="93683"/>
                </a:cubicBezTo>
                <a:lnTo>
                  <a:pt x="91355" y="86045"/>
                </a:lnTo>
                <a:lnTo>
                  <a:pt x="30421" y="86045"/>
                </a:lnTo>
                <a:cubicBezTo>
                  <a:pt x="13644" y="86045"/>
                  <a:pt x="0" y="72425"/>
                  <a:pt x="0" y="55676"/>
                </a:cubicBezTo>
                <a:cubicBezTo>
                  <a:pt x="0" y="38927"/>
                  <a:pt x="13644" y="25307"/>
                  <a:pt x="30421" y="25307"/>
                </a:cubicBezTo>
                <a:lnTo>
                  <a:pt x="91355" y="25307"/>
                </a:lnTo>
                <a:lnTo>
                  <a:pt x="91355" y="17669"/>
                </a:lnTo>
                <a:cubicBezTo>
                  <a:pt x="91355" y="7914"/>
                  <a:pt x="99283" y="0"/>
                  <a:pt x="109055" y="0"/>
                </a:cubicBezTo>
                <a:close/>
              </a:path>
            </a:pathLst>
          </a:custGeom>
          <a:solidFill>
            <a:schemeClr val="bg1"/>
          </a:solidFill>
          <a:ln>
            <a:noFill/>
          </a:ln>
        </p:spPr>
      </p:sp>
      <p:sp>
        <p:nvSpPr>
          <p:cNvPr id="71" name="menu_159761">
            <a:extLst>
              <a:ext uri="{FF2B5EF4-FFF2-40B4-BE49-F238E27FC236}">
                <a16:creationId xmlns:a16="http://schemas.microsoft.com/office/drawing/2014/main" id="{55EC188F-C106-4D91-8E18-0265714B2FD0}"/>
              </a:ext>
            </a:extLst>
          </p:cNvPr>
          <p:cNvSpPr>
            <a:spLocks noChangeAspect="1"/>
          </p:cNvSpPr>
          <p:nvPr/>
        </p:nvSpPr>
        <p:spPr bwMode="auto">
          <a:xfrm>
            <a:off x="9165222" y="2853623"/>
            <a:ext cx="253584" cy="253198"/>
          </a:xfrm>
          <a:custGeom>
            <a:avLst/>
            <a:gdLst>
              <a:gd name="connsiteX0" fmla="*/ 387180 w 602346"/>
              <a:gd name="connsiteY0" fmla="*/ 343654 h 601429"/>
              <a:gd name="connsiteX1" fmla="*/ 559313 w 602346"/>
              <a:gd name="connsiteY1" fmla="*/ 343654 h 601429"/>
              <a:gd name="connsiteX2" fmla="*/ 602346 w 602346"/>
              <a:gd name="connsiteY2" fmla="*/ 386617 h 601429"/>
              <a:gd name="connsiteX3" fmla="*/ 602346 w 602346"/>
              <a:gd name="connsiteY3" fmla="*/ 558467 h 601429"/>
              <a:gd name="connsiteX4" fmla="*/ 559313 w 602346"/>
              <a:gd name="connsiteY4" fmla="*/ 601429 h 601429"/>
              <a:gd name="connsiteX5" fmla="*/ 387180 w 602346"/>
              <a:gd name="connsiteY5" fmla="*/ 601429 h 601429"/>
              <a:gd name="connsiteX6" fmla="*/ 344147 w 602346"/>
              <a:gd name="connsiteY6" fmla="*/ 558467 h 601429"/>
              <a:gd name="connsiteX7" fmla="*/ 344147 w 602346"/>
              <a:gd name="connsiteY7" fmla="*/ 386617 h 601429"/>
              <a:gd name="connsiteX8" fmla="*/ 387180 w 602346"/>
              <a:gd name="connsiteY8" fmla="*/ 343654 h 601429"/>
              <a:gd name="connsiteX9" fmla="*/ 43021 w 602346"/>
              <a:gd name="connsiteY9" fmla="*/ 343654 h 601429"/>
              <a:gd name="connsiteX10" fmla="*/ 215107 w 602346"/>
              <a:gd name="connsiteY10" fmla="*/ 343654 h 601429"/>
              <a:gd name="connsiteX11" fmla="*/ 258128 w 602346"/>
              <a:gd name="connsiteY11" fmla="*/ 386617 h 601429"/>
              <a:gd name="connsiteX12" fmla="*/ 258128 w 602346"/>
              <a:gd name="connsiteY12" fmla="*/ 558467 h 601429"/>
              <a:gd name="connsiteX13" fmla="*/ 215107 w 602346"/>
              <a:gd name="connsiteY13" fmla="*/ 601429 h 601429"/>
              <a:gd name="connsiteX14" fmla="*/ 43021 w 602346"/>
              <a:gd name="connsiteY14" fmla="*/ 601429 h 601429"/>
              <a:gd name="connsiteX15" fmla="*/ 0 w 602346"/>
              <a:gd name="connsiteY15" fmla="*/ 558467 h 601429"/>
              <a:gd name="connsiteX16" fmla="*/ 0 w 602346"/>
              <a:gd name="connsiteY16" fmla="*/ 386617 h 601429"/>
              <a:gd name="connsiteX17" fmla="*/ 43021 w 602346"/>
              <a:gd name="connsiteY17" fmla="*/ 343654 h 601429"/>
              <a:gd name="connsiteX18" fmla="*/ 387180 w 602346"/>
              <a:gd name="connsiteY18" fmla="*/ 0 h 601429"/>
              <a:gd name="connsiteX19" fmla="*/ 559313 w 602346"/>
              <a:gd name="connsiteY19" fmla="*/ 0 h 601429"/>
              <a:gd name="connsiteX20" fmla="*/ 602346 w 602346"/>
              <a:gd name="connsiteY20" fmla="*/ 42963 h 601429"/>
              <a:gd name="connsiteX21" fmla="*/ 602346 w 602346"/>
              <a:gd name="connsiteY21" fmla="*/ 214813 h 601429"/>
              <a:gd name="connsiteX22" fmla="*/ 559313 w 602346"/>
              <a:gd name="connsiteY22" fmla="*/ 257775 h 601429"/>
              <a:gd name="connsiteX23" fmla="*/ 387180 w 602346"/>
              <a:gd name="connsiteY23" fmla="*/ 257775 h 601429"/>
              <a:gd name="connsiteX24" fmla="*/ 344147 w 602346"/>
              <a:gd name="connsiteY24" fmla="*/ 214813 h 601429"/>
              <a:gd name="connsiteX25" fmla="*/ 344147 w 602346"/>
              <a:gd name="connsiteY25" fmla="*/ 42963 h 601429"/>
              <a:gd name="connsiteX26" fmla="*/ 387180 w 602346"/>
              <a:gd name="connsiteY26" fmla="*/ 0 h 601429"/>
              <a:gd name="connsiteX27" fmla="*/ 43021 w 602346"/>
              <a:gd name="connsiteY27" fmla="*/ 0 h 601429"/>
              <a:gd name="connsiteX28" fmla="*/ 215107 w 602346"/>
              <a:gd name="connsiteY28" fmla="*/ 0 h 601429"/>
              <a:gd name="connsiteX29" fmla="*/ 258128 w 602346"/>
              <a:gd name="connsiteY29" fmla="*/ 42963 h 601429"/>
              <a:gd name="connsiteX30" fmla="*/ 258128 w 602346"/>
              <a:gd name="connsiteY30" fmla="*/ 214813 h 601429"/>
              <a:gd name="connsiteX31" fmla="*/ 215107 w 602346"/>
              <a:gd name="connsiteY31" fmla="*/ 257775 h 601429"/>
              <a:gd name="connsiteX32" fmla="*/ 43021 w 602346"/>
              <a:gd name="connsiteY32" fmla="*/ 257775 h 601429"/>
              <a:gd name="connsiteX33" fmla="*/ 0 w 602346"/>
              <a:gd name="connsiteY33" fmla="*/ 214813 h 601429"/>
              <a:gd name="connsiteX34" fmla="*/ 0 w 602346"/>
              <a:gd name="connsiteY34" fmla="*/ 42963 h 601429"/>
              <a:gd name="connsiteX35" fmla="*/ 43021 w 602346"/>
              <a:gd name="connsiteY35" fmla="*/ 0 h 601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02346" h="601429">
                <a:moveTo>
                  <a:pt x="387180" y="343654"/>
                </a:moveTo>
                <a:lnTo>
                  <a:pt x="559313" y="343654"/>
                </a:lnTo>
                <a:cubicBezTo>
                  <a:pt x="582981" y="343654"/>
                  <a:pt x="602346" y="362987"/>
                  <a:pt x="602346" y="386617"/>
                </a:cubicBezTo>
                <a:lnTo>
                  <a:pt x="602346" y="558467"/>
                </a:lnTo>
                <a:cubicBezTo>
                  <a:pt x="602346" y="582096"/>
                  <a:pt x="582981" y="601429"/>
                  <a:pt x="559313" y="601429"/>
                </a:cubicBezTo>
                <a:lnTo>
                  <a:pt x="387180" y="601429"/>
                </a:lnTo>
                <a:cubicBezTo>
                  <a:pt x="363512" y="601429"/>
                  <a:pt x="344147" y="582096"/>
                  <a:pt x="344147" y="558467"/>
                </a:cubicBezTo>
                <a:lnTo>
                  <a:pt x="344147" y="386617"/>
                </a:lnTo>
                <a:cubicBezTo>
                  <a:pt x="344147" y="362987"/>
                  <a:pt x="363512" y="343654"/>
                  <a:pt x="387180" y="343654"/>
                </a:cubicBezTo>
                <a:close/>
                <a:moveTo>
                  <a:pt x="43021" y="343654"/>
                </a:moveTo>
                <a:lnTo>
                  <a:pt x="215107" y="343654"/>
                </a:lnTo>
                <a:cubicBezTo>
                  <a:pt x="238768" y="343654"/>
                  <a:pt x="258128" y="362987"/>
                  <a:pt x="258128" y="386617"/>
                </a:cubicBezTo>
                <a:lnTo>
                  <a:pt x="258128" y="558467"/>
                </a:lnTo>
                <a:cubicBezTo>
                  <a:pt x="258128" y="582096"/>
                  <a:pt x="238768" y="601429"/>
                  <a:pt x="215107" y="601429"/>
                </a:cubicBezTo>
                <a:lnTo>
                  <a:pt x="43021" y="601429"/>
                </a:lnTo>
                <a:cubicBezTo>
                  <a:pt x="19360" y="601429"/>
                  <a:pt x="0" y="582096"/>
                  <a:pt x="0" y="558467"/>
                </a:cubicBezTo>
                <a:lnTo>
                  <a:pt x="0" y="386617"/>
                </a:lnTo>
                <a:cubicBezTo>
                  <a:pt x="0" y="362987"/>
                  <a:pt x="19360" y="343654"/>
                  <a:pt x="43021" y="343654"/>
                </a:cubicBezTo>
                <a:close/>
                <a:moveTo>
                  <a:pt x="387180" y="0"/>
                </a:moveTo>
                <a:lnTo>
                  <a:pt x="559313" y="0"/>
                </a:lnTo>
                <a:cubicBezTo>
                  <a:pt x="582981" y="0"/>
                  <a:pt x="602346" y="19333"/>
                  <a:pt x="602346" y="42963"/>
                </a:cubicBezTo>
                <a:lnTo>
                  <a:pt x="602346" y="214813"/>
                </a:lnTo>
                <a:cubicBezTo>
                  <a:pt x="602346" y="238442"/>
                  <a:pt x="582981" y="257775"/>
                  <a:pt x="559313" y="257775"/>
                </a:cubicBezTo>
                <a:lnTo>
                  <a:pt x="387180" y="257775"/>
                </a:lnTo>
                <a:cubicBezTo>
                  <a:pt x="363512" y="257775"/>
                  <a:pt x="344147" y="238442"/>
                  <a:pt x="344147" y="214813"/>
                </a:cubicBezTo>
                <a:lnTo>
                  <a:pt x="344147" y="42963"/>
                </a:lnTo>
                <a:cubicBezTo>
                  <a:pt x="344147" y="19333"/>
                  <a:pt x="363512" y="0"/>
                  <a:pt x="387180" y="0"/>
                </a:cubicBezTo>
                <a:close/>
                <a:moveTo>
                  <a:pt x="43021" y="0"/>
                </a:moveTo>
                <a:lnTo>
                  <a:pt x="215107" y="0"/>
                </a:lnTo>
                <a:cubicBezTo>
                  <a:pt x="238768" y="0"/>
                  <a:pt x="258128" y="19333"/>
                  <a:pt x="258128" y="42963"/>
                </a:cubicBezTo>
                <a:lnTo>
                  <a:pt x="258128" y="214813"/>
                </a:lnTo>
                <a:cubicBezTo>
                  <a:pt x="258128" y="238442"/>
                  <a:pt x="238768" y="257775"/>
                  <a:pt x="215107" y="257775"/>
                </a:cubicBezTo>
                <a:lnTo>
                  <a:pt x="43021" y="257775"/>
                </a:lnTo>
                <a:cubicBezTo>
                  <a:pt x="19360" y="257775"/>
                  <a:pt x="0" y="238442"/>
                  <a:pt x="0" y="214813"/>
                </a:cubicBezTo>
                <a:lnTo>
                  <a:pt x="0" y="42963"/>
                </a:lnTo>
                <a:cubicBezTo>
                  <a:pt x="0" y="19333"/>
                  <a:pt x="19360" y="0"/>
                  <a:pt x="43021" y="0"/>
                </a:cubicBezTo>
                <a:close/>
              </a:path>
            </a:pathLst>
          </a:custGeom>
          <a:solidFill>
            <a:schemeClr val="bg1"/>
          </a:solidFill>
          <a:ln>
            <a:noFill/>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spTree>
    <p:extLst>
      <p:ext uri="{BB962C8B-B14F-4D97-AF65-F5344CB8AC3E}">
        <p14:creationId xmlns:p14="http://schemas.microsoft.com/office/powerpoint/2010/main" val="1046084291"/>
      </p:ext>
    </p:extLst>
  </p:cSld>
  <p:clrMapOvr>
    <a:masterClrMapping/>
  </p:clrMapOvr>
  <p:transition spd="med">
    <p:pull/>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一段一图</a:t>
            </a:r>
          </a:p>
        </p:txBody>
      </p:sp>
      <p:sp>
        <p:nvSpPr>
          <p:cNvPr id="3" name="矩形 2">
            <a:extLst>
              <a:ext uri="{FF2B5EF4-FFF2-40B4-BE49-F238E27FC236}">
                <a16:creationId xmlns:a16="http://schemas.microsoft.com/office/drawing/2014/main" id="{03A2DB49-A34F-415C-BDCB-6167DF90484C}"/>
              </a:ext>
            </a:extLst>
          </p:cNvPr>
          <p:cNvSpPr/>
          <p:nvPr/>
        </p:nvSpPr>
        <p:spPr>
          <a:xfrm>
            <a:off x="660400" y="1026788"/>
            <a:ext cx="10858500" cy="5003800"/>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pic>
        <p:nvPicPr>
          <p:cNvPr id="4" name="图片 3">
            <a:extLst>
              <a:ext uri="{FF2B5EF4-FFF2-40B4-BE49-F238E27FC236}">
                <a16:creationId xmlns:a16="http://schemas.microsoft.com/office/drawing/2014/main" id="{AC23C30C-E821-4097-B27E-D8B1FA0FA6D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1"/>
          <a:stretch/>
        </p:blipFill>
        <p:spPr>
          <a:xfrm>
            <a:off x="5312645" y="1026788"/>
            <a:ext cx="6206255" cy="5003793"/>
          </a:xfrm>
          <a:prstGeom prst="rect">
            <a:avLst/>
          </a:prstGeom>
        </p:spPr>
      </p:pic>
      <p:sp>
        <p:nvSpPr>
          <p:cNvPr id="5" name="文本框 4">
            <a:extLst>
              <a:ext uri="{FF2B5EF4-FFF2-40B4-BE49-F238E27FC236}">
                <a16:creationId xmlns:a16="http://schemas.microsoft.com/office/drawing/2014/main" id="{783EB24E-FE0D-4498-8616-DAE4D7B97315}"/>
              </a:ext>
            </a:extLst>
          </p:cNvPr>
          <p:cNvSpPr txBox="1"/>
          <p:nvPr/>
        </p:nvSpPr>
        <p:spPr>
          <a:xfrm>
            <a:off x="1139788" y="1866432"/>
            <a:ext cx="3807349" cy="722249"/>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40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在此输入标题</a:t>
            </a:r>
          </a:p>
        </p:txBody>
      </p:sp>
      <p:sp>
        <p:nvSpPr>
          <p:cNvPr id="6" name="文本框 5">
            <a:extLst>
              <a:ext uri="{FF2B5EF4-FFF2-40B4-BE49-F238E27FC236}">
                <a16:creationId xmlns:a16="http://schemas.microsoft.com/office/drawing/2014/main" id="{4EB6D056-BA36-4095-8BCC-5DBB420ACAD9}"/>
              </a:ext>
            </a:extLst>
          </p:cNvPr>
          <p:cNvSpPr txBox="1"/>
          <p:nvPr/>
        </p:nvSpPr>
        <p:spPr>
          <a:xfrm>
            <a:off x="1139789" y="2797274"/>
            <a:ext cx="3690136" cy="2520690"/>
          </a:xfrm>
          <a:prstGeom prst="rect">
            <a:avLst/>
          </a:prstGeom>
          <a:noFill/>
        </p:spPr>
        <p:txBody>
          <a:bodyPr wrap="square" lIns="0" tIns="0" rIns="0" bIns="0"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这是图文介绍的一页，右面的图可以替换，把图删了然后单击插入图片，放入你所需要的图裁剪到合适的大小就可以了。图文要匹配，如果图片清晰无水印表意明确，将会更美观，感谢你阅读到了这里</a:t>
            </a:r>
          </a:p>
        </p:txBody>
      </p:sp>
      <p:cxnSp>
        <p:nvCxnSpPr>
          <p:cNvPr id="7" name="直接连接符 6">
            <a:extLst>
              <a:ext uri="{FF2B5EF4-FFF2-40B4-BE49-F238E27FC236}">
                <a16:creationId xmlns:a16="http://schemas.microsoft.com/office/drawing/2014/main" id="{6DAE3BEC-0D40-461A-A5E2-07A3B7AD813B}"/>
              </a:ext>
            </a:extLst>
          </p:cNvPr>
          <p:cNvCxnSpPr>
            <a:cxnSpLocks/>
          </p:cNvCxnSpPr>
          <p:nvPr/>
        </p:nvCxnSpPr>
        <p:spPr>
          <a:xfrm>
            <a:off x="1121924" y="2661234"/>
            <a:ext cx="3708000" cy="0"/>
          </a:xfrm>
          <a:prstGeom prst="line">
            <a:avLst/>
          </a:prstGeom>
          <a:ln w="28575">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2934098"/>
      </p:ext>
    </p:extLst>
  </p:cSld>
  <p:clrMapOvr>
    <a:masterClrMapping/>
  </p:clrMapOvr>
  <p:transition spd="med">
    <p:pull/>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一段一图</a:t>
            </a:r>
          </a:p>
        </p:txBody>
      </p:sp>
      <p:sp>
        <p:nvSpPr>
          <p:cNvPr id="3" name="矩形 2">
            <a:extLst>
              <a:ext uri="{FF2B5EF4-FFF2-40B4-BE49-F238E27FC236}">
                <a16:creationId xmlns:a16="http://schemas.microsoft.com/office/drawing/2014/main" id="{99ADA82B-83D2-48F0-A550-9D9BDCF57FDE}"/>
              </a:ext>
            </a:extLst>
          </p:cNvPr>
          <p:cNvSpPr/>
          <p:nvPr/>
        </p:nvSpPr>
        <p:spPr>
          <a:xfrm>
            <a:off x="660400" y="1571760"/>
            <a:ext cx="10858500" cy="391384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pic>
        <p:nvPicPr>
          <p:cNvPr id="4" name="图片 3">
            <a:extLst>
              <a:ext uri="{FF2B5EF4-FFF2-40B4-BE49-F238E27FC236}">
                <a16:creationId xmlns:a16="http://schemas.microsoft.com/office/drawing/2014/main" id="{DD3B71CE-B391-4108-BA64-9B4BD92B096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765898" y="1571760"/>
            <a:ext cx="5362808" cy="3913846"/>
          </a:xfrm>
          <a:prstGeom prst="rect">
            <a:avLst/>
          </a:prstGeom>
        </p:spPr>
      </p:pic>
      <p:sp>
        <p:nvSpPr>
          <p:cNvPr id="5" name="文本框 4">
            <a:extLst>
              <a:ext uri="{FF2B5EF4-FFF2-40B4-BE49-F238E27FC236}">
                <a16:creationId xmlns:a16="http://schemas.microsoft.com/office/drawing/2014/main" id="{08B56156-A3AA-4FFB-B931-CAAEC09043C2}"/>
              </a:ext>
            </a:extLst>
          </p:cNvPr>
          <p:cNvSpPr txBox="1"/>
          <p:nvPr/>
        </p:nvSpPr>
        <p:spPr>
          <a:xfrm>
            <a:off x="6828092" y="1925736"/>
            <a:ext cx="4230700" cy="631526"/>
          </a:xfrm>
          <a:prstGeom prst="roundRect">
            <a:avLst>
              <a:gd name="adj" fmla="val 0"/>
            </a:avLst>
          </a:prstGeom>
          <a:noFill/>
          <a:ln>
            <a:noFill/>
          </a:ln>
        </p:spPr>
        <p:txBody>
          <a:bodyPr wrap="square" lIns="0" tIns="0" rIns="0" bIns="0" rtlCol="0" anchor="t" anchorCtr="0">
            <a:no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4000" b="1"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在此输入标题</a:t>
            </a:r>
          </a:p>
        </p:txBody>
      </p:sp>
      <p:sp>
        <p:nvSpPr>
          <p:cNvPr id="6" name="文本框 5">
            <a:extLst>
              <a:ext uri="{FF2B5EF4-FFF2-40B4-BE49-F238E27FC236}">
                <a16:creationId xmlns:a16="http://schemas.microsoft.com/office/drawing/2014/main" id="{E16B8B4F-D51D-4838-A10F-4D88DEC2D300}"/>
              </a:ext>
            </a:extLst>
          </p:cNvPr>
          <p:cNvSpPr txBox="1"/>
          <p:nvPr/>
        </p:nvSpPr>
        <p:spPr>
          <a:xfrm>
            <a:off x="6810405" y="2863652"/>
            <a:ext cx="4248387" cy="2125069"/>
          </a:xfrm>
          <a:prstGeom prst="rect">
            <a:avLst/>
          </a:prstGeom>
          <a:noFill/>
        </p:spPr>
        <p:txBody>
          <a:bodyPr wrap="square" lIns="0" tIns="0" rIns="0" bIns="0"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这是图文介绍的一页，右面的图可以替换，把图删了然后单击插入图片，放入你所需要的图裁剪到合适的大小就可以了。图文要匹配，如果图片清晰无水印表意明确还带有一点蓝色，将会更美观。</a:t>
            </a:r>
          </a:p>
        </p:txBody>
      </p:sp>
      <p:sp>
        <p:nvSpPr>
          <p:cNvPr id="7" name="等腰三角形 6">
            <a:extLst>
              <a:ext uri="{FF2B5EF4-FFF2-40B4-BE49-F238E27FC236}">
                <a16:creationId xmlns:a16="http://schemas.microsoft.com/office/drawing/2014/main" id="{AB00999B-7E9F-474A-A1B5-C48517C7E69C}"/>
              </a:ext>
            </a:extLst>
          </p:cNvPr>
          <p:cNvSpPr/>
          <p:nvPr/>
        </p:nvSpPr>
        <p:spPr>
          <a:xfrm rot="16200000" flipV="1">
            <a:off x="5958342" y="2081108"/>
            <a:ext cx="392979" cy="320783"/>
          </a:xfrm>
          <a:prstGeom prst="triangle">
            <a:avLst/>
          </a:prstGeom>
          <a:solidFill>
            <a:schemeClr val="bg1">
              <a:alpha val="82000"/>
            </a:schemeClr>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Tree>
    <p:extLst>
      <p:ext uri="{BB962C8B-B14F-4D97-AF65-F5344CB8AC3E}">
        <p14:creationId xmlns:p14="http://schemas.microsoft.com/office/powerpoint/2010/main" val="3369466081"/>
      </p:ext>
    </p:extLst>
  </p:cSld>
  <p:clrMapOvr>
    <a:masterClrMapping/>
  </p:clrMapOvr>
  <p:transition spd="med">
    <p:pull/>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一段一图</a:t>
            </a:r>
          </a:p>
        </p:txBody>
      </p:sp>
      <p:sp>
        <p:nvSpPr>
          <p:cNvPr id="8" name="矩形 7">
            <a:extLst>
              <a:ext uri="{FF2B5EF4-FFF2-40B4-BE49-F238E27FC236}">
                <a16:creationId xmlns:a16="http://schemas.microsoft.com/office/drawing/2014/main" id="{1146C583-4FC6-48D4-B5D5-04AD6013357F}"/>
              </a:ext>
            </a:extLst>
          </p:cNvPr>
          <p:cNvSpPr/>
          <p:nvPr/>
        </p:nvSpPr>
        <p:spPr>
          <a:xfrm>
            <a:off x="442914" y="2496630"/>
            <a:ext cx="11270173" cy="2398426"/>
          </a:xfrm>
          <a:prstGeom prst="rect">
            <a:avLst/>
          </a:prstGeom>
          <a:gradFill flip="none" rotWithShape="1">
            <a:gsLst>
              <a:gs pos="100000">
                <a:schemeClr val="accent1"/>
              </a:gs>
              <a:gs pos="0">
                <a:schemeClr val="accent1">
                  <a:lumMod val="7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9" name="文本框 8">
            <a:extLst>
              <a:ext uri="{FF2B5EF4-FFF2-40B4-BE49-F238E27FC236}">
                <a16:creationId xmlns:a16="http://schemas.microsoft.com/office/drawing/2014/main" id="{B0D354E4-5E0C-4227-9260-51FCB2F27172}"/>
              </a:ext>
            </a:extLst>
          </p:cNvPr>
          <p:cNvSpPr txBox="1"/>
          <p:nvPr/>
        </p:nvSpPr>
        <p:spPr>
          <a:xfrm>
            <a:off x="6174686" y="2636035"/>
            <a:ext cx="5418207" cy="2097890"/>
          </a:xfrm>
          <a:prstGeom prst="rect">
            <a:avLst/>
          </a:prstGeom>
          <a:noFill/>
          <a:ln>
            <a:solidFill>
              <a:schemeClr val="bg1">
                <a:lumMod val="85000"/>
                <a:alpha val="50000"/>
              </a:schemeClr>
            </a:solidFill>
          </a:ln>
        </p:spPr>
        <p:txBody>
          <a:bodyPr wrap="square" lIns="180000" tIns="180000" rIns="180000" bIns="180000" rtlCol="0" anchor="ctr" anchorCtr="0">
            <a:noAutofit/>
          </a:bodyPr>
          <a:lstStyle>
            <a:defPPr>
              <a:defRPr lang="zh-CN"/>
            </a:defPPr>
            <a:lvl1pPr>
              <a:lnSpc>
                <a:spcPct val="130000"/>
              </a:lnSpc>
              <a:defRPr spc="100">
                <a:solidFill>
                  <a:schemeClr val="tx1">
                    <a:lumMod val="75000"/>
                    <a:lumOff val="2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这是此模板设计师留下的一段内容这是此模板设计师留下的一段内容这是此模板设计师留下的一段内容这是此模板设计师留下的一段内容这是此模板设计师留下的一段内容这是此模板设计师留下的一段内容</a:t>
            </a:r>
          </a:p>
        </p:txBody>
      </p:sp>
      <p:sp>
        <p:nvSpPr>
          <p:cNvPr id="10" name="矩形: 圆角 93">
            <a:extLst>
              <a:ext uri="{FF2B5EF4-FFF2-40B4-BE49-F238E27FC236}">
                <a16:creationId xmlns:a16="http://schemas.microsoft.com/office/drawing/2014/main" id="{71899987-5CE6-4E24-90B4-EBDD3128D869}"/>
              </a:ext>
            </a:extLst>
          </p:cNvPr>
          <p:cNvSpPr/>
          <p:nvPr/>
        </p:nvSpPr>
        <p:spPr>
          <a:xfrm>
            <a:off x="6211455" y="1924534"/>
            <a:ext cx="3032502" cy="54375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0" normalizeH="0" baseline="0" noProof="0" dirty="0">
                <a:ln>
                  <a:noFill/>
                </a:ln>
                <a:solidFill>
                  <a:srgbClr val="A13F0B"/>
                </a:solidFill>
                <a:effectLst/>
                <a:uLnTx/>
                <a:uFillTx/>
                <a:latin typeface="微软雅黑"/>
                <a:ea typeface="微软雅黑"/>
                <a:cs typeface="+mn-cs"/>
              </a:rPr>
              <a:t>单击添加副标题</a:t>
            </a:r>
          </a:p>
        </p:txBody>
      </p:sp>
      <p:grpSp>
        <p:nvGrpSpPr>
          <p:cNvPr id="11" name="组合 10">
            <a:extLst>
              <a:ext uri="{FF2B5EF4-FFF2-40B4-BE49-F238E27FC236}">
                <a16:creationId xmlns:a16="http://schemas.microsoft.com/office/drawing/2014/main" id="{61BA3E40-D8E1-4191-92E0-05705FBE3ECA}"/>
              </a:ext>
            </a:extLst>
          </p:cNvPr>
          <p:cNvGrpSpPr/>
          <p:nvPr/>
        </p:nvGrpSpPr>
        <p:grpSpPr>
          <a:xfrm>
            <a:off x="10811838" y="5034461"/>
            <a:ext cx="937250" cy="175081"/>
            <a:chOff x="10802319" y="5357813"/>
            <a:chExt cx="937250" cy="175081"/>
          </a:xfrm>
        </p:grpSpPr>
        <p:cxnSp>
          <p:nvCxnSpPr>
            <p:cNvPr id="12" name="直接连接符 11">
              <a:extLst>
                <a:ext uri="{FF2B5EF4-FFF2-40B4-BE49-F238E27FC236}">
                  <a16:creationId xmlns:a16="http://schemas.microsoft.com/office/drawing/2014/main" id="{5F4041EA-9EB4-40AF-8BD3-1671128F9F4C}"/>
                </a:ext>
              </a:extLst>
            </p:cNvPr>
            <p:cNvCxnSpPr>
              <a:cxnSpLocks/>
            </p:cNvCxnSpPr>
            <p:nvPr/>
          </p:nvCxnSpPr>
          <p:spPr>
            <a:xfrm flipH="1">
              <a:off x="1080231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11E14C44-ADB3-47BA-9AFC-35936769149F}"/>
                </a:ext>
              </a:extLst>
            </p:cNvPr>
            <p:cNvCxnSpPr>
              <a:cxnSpLocks/>
            </p:cNvCxnSpPr>
            <p:nvPr/>
          </p:nvCxnSpPr>
          <p:spPr>
            <a:xfrm flipH="1">
              <a:off x="1089995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AC89FDA-7CA6-4716-A77E-D3B93C98A016}"/>
                </a:ext>
              </a:extLst>
            </p:cNvPr>
            <p:cNvCxnSpPr>
              <a:cxnSpLocks/>
            </p:cNvCxnSpPr>
            <p:nvPr/>
          </p:nvCxnSpPr>
          <p:spPr>
            <a:xfrm flipH="1">
              <a:off x="1099758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8936284F-31A7-4B48-977B-71183F6A79A4}"/>
                </a:ext>
              </a:extLst>
            </p:cNvPr>
            <p:cNvCxnSpPr>
              <a:cxnSpLocks/>
            </p:cNvCxnSpPr>
            <p:nvPr/>
          </p:nvCxnSpPr>
          <p:spPr>
            <a:xfrm flipH="1">
              <a:off x="1109521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4A5EAE44-C66F-4E0F-B19C-C8A9CA23F2CC}"/>
                </a:ext>
              </a:extLst>
            </p:cNvPr>
            <p:cNvCxnSpPr>
              <a:cxnSpLocks/>
            </p:cNvCxnSpPr>
            <p:nvPr/>
          </p:nvCxnSpPr>
          <p:spPr>
            <a:xfrm flipH="1">
              <a:off x="11192847"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8BA06B37-5E7C-40E0-9AF3-943F5CF000D6}"/>
                </a:ext>
              </a:extLst>
            </p:cNvPr>
            <p:cNvCxnSpPr>
              <a:cxnSpLocks/>
            </p:cNvCxnSpPr>
            <p:nvPr/>
          </p:nvCxnSpPr>
          <p:spPr>
            <a:xfrm flipH="1">
              <a:off x="11290479"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026236DB-0A8A-4EDB-B0AB-1D3E5A9F8EA7}"/>
                </a:ext>
              </a:extLst>
            </p:cNvPr>
            <p:cNvCxnSpPr>
              <a:cxnSpLocks/>
            </p:cNvCxnSpPr>
            <p:nvPr/>
          </p:nvCxnSpPr>
          <p:spPr>
            <a:xfrm flipH="1">
              <a:off x="11388111"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2C49F4B6-0BBC-4817-9F98-B837E321C082}"/>
                </a:ext>
              </a:extLst>
            </p:cNvPr>
            <p:cNvCxnSpPr>
              <a:cxnSpLocks/>
            </p:cNvCxnSpPr>
            <p:nvPr/>
          </p:nvCxnSpPr>
          <p:spPr>
            <a:xfrm flipH="1">
              <a:off x="11485743"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44715D70-543C-45F1-AE76-AB5BCE8F0C52}"/>
                </a:ext>
              </a:extLst>
            </p:cNvPr>
            <p:cNvCxnSpPr>
              <a:cxnSpLocks/>
            </p:cNvCxnSpPr>
            <p:nvPr/>
          </p:nvCxnSpPr>
          <p:spPr>
            <a:xfrm flipH="1">
              <a:off x="11583375" y="5357813"/>
              <a:ext cx="58562" cy="17508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96F1EEA1-01B4-4A82-BCC0-0E9DB2CA88B4}"/>
                </a:ext>
              </a:extLst>
            </p:cNvPr>
            <p:cNvCxnSpPr>
              <a:cxnSpLocks/>
            </p:cNvCxnSpPr>
            <p:nvPr/>
          </p:nvCxnSpPr>
          <p:spPr>
            <a:xfrm flipH="1">
              <a:off x="11681007" y="5357813"/>
              <a:ext cx="58562" cy="175081"/>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22" name="图片占位符 8">
            <a:extLst>
              <a:ext uri="{FF2B5EF4-FFF2-40B4-BE49-F238E27FC236}">
                <a16:creationId xmlns:a16="http://schemas.microsoft.com/office/drawing/2014/main" id="{386DA398-1945-4B91-B530-2195D23C84D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32455" y="1769782"/>
            <a:ext cx="5366064" cy="3579165"/>
          </a:xfrm>
          <a:custGeom>
            <a:avLst/>
            <a:gdLst>
              <a:gd name="connsiteX0" fmla="*/ 0 w 3370863"/>
              <a:gd name="connsiteY0" fmla="*/ 0 h 2238857"/>
              <a:gd name="connsiteX1" fmla="*/ 3370863 w 3370863"/>
              <a:gd name="connsiteY1" fmla="*/ 0 h 2238857"/>
              <a:gd name="connsiteX2" fmla="*/ 3370863 w 3370863"/>
              <a:gd name="connsiteY2" fmla="*/ 2238857 h 2238857"/>
              <a:gd name="connsiteX3" fmla="*/ 0 w 3370863"/>
              <a:gd name="connsiteY3" fmla="*/ 2238857 h 2238857"/>
            </a:gdLst>
            <a:ahLst/>
            <a:cxnLst>
              <a:cxn ang="0">
                <a:pos x="connsiteX0" y="connsiteY0"/>
              </a:cxn>
              <a:cxn ang="0">
                <a:pos x="connsiteX1" y="connsiteY1"/>
              </a:cxn>
              <a:cxn ang="0">
                <a:pos x="connsiteX2" y="connsiteY2"/>
              </a:cxn>
              <a:cxn ang="0">
                <a:pos x="connsiteX3" y="connsiteY3"/>
              </a:cxn>
            </a:cxnLst>
            <a:rect l="l" t="t" r="r" b="b"/>
            <a:pathLst>
              <a:path w="3370863" h="2238857">
                <a:moveTo>
                  <a:pt x="0" y="0"/>
                </a:moveTo>
                <a:lnTo>
                  <a:pt x="3370863" y="0"/>
                </a:lnTo>
                <a:lnTo>
                  <a:pt x="3370863" y="2238857"/>
                </a:lnTo>
                <a:lnTo>
                  <a:pt x="0" y="2238857"/>
                </a:lnTo>
                <a:close/>
              </a:path>
            </a:pathLst>
          </a:custGeom>
        </p:spPr>
      </p:pic>
      <p:sp>
        <p:nvSpPr>
          <p:cNvPr id="23" name="矩形 22">
            <a:extLst>
              <a:ext uri="{FF2B5EF4-FFF2-40B4-BE49-F238E27FC236}">
                <a16:creationId xmlns:a16="http://schemas.microsoft.com/office/drawing/2014/main" id="{C7930245-D8F2-45E5-8B42-5F1D09701BDF}"/>
              </a:ext>
            </a:extLst>
          </p:cNvPr>
          <p:cNvSpPr/>
          <p:nvPr/>
        </p:nvSpPr>
        <p:spPr>
          <a:xfrm>
            <a:off x="11713087" y="2496631"/>
            <a:ext cx="36000" cy="2398426"/>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Tree>
    <p:extLst>
      <p:ext uri="{BB962C8B-B14F-4D97-AF65-F5344CB8AC3E}">
        <p14:creationId xmlns:p14="http://schemas.microsoft.com/office/powerpoint/2010/main" val="3685523157"/>
      </p:ext>
    </p:extLst>
  </p:cSld>
  <p:clrMapOvr>
    <a:masterClrMapping/>
  </p:clrMapOvr>
  <p:transition spd="med">
    <p:pull/>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9427DADC-F2F2-44E1-84E0-7B4920748A87}"/>
              </a:ext>
            </a:extLst>
          </p:cNvPr>
          <p:cNvSpPr txBox="1"/>
          <p:nvPr/>
        </p:nvSpPr>
        <p:spPr>
          <a:xfrm>
            <a:off x="1290795" y="3822954"/>
            <a:ext cx="9610410" cy="1961050"/>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更改上面图片的方法：选中图片按删除键，点击图片占位符，插入你需要的图片即可，可以替换你需要的图。</a:t>
            </a:r>
            <a:endParaRPr kumimoji="0" lang="en-US" altLang="zh-CN" sz="20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endParaRPr>
          </a:p>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这是图文介绍的一页，上面的图可以替换，把图删了然后单击插入图片，放入你所需要的图裁剪到合适的大小就可以了。图文要匹配，如果图片清晰无水印表意明确还带有一点蓝色，将会更美观。</a:t>
            </a:r>
            <a:endParaRPr kumimoji="0" lang="en-US" altLang="zh-CN" sz="20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endParaRPr>
          </a:p>
        </p:txBody>
      </p:sp>
      <p:pic>
        <p:nvPicPr>
          <p:cNvPr id="15" name="图片占位符 3"/>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0" y="0"/>
            <a:ext cx="12191999" cy="4116388"/>
          </a:xfrm>
          <a:prstGeom prst="rect">
            <a:avLst/>
          </a:prstGeom>
        </p:spPr>
      </p:pic>
      <p:sp>
        <p:nvSpPr>
          <p:cNvPr id="16" name="矩形 15">
            <a:extLst>
              <a:ext uri="{FF2B5EF4-FFF2-40B4-BE49-F238E27FC236}">
                <a16:creationId xmlns:a16="http://schemas.microsoft.com/office/drawing/2014/main" id="{CA37852C-25CD-4C9B-8647-C23C26D85983}"/>
              </a:ext>
            </a:extLst>
          </p:cNvPr>
          <p:cNvSpPr/>
          <p:nvPr/>
        </p:nvSpPr>
        <p:spPr>
          <a:xfrm>
            <a:off x="660401" y="2731814"/>
            <a:ext cx="10858500" cy="3134867"/>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7" name="文本框">
            <a:extLst>
              <a:ext uri="{FF2B5EF4-FFF2-40B4-BE49-F238E27FC236}">
                <a16:creationId xmlns:a16="http://schemas.microsoft.com/office/drawing/2014/main" id="{1DA08249-D432-4C82-8026-0891E491D811}"/>
              </a:ext>
            </a:extLst>
          </p:cNvPr>
          <p:cNvSpPr txBox="1"/>
          <p:nvPr/>
        </p:nvSpPr>
        <p:spPr>
          <a:xfrm>
            <a:off x="1036319" y="3913323"/>
            <a:ext cx="10143745" cy="1560620"/>
          </a:xfrm>
          <a:prstGeom prst="rect">
            <a:avLst/>
          </a:prstGeom>
          <a:noFill/>
        </p:spPr>
        <p:txBody>
          <a:bodyPr wrap="square" lIns="0" tIns="0" rIns="0" bIns="0"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替换上方图片替换上方图片替换上方图片替换上方图片替换上方图片替换上方图片替换上方图片替换上方图片替换上方图片替换上方图片替换上方图片。</a:t>
            </a:r>
            <a:endParaRPr kumimoji="0" lang="en-US" altLang="zh-CN"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endParaRPr>
          </a:p>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图文要匹配，如果图片清晰无水印表意明确还带有一点蓝色，将会更美观。图文要匹配，如果图片清晰无水印，表意明确还带有一点蓝色，将会更加美观。</a:t>
            </a:r>
            <a:endParaRPr kumimoji="0" lang="en-US" altLang="zh-CN" sz="20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endParaRPr>
          </a:p>
        </p:txBody>
      </p:sp>
      <p:sp>
        <p:nvSpPr>
          <p:cNvPr id="3" name="标题 2">
            <a:extLst>
              <a:ext uri="{FF2B5EF4-FFF2-40B4-BE49-F238E27FC236}">
                <a16:creationId xmlns:a16="http://schemas.microsoft.com/office/drawing/2014/main" id="{7C142CCA-3723-41D1-BA18-B801C370CA58}"/>
              </a:ext>
            </a:extLst>
          </p:cNvPr>
          <p:cNvSpPr>
            <a:spLocks noGrp="1"/>
          </p:cNvSpPr>
          <p:nvPr>
            <p:ph type="title"/>
          </p:nvPr>
        </p:nvSpPr>
        <p:spPr/>
        <p:txBody>
          <a:bodyPr/>
          <a:lstStyle/>
          <a:p>
            <a:r>
              <a:rPr lang="zh-CN" altLang="en-US" dirty="0"/>
              <a:t>一段一图式</a:t>
            </a:r>
          </a:p>
        </p:txBody>
      </p:sp>
    </p:spTree>
    <p:extLst>
      <p:ext uri="{BB962C8B-B14F-4D97-AF65-F5344CB8AC3E}">
        <p14:creationId xmlns:p14="http://schemas.microsoft.com/office/powerpoint/2010/main" val="1895140894"/>
      </p:ext>
    </p:extLst>
  </p:cSld>
  <p:clrMapOvr>
    <a:masterClrMapping/>
  </p:clrMapOvr>
  <p:transition spd="med">
    <p:pull/>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3"/>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0" y="0"/>
            <a:ext cx="6045200" cy="6858000"/>
          </a:xfrm>
          <a:prstGeom prst="rect">
            <a:avLst/>
          </a:prstGeom>
        </p:spPr>
      </p:pic>
      <p:sp>
        <p:nvSpPr>
          <p:cNvPr id="8" name="矩形 7">
            <a:extLst>
              <a:ext uri="{FF2B5EF4-FFF2-40B4-BE49-F238E27FC236}">
                <a16:creationId xmlns:a16="http://schemas.microsoft.com/office/drawing/2014/main" id="{CA37852C-25CD-4C9B-8647-C23C26D85983}"/>
              </a:ext>
            </a:extLst>
          </p:cNvPr>
          <p:cNvSpPr/>
          <p:nvPr/>
        </p:nvSpPr>
        <p:spPr>
          <a:xfrm>
            <a:off x="4211349" y="966400"/>
            <a:ext cx="7338786" cy="5003800"/>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6C39"/>
              </a:solidFill>
              <a:effectLst/>
              <a:uLnTx/>
              <a:uFillTx/>
              <a:latin typeface="Arial"/>
              <a:ea typeface="微软雅黑"/>
              <a:cs typeface="+mn-cs"/>
            </a:endParaRPr>
          </a:p>
        </p:txBody>
      </p:sp>
      <p:sp>
        <p:nvSpPr>
          <p:cNvPr id="9" name="标题 1"/>
          <p:cNvSpPr txBox="1">
            <a:spLocks/>
          </p:cNvSpPr>
          <p:nvPr/>
        </p:nvSpPr>
        <p:spPr>
          <a:xfrm>
            <a:off x="4702627" y="1464668"/>
            <a:ext cx="6428799" cy="663575"/>
          </a:xfrm>
          <a:prstGeom prst="rect">
            <a:avLst/>
          </a:prstGeom>
          <a:noFill/>
        </p:spPr>
        <p:txBody>
          <a:bodyPr vert="horz" lIns="0" tIns="0" rIns="0" bIns="0" rtlCol="0" anchor="ctr">
            <a:normAutofit/>
          </a:bodyPr>
          <a:lstStyle>
            <a:lvl1pPr algn="l" defTabSz="914400" rtl="0" eaLnBrk="1" latinLnBrk="0" hangingPunct="1">
              <a:lnSpc>
                <a:spcPct val="90000"/>
              </a:lnSpc>
              <a:spcBef>
                <a:spcPct val="0"/>
              </a:spcBef>
              <a:buNone/>
              <a:defRPr sz="4400" kern="1200" spc="300">
                <a:solidFill>
                  <a:schemeClr val="accent1"/>
                </a:solidFill>
                <a:latin typeface="+mj-lt"/>
                <a:ea typeface="微软雅黑" panose="020B0503020204020204" pitchFamily="34" charset="-122"/>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sz="4400" b="1" i="0" u="none" strike="noStrike" kern="1200" cap="none" spc="300" normalizeH="0" baseline="0" noProof="0" dirty="0">
                <a:ln>
                  <a:noFill/>
                </a:ln>
                <a:solidFill>
                  <a:srgbClr val="006C39"/>
                </a:solidFill>
                <a:effectLst/>
                <a:uLnTx/>
                <a:uFillTx/>
                <a:latin typeface="Arial Black"/>
                <a:ea typeface="微软雅黑" panose="020B0503020204020204" pitchFamily="34" charset="-122"/>
                <a:cs typeface="+mj-cs"/>
              </a:rPr>
              <a:t>一段一图式</a:t>
            </a:r>
          </a:p>
        </p:txBody>
      </p:sp>
      <p:sp>
        <p:nvSpPr>
          <p:cNvPr id="10" name="文本框">
            <a:extLst>
              <a:ext uri="{FF2B5EF4-FFF2-40B4-BE49-F238E27FC236}">
                <a16:creationId xmlns:a16="http://schemas.microsoft.com/office/drawing/2014/main" id="{1DA08249-D432-4C82-8026-0891E491D811}"/>
              </a:ext>
            </a:extLst>
          </p:cNvPr>
          <p:cNvSpPr txBox="1"/>
          <p:nvPr/>
        </p:nvSpPr>
        <p:spPr>
          <a:xfrm>
            <a:off x="4702628" y="2314455"/>
            <a:ext cx="6299201" cy="2761269"/>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prstClr val="black"/>
                </a:solidFill>
                <a:effectLst/>
                <a:uLnTx/>
                <a:uFillTx/>
                <a:latin typeface="Arial"/>
                <a:ea typeface="微软雅黑"/>
                <a:cs typeface="+mn-cs"/>
              </a:rPr>
              <a:t>左侧图片可替换可替换可替换可替换可替换可替换可替换可替换可替换可替换可替换可替换可替换可替换可替换。</a:t>
            </a:r>
            <a:endParaRPr kumimoji="0" lang="en-US" altLang="zh-CN" sz="2000" b="0" i="0" u="none" strike="noStrike" kern="1200" cap="none" spc="300" normalizeH="0" baseline="0" noProof="0" dirty="0">
              <a:ln>
                <a:noFill/>
              </a:ln>
              <a:solidFill>
                <a:prstClr val="black"/>
              </a:solidFill>
              <a:effectLst/>
              <a:uLnTx/>
              <a:uFillTx/>
              <a:latin typeface="Arial"/>
              <a:ea typeface="微软雅黑"/>
              <a:cs typeface="+mn-cs"/>
            </a:endParaRPr>
          </a:p>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2000" b="0" i="0" u="none" strike="noStrike" kern="1200" cap="none" spc="300" normalizeH="0" baseline="0" noProof="0" dirty="0">
                <a:ln>
                  <a:noFill/>
                </a:ln>
                <a:solidFill>
                  <a:prstClr val="black"/>
                </a:solidFill>
                <a:effectLst/>
                <a:uLnTx/>
                <a:uFillTx/>
                <a:latin typeface="Arial"/>
                <a:ea typeface="微软雅黑"/>
                <a:cs typeface="+mn-cs"/>
              </a:rPr>
              <a:t>图文要匹配，如果图片清晰无水印表意明确还带有一点蓝色，将会更美观。图文要匹配，如果图片清晰无水印，表意明确还带有一点蓝色，将会更加美观。快去尝试一下吧！</a:t>
            </a:r>
            <a:endParaRPr kumimoji="0" lang="en-US" altLang="zh-CN" sz="2000" b="0" i="0" u="none" strike="noStrike" kern="1200" cap="none" spc="300" normalizeH="0" baseline="0" noProof="0" dirty="0">
              <a:ln>
                <a:noFill/>
              </a:ln>
              <a:solidFill>
                <a:prstClr val="black"/>
              </a:solidFill>
              <a:effectLst/>
              <a:uLnTx/>
              <a:uFillTx/>
              <a:latin typeface="Arial"/>
              <a:ea typeface="微软雅黑"/>
              <a:cs typeface="+mn-cs"/>
            </a:endParaRPr>
          </a:p>
        </p:txBody>
      </p:sp>
    </p:spTree>
    <p:extLst>
      <p:ext uri="{BB962C8B-B14F-4D97-AF65-F5344CB8AC3E}">
        <p14:creationId xmlns:p14="http://schemas.microsoft.com/office/powerpoint/2010/main" val="3984560968"/>
      </p:ext>
    </p:extLst>
  </p:cSld>
  <p:clrMapOvr>
    <a:masterClrMapping/>
  </p:clrMapOvr>
  <p:transition spd="med">
    <p:pull/>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一段二图</a:t>
            </a:r>
          </a:p>
        </p:txBody>
      </p:sp>
      <p:sp>
        <p:nvSpPr>
          <p:cNvPr id="8" name="文本占位符 20">
            <a:extLst>
              <a:ext uri="{FF2B5EF4-FFF2-40B4-BE49-F238E27FC236}">
                <a16:creationId xmlns:a16="http://schemas.microsoft.com/office/drawing/2014/main" id="{6B616E3F-CAE2-4D50-BD0E-761C400525C0}"/>
              </a:ext>
            </a:extLst>
          </p:cNvPr>
          <p:cNvSpPr txBox="1">
            <a:spLocks/>
          </p:cNvSpPr>
          <p:nvPr/>
        </p:nvSpPr>
        <p:spPr>
          <a:xfrm>
            <a:off x="674077" y="5253790"/>
            <a:ext cx="10858500" cy="748228"/>
          </a:xfrm>
          <a:prstGeom prst="rect">
            <a:avLst/>
          </a:prstGeom>
        </p:spPr>
        <p:txBody>
          <a:bodyPr vert="horz" lIns="0" tIns="0" rIns="0" bIns="0" rtlCol="0">
            <a:normAutofit/>
          </a:bodyPr>
          <a:lstStyle>
            <a:lvl1pPr marL="0" marR="0" indent="0" algn="l" defTabSz="914400" rtl="0" eaLnBrk="1" fontAlgn="auto" latinLnBrk="0" hangingPunct="1">
              <a:lnSpc>
                <a:spcPct val="120000"/>
              </a:lnSpc>
              <a:spcBef>
                <a:spcPts val="1000"/>
              </a:spcBef>
              <a:spcAft>
                <a:spcPts val="0"/>
              </a:spcAft>
              <a:buClrTx/>
              <a:buSzTx/>
              <a:buFontTx/>
              <a:buNone/>
              <a:tabLst/>
              <a:defRPr lang="zh-CN" altLang="en-US" sz="1800" kern="1200" spc="300" dirty="0" smtClean="0">
                <a:solidFill>
                  <a:schemeClr val="tx1">
                    <a:lumMod val="85000"/>
                    <a:lumOff val="15000"/>
                  </a:schemeClr>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0000"/>
              </a:lnSpc>
              <a:spcBef>
                <a:spcPts val="100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图片可以替换图片可以替换图片可以替换图片可以替换图片可以替换图片可以替换图片可以替换图片可以替换图片可以替换图片可以替换图片可以替换图片可以替换图片可以替换</a:t>
            </a:r>
          </a:p>
        </p:txBody>
      </p:sp>
      <p:pic>
        <p:nvPicPr>
          <p:cNvPr id="9" name="图片占位符 25">
            <a:extLst>
              <a:ext uri="{FF2B5EF4-FFF2-40B4-BE49-F238E27FC236}">
                <a16:creationId xmlns:a16="http://schemas.microsoft.com/office/drawing/2014/main" id="{80DBB719-3F48-4399-A831-62D8AA2B29C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
          <a:stretch/>
        </p:blipFill>
        <p:spPr>
          <a:xfrm flipH="1">
            <a:off x="664603" y="1201779"/>
            <a:ext cx="3536462" cy="3851998"/>
          </a:xfrm>
          <a:custGeom>
            <a:avLst/>
            <a:gdLst>
              <a:gd name="connsiteX0" fmla="*/ 0 w 3536462"/>
              <a:gd name="connsiteY0" fmla="*/ 0 h 3851998"/>
              <a:gd name="connsiteX1" fmla="*/ 3536462 w 3536462"/>
              <a:gd name="connsiteY1" fmla="*/ 0 h 3851998"/>
              <a:gd name="connsiteX2" fmla="*/ 3536462 w 3536462"/>
              <a:gd name="connsiteY2" fmla="*/ 3851998 h 3851998"/>
              <a:gd name="connsiteX3" fmla="*/ 0 w 3536462"/>
              <a:gd name="connsiteY3" fmla="*/ 3851998 h 3851998"/>
            </a:gdLst>
            <a:ahLst/>
            <a:cxnLst>
              <a:cxn ang="0">
                <a:pos x="connsiteX0" y="connsiteY0"/>
              </a:cxn>
              <a:cxn ang="0">
                <a:pos x="connsiteX1" y="connsiteY1"/>
              </a:cxn>
              <a:cxn ang="0">
                <a:pos x="connsiteX2" y="connsiteY2"/>
              </a:cxn>
              <a:cxn ang="0">
                <a:pos x="connsiteX3" y="connsiteY3"/>
              </a:cxn>
            </a:cxnLst>
            <a:rect l="l" t="t" r="r" b="b"/>
            <a:pathLst>
              <a:path w="3536462" h="3851998">
                <a:moveTo>
                  <a:pt x="0" y="0"/>
                </a:moveTo>
                <a:lnTo>
                  <a:pt x="3536462" y="0"/>
                </a:lnTo>
                <a:lnTo>
                  <a:pt x="3536462" y="3851998"/>
                </a:lnTo>
                <a:lnTo>
                  <a:pt x="0" y="3851998"/>
                </a:lnTo>
                <a:close/>
              </a:path>
            </a:pathLst>
          </a:custGeom>
        </p:spPr>
      </p:pic>
      <p:sp>
        <p:nvSpPr>
          <p:cNvPr id="11" name="文本占位符 23">
            <a:extLst>
              <a:ext uri="{FF2B5EF4-FFF2-40B4-BE49-F238E27FC236}">
                <a16:creationId xmlns:a16="http://schemas.microsoft.com/office/drawing/2014/main" id="{7D95FFA8-215E-4F3E-B531-537D1BC876F4}"/>
              </a:ext>
            </a:extLst>
          </p:cNvPr>
          <p:cNvSpPr txBox="1">
            <a:spLocks/>
          </p:cNvSpPr>
          <p:nvPr/>
        </p:nvSpPr>
        <p:spPr>
          <a:xfrm>
            <a:off x="4347089" y="1201779"/>
            <a:ext cx="3489325" cy="3851998"/>
          </a:xfrm>
          <a:prstGeom prst="rect">
            <a:avLst/>
          </a:prstGeom>
          <a:solidFill>
            <a:schemeClr val="accent1"/>
          </a:solidFill>
          <a:ln>
            <a:noFill/>
          </a:ln>
        </p:spPr>
        <p:txBody>
          <a:bodyPr vert="horz" wrap="square" lIns="0" tIns="0" rIns="0" bIns="0" rtlCol="0" anchor="ctr" anchorCtr="0">
            <a:noAutofit/>
          </a:bodyPr>
          <a:lstStyle>
            <a:lvl1pPr marL="0" indent="0" algn="ctr" defTabSz="914400" rtl="0" eaLnBrk="1" latinLnBrk="0" hangingPunct="1">
              <a:lnSpc>
                <a:spcPct val="120000"/>
              </a:lnSpc>
              <a:spcBef>
                <a:spcPts val="0"/>
              </a:spcBef>
              <a:buFontTx/>
              <a:buNone/>
              <a:defRPr lang="zh-CN" altLang="en-US" sz="4000" kern="1200" spc="300" dirty="0" smtClean="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zh-CN" altLang="en-US" sz="4000" b="0" i="0" u="none" strike="noStrike" kern="1200" cap="none" spc="30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在此输入</a:t>
            </a:r>
          </a:p>
          <a:p>
            <a:pPr marL="0" marR="0" lvl="0" indent="0" algn="ctr" defTabSz="914400" rtl="0" eaLnBrk="1" fontAlgn="auto" latinLnBrk="0" hangingPunct="1">
              <a:lnSpc>
                <a:spcPct val="120000"/>
              </a:lnSpc>
              <a:spcBef>
                <a:spcPts val="0"/>
              </a:spcBef>
              <a:spcAft>
                <a:spcPts val="0"/>
              </a:spcAft>
              <a:buClrTx/>
              <a:buSzTx/>
              <a:buFontTx/>
              <a:buNone/>
              <a:tabLst/>
              <a:defRPr/>
            </a:pPr>
            <a:r>
              <a:rPr kumimoji="0" lang="zh-CN" altLang="en-US" sz="4000" b="0" i="0" u="none" strike="noStrike" kern="1200" cap="none" spc="30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关键词句</a:t>
            </a:r>
          </a:p>
        </p:txBody>
      </p:sp>
      <p:pic>
        <p:nvPicPr>
          <p:cNvPr id="7" name="图片占位符 25">
            <a:extLst>
              <a:ext uri="{FF2B5EF4-FFF2-40B4-BE49-F238E27FC236}">
                <a16:creationId xmlns:a16="http://schemas.microsoft.com/office/drawing/2014/main" id="{615AC116-70B6-46F5-8687-86E14388243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
          <a:stretch/>
        </p:blipFill>
        <p:spPr>
          <a:xfrm flipH="1">
            <a:off x="7990937" y="1201779"/>
            <a:ext cx="3536462" cy="3851998"/>
          </a:xfrm>
          <a:custGeom>
            <a:avLst/>
            <a:gdLst>
              <a:gd name="connsiteX0" fmla="*/ 0 w 3536462"/>
              <a:gd name="connsiteY0" fmla="*/ 0 h 3851998"/>
              <a:gd name="connsiteX1" fmla="*/ 3536462 w 3536462"/>
              <a:gd name="connsiteY1" fmla="*/ 0 h 3851998"/>
              <a:gd name="connsiteX2" fmla="*/ 3536462 w 3536462"/>
              <a:gd name="connsiteY2" fmla="*/ 3851998 h 3851998"/>
              <a:gd name="connsiteX3" fmla="*/ 0 w 3536462"/>
              <a:gd name="connsiteY3" fmla="*/ 3851998 h 3851998"/>
            </a:gdLst>
            <a:ahLst/>
            <a:cxnLst>
              <a:cxn ang="0">
                <a:pos x="connsiteX0" y="connsiteY0"/>
              </a:cxn>
              <a:cxn ang="0">
                <a:pos x="connsiteX1" y="connsiteY1"/>
              </a:cxn>
              <a:cxn ang="0">
                <a:pos x="connsiteX2" y="connsiteY2"/>
              </a:cxn>
              <a:cxn ang="0">
                <a:pos x="connsiteX3" y="connsiteY3"/>
              </a:cxn>
            </a:cxnLst>
            <a:rect l="l" t="t" r="r" b="b"/>
            <a:pathLst>
              <a:path w="3536462" h="3851998">
                <a:moveTo>
                  <a:pt x="0" y="0"/>
                </a:moveTo>
                <a:lnTo>
                  <a:pt x="3536462" y="0"/>
                </a:lnTo>
                <a:lnTo>
                  <a:pt x="3536462" y="3851998"/>
                </a:lnTo>
                <a:lnTo>
                  <a:pt x="0" y="3851998"/>
                </a:lnTo>
                <a:close/>
              </a:path>
            </a:pathLst>
          </a:custGeom>
        </p:spPr>
      </p:pic>
    </p:spTree>
    <p:extLst>
      <p:ext uri="{BB962C8B-B14F-4D97-AF65-F5344CB8AC3E}">
        <p14:creationId xmlns:p14="http://schemas.microsoft.com/office/powerpoint/2010/main" val="1210152276"/>
      </p:ext>
    </p:extLst>
  </p:cSld>
  <p:clrMapOvr>
    <a:masterClrMapping/>
  </p:clrMapOvr>
  <p:transition spd="med">
    <p:pull/>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一段二图</a:t>
            </a:r>
          </a:p>
        </p:txBody>
      </p:sp>
      <p:pic>
        <p:nvPicPr>
          <p:cNvPr id="14" name="图片占位符 10">
            <a:extLst>
              <a:ext uri="{FF2B5EF4-FFF2-40B4-BE49-F238E27FC236}">
                <a16:creationId xmlns:a16="http://schemas.microsoft.com/office/drawing/2014/main" id="{219F5F70-9681-4B1B-A78C-F94064C3767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5867492" y="1218666"/>
            <a:ext cx="5429333" cy="2278411"/>
          </a:xfrm>
          <a:custGeom>
            <a:avLst/>
            <a:gdLst>
              <a:gd name="connsiteX0" fmla="*/ 0 w 3536462"/>
              <a:gd name="connsiteY0" fmla="*/ 0 h 3851998"/>
              <a:gd name="connsiteX1" fmla="*/ 3536462 w 3536462"/>
              <a:gd name="connsiteY1" fmla="*/ 0 h 3851998"/>
              <a:gd name="connsiteX2" fmla="*/ 3536462 w 3536462"/>
              <a:gd name="connsiteY2" fmla="*/ 3851998 h 3851998"/>
              <a:gd name="connsiteX3" fmla="*/ 0 w 3536462"/>
              <a:gd name="connsiteY3" fmla="*/ 3851998 h 3851998"/>
            </a:gdLst>
            <a:ahLst/>
            <a:cxnLst>
              <a:cxn ang="0">
                <a:pos x="connsiteX0" y="connsiteY0"/>
              </a:cxn>
              <a:cxn ang="0">
                <a:pos x="connsiteX1" y="connsiteY1"/>
              </a:cxn>
              <a:cxn ang="0">
                <a:pos x="connsiteX2" y="connsiteY2"/>
              </a:cxn>
              <a:cxn ang="0">
                <a:pos x="connsiteX3" y="connsiteY3"/>
              </a:cxn>
            </a:cxnLst>
            <a:rect l="l" t="t" r="r" b="b"/>
            <a:pathLst>
              <a:path w="3536462" h="3851998">
                <a:moveTo>
                  <a:pt x="0" y="0"/>
                </a:moveTo>
                <a:lnTo>
                  <a:pt x="3536462" y="0"/>
                </a:lnTo>
                <a:lnTo>
                  <a:pt x="3536462" y="3851998"/>
                </a:lnTo>
                <a:lnTo>
                  <a:pt x="0" y="3851998"/>
                </a:lnTo>
                <a:close/>
              </a:path>
            </a:pathLst>
          </a:custGeom>
        </p:spPr>
      </p:pic>
      <p:pic>
        <p:nvPicPr>
          <p:cNvPr id="15" name="图片占位符 12">
            <a:extLst>
              <a:ext uri="{FF2B5EF4-FFF2-40B4-BE49-F238E27FC236}">
                <a16:creationId xmlns:a16="http://schemas.microsoft.com/office/drawing/2014/main" id="{0637185F-11C9-4A5E-9DF4-3CDB86EDF61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5867491" y="3603482"/>
            <a:ext cx="5429327" cy="2278411"/>
          </a:xfrm>
          <a:custGeom>
            <a:avLst/>
            <a:gdLst>
              <a:gd name="connsiteX0" fmla="*/ 0 w 3536462"/>
              <a:gd name="connsiteY0" fmla="*/ 0 h 3851998"/>
              <a:gd name="connsiteX1" fmla="*/ 3536462 w 3536462"/>
              <a:gd name="connsiteY1" fmla="*/ 0 h 3851998"/>
              <a:gd name="connsiteX2" fmla="*/ 3536462 w 3536462"/>
              <a:gd name="connsiteY2" fmla="*/ 3851998 h 3851998"/>
              <a:gd name="connsiteX3" fmla="*/ 0 w 3536462"/>
              <a:gd name="connsiteY3" fmla="*/ 3851998 h 3851998"/>
            </a:gdLst>
            <a:ahLst/>
            <a:cxnLst>
              <a:cxn ang="0">
                <a:pos x="connsiteX0" y="connsiteY0"/>
              </a:cxn>
              <a:cxn ang="0">
                <a:pos x="connsiteX1" y="connsiteY1"/>
              </a:cxn>
              <a:cxn ang="0">
                <a:pos x="connsiteX2" y="connsiteY2"/>
              </a:cxn>
              <a:cxn ang="0">
                <a:pos x="connsiteX3" y="connsiteY3"/>
              </a:cxn>
            </a:cxnLst>
            <a:rect l="l" t="t" r="r" b="b"/>
            <a:pathLst>
              <a:path w="3536462" h="3851998">
                <a:moveTo>
                  <a:pt x="0" y="0"/>
                </a:moveTo>
                <a:lnTo>
                  <a:pt x="3536462" y="0"/>
                </a:lnTo>
                <a:lnTo>
                  <a:pt x="3536462" y="3851998"/>
                </a:lnTo>
                <a:lnTo>
                  <a:pt x="0" y="3851998"/>
                </a:lnTo>
                <a:close/>
              </a:path>
            </a:pathLst>
          </a:custGeom>
        </p:spPr>
      </p:pic>
      <p:sp>
        <p:nvSpPr>
          <p:cNvPr id="16" name="文本框 15">
            <a:extLst>
              <a:ext uri="{FF2B5EF4-FFF2-40B4-BE49-F238E27FC236}">
                <a16:creationId xmlns:a16="http://schemas.microsoft.com/office/drawing/2014/main" id="{7587453F-D03C-4CB4-A239-C6ED27AD6E94}"/>
              </a:ext>
            </a:extLst>
          </p:cNvPr>
          <p:cNvSpPr txBox="1"/>
          <p:nvPr/>
        </p:nvSpPr>
        <p:spPr>
          <a:xfrm>
            <a:off x="948302" y="2426183"/>
            <a:ext cx="4548553" cy="1960730"/>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20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本页为一段二图式，右侧可以放置两张图片，右侧可以放置两张图片右侧可以放置两张图片右侧可以放置两张图片右侧可以放置两张图片右侧可以放置两张图片。</a:t>
            </a:r>
            <a:endParaRPr kumimoji="0" lang="en-US" altLang="zh-CN" sz="20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endParaRPr>
          </a:p>
        </p:txBody>
      </p:sp>
      <p:cxnSp>
        <p:nvCxnSpPr>
          <p:cNvPr id="17" name="直接连接符 16">
            <a:extLst>
              <a:ext uri="{FF2B5EF4-FFF2-40B4-BE49-F238E27FC236}">
                <a16:creationId xmlns:a16="http://schemas.microsoft.com/office/drawing/2014/main" id="{60CD6661-74AA-4B7C-922D-456914E521D3}"/>
              </a:ext>
            </a:extLst>
          </p:cNvPr>
          <p:cNvCxnSpPr>
            <a:cxnSpLocks/>
          </p:cNvCxnSpPr>
          <p:nvPr/>
        </p:nvCxnSpPr>
        <p:spPr>
          <a:xfrm rot="16200000">
            <a:off x="1416302" y="4274687"/>
            <a:ext cx="0" cy="936000"/>
          </a:xfrm>
          <a:prstGeom prst="line">
            <a:avLst/>
          </a:prstGeom>
          <a:ln w="762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4649176-4C0D-4EBC-A4C0-18050DB4270C}"/>
              </a:ext>
            </a:extLst>
          </p:cNvPr>
          <p:cNvCxnSpPr/>
          <p:nvPr/>
        </p:nvCxnSpPr>
        <p:spPr>
          <a:xfrm>
            <a:off x="5867492" y="3603482"/>
            <a:ext cx="0" cy="2278411"/>
          </a:xfrm>
          <a:prstGeom prst="line">
            <a:avLst/>
          </a:prstGeom>
          <a:ln w="1270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98F9219E-7AE6-4CE9-AFB2-9BB994DBDC2A}"/>
              </a:ext>
            </a:extLst>
          </p:cNvPr>
          <p:cNvCxnSpPr/>
          <p:nvPr/>
        </p:nvCxnSpPr>
        <p:spPr>
          <a:xfrm>
            <a:off x="5867492" y="1218666"/>
            <a:ext cx="0" cy="2278411"/>
          </a:xfrm>
          <a:prstGeom prst="line">
            <a:avLst/>
          </a:prstGeom>
          <a:ln w="1270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7672953"/>
      </p:ext>
    </p:extLst>
  </p:cSld>
  <p:clrMapOvr>
    <a:masterClrMapping/>
  </p:clrMapOvr>
  <p:transition spd="med">
    <p:pull/>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一段二图</a:t>
            </a:r>
          </a:p>
        </p:txBody>
      </p:sp>
      <p:sp>
        <p:nvSpPr>
          <p:cNvPr id="9" name="矩形 8">
            <a:extLst>
              <a:ext uri="{FF2B5EF4-FFF2-40B4-BE49-F238E27FC236}">
                <a16:creationId xmlns:a16="http://schemas.microsoft.com/office/drawing/2014/main" id="{AF7B4A2B-F0E5-4620-A649-2EF0DCC16A14}"/>
              </a:ext>
            </a:extLst>
          </p:cNvPr>
          <p:cNvSpPr/>
          <p:nvPr/>
        </p:nvSpPr>
        <p:spPr>
          <a:xfrm>
            <a:off x="660399" y="1131263"/>
            <a:ext cx="4732215" cy="4352182"/>
          </a:xfrm>
          <a:prstGeom prst="rect">
            <a:avLst/>
          </a:pr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pic>
        <p:nvPicPr>
          <p:cNvPr id="10" name="图片 9">
            <a:extLst>
              <a:ext uri="{FF2B5EF4-FFF2-40B4-BE49-F238E27FC236}">
                <a16:creationId xmlns:a16="http://schemas.microsoft.com/office/drawing/2014/main" id="{2E944B43-EC4B-4B55-995F-67087A2404F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874521" y="1374555"/>
            <a:ext cx="4998741" cy="4311336"/>
          </a:xfrm>
          <a:prstGeom prst="rect">
            <a:avLst/>
          </a:prstGeom>
        </p:spPr>
      </p:pic>
      <p:sp>
        <p:nvSpPr>
          <p:cNvPr id="11" name="文本框 10">
            <a:extLst>
              <a:ext uri="{FF2B5EF4-FFF2-40B4-BE49-F238E27FC236}">
                <a16:creationId xmlns:a16="http://schemas.microsoft.com/office/drawing/2014/main" id="{0F6C1D3A-8883-489A-9010-FCACBD19E490}"/>
              </a:ext>
            </a:extLst>
          </p:cNvPr>
          <p:cNvSpPr txBox="1"/>
          <p:nvPr/>
        </p:nvSpPr>
        <p:spPr>
          <a:xfrm>
            <a:off x="6096000" y="2365334"/>
            <a:ext cx="5435601" cy="1080296"/>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这里可以输入一段话，充分解释这个标题的内容，接下来是废话。这里可以输入一段话，充分解释这个标题的内容。</a:t>
            </a:r>
          </a:p>
        </p:txBody>
      </p:sp>
      <p:sp>
        <p:nvSpPr>
          <p:cNvPr id="12" name="文本框 11">
            <a:extLst>
              <a:ext uri="{FF2B5EF4-FFF2-40B4-BE49-F238E27FC236}">
                <a16:creationId xmlns:a16="http://schemas.microsoft.com/office/drawing/2014/main" id="{8DD9C6B7-CF61-4922-AAA6-B85AE1628331}"/>
              </a:ext>
            </a:extLst>
          </p:cNvPr>
          <p:cNvSpPr txBox="1"/>
          <p:nvPr/>
        </p:nvSpPr>
        <p:spPr>
          <a:xfrm>
            <a:off x="6096000" y="1675370"/>
            <a:ext cx="2685691" cy="560153"/>
          </a:xfrm>
          <a:prstGeom prst="rect">
            <a:avLst/>
          </a:prstGeom>
          <a:solidFill>
            <a:schemeClr val="accent1"/>
          </a:solidFill>
        </p:spPr>
        <p:txBody>
          <a:bodyPr wrap="square" lIns="0" tIns="0" rIns="0" bIns="0" rtlCol="0" anchor="ctr" anchorCtr="0">
            <a:noAutofit/>
          </a:bodyPr>
          <a:lstStyle>
            <a:defPPr>
              <a:defRPr lang="zh-CN"/>
            </a:defPPr>
            <a:lvl1pPr>
              <a:lnSpc>
                <a:spcPct val="130000"/>
              </a:lnSpc>
              <a:defRPr sz="4000" spc="300">
                <a:solidFill>
                  <a:schemeClr val="accent1"/>
                </a:solidFill>
                <a:latin typeface="+mj-ea"/>
                <a:ea typeface="+mj-ea"/>
              </a:defRPr>
            </a:lvl1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第一个小标题</a:t>
            </a:r>
          </a:p>
        </p:txBody>
      </p:sp>
      <p:sp>
        <p:nvSpPr>
          <p:cNvPr id="13" name="矩形 12">
            <a:extLst>
              <a:ext uri="{FF2B5EF4-FFF2-40B4-BE49-F238E27FC236}">
                <a16:creationId xmlns:a16="http://schemas.microsoft.com/office/drawing/2014/main" id="{778149A0-7B66-4522-BEDE-3946C60F53BE}"/>
              </a:ext>
            </a:extLst>
          </p:cNvPr>
          <p:cNvSpPr/>
          <p:nvPr/>
        </p:nvSpPr>
        <p:spPr>
          <a:xfrm>
            <a:off x="874521" y="5685891"/>
            <a:ext cx="4998741" cy="29830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300" normalizeH="0" baseline="0" noProof="0" dirty="0">
                <a:ln>
                  <a:noFill/>
                </a:ln>
                <a:solidFill>
                  <a:prstClr val="white"/>
                </a:solidFill>
                <a:effectLst/>
                <a:uLnTx/>
                <a:uFillTx/>
                <a:latin typeface="微软雅黑"/>
                <a:ea typeface="微软雅黑"/>
                <a:cs typeface="+mn-cs"/>
              </a:rPr>
              <a:t>图片标题输在这里</a:t>
            </a:r>
          </a:p>
        </p:txBody>
      </p:sp>
      <p:sp>
        <p:nvSpPr>
          <p:cNvPr id="20" name="文本框 19">
            <a:extLst>
              <a:ext uri="{FF2B5EF4-FFF2-40B4-BE49-F238E27FC236}">
                <a16:creationId xmlns:a16="http://schemas.microsoft.com/office/drawing/2014/main" id="{58FD7F51-F933-4C16-AF77-363679D2D4D6}"/>
              </a:ext>
            </a:extLst>
          </p:cNvPr>
          <p:cNvSpPr txBox="1"/>
          <p:nvPr/>
        </p:nvSpPr>
        <p:spPr>
          <a:xfrm>
            <a:off x="6096000" y="4543560"/>
            <a:ext cx="5422900" cy="1080296"/>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这里可以输入一段话，充分解释这个标题的内容，接下来是废话。这里可以输入一段话，充分解释这个标题的内容。</a:t>
            </a:r>
          </a:p>
        </p:txBody>
      </p:sp>
      <p:sp>
        <p:nvSpPr>
          <p:cNvPr id="21" name="文本框 20">
            <a:extLst>
              <a:ext uri="{FF2B5EF4-FFF2-40B4-BE49-F238E27FC236}">
                <a16:creationId xmlns:a16="http://schemas.microsoft.com/office/drawing/2014/main" id="{B7738CD3-2509-4EB1-81C5-87AF35740910}"/>
              </a:ext>
            </a:extLst>
          </p:cNvPr>
          <p:cNvSpPr txBox="1"/>
          <p:nvPr/>
        </p:nvSpPr>
        <p:spPr>
          <a:xfrm>
            <a:off x="6096000" y="3865319"/>
            <a:ext cx="2685691" cy="560153"/>
          </a:xfrm>
          <a:prstGeom prst="rect">
            <a:avLst/>
          </a:prstGeom>
          <a:solidFill>
            <a:schemeClr val="accent4"/>
          </a:solidFill>
        </p:spPr>
        <p:txBody>
          <a:bodyPr wrap="square" lIns="0" tIns="0" rIns="0" bIns="0" rtlCol="0" anchor="ctr" anchorCtr="0">
            <a:noAutofit/>
          </a:bodyPr>
          <a:lstStyle>
            <a:defPPr>
              <a:defRPr lang="zh-CN"/>
            </a:defPPr>
            <a:lvl1pPr>
              <a:lnSpc>
                <a:spcPct val="130000"/>
              </a:lnSpc>
              <a:defRPr sz="4000" spc="300">
                <a:solidFill>
                  <a:schemeClr val="accent1"/>
                </a:solidFill>
                <a:latin typeface="+mj-ea"/>
                <a:ea typeface="+mj-ea"/>
              </a:defRPr>
            </a:lvl1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第二个小标题</a:t>
            </a:r>
          </a:p>
        </p:txBody>
      </p:sp>
    </p:spTree>
    <p:extLst>
      <p:ext uri="{BB962C8B-B14F-4D97-AF65-F5344CB8AC3E}">
        <p14:creationId xmlns:p14="http://schemas.microsoft.com/office/powerpoint/2010/main" val="2711698026"/>
      </p:ext>
    </p:extLst>
  </p:cSld>
  <p:clrMapOvr>
    <a:masterClrMapping/>
  </p:clrMapOvr>
  <p:transition spd="med">
    <p:pull/>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一段二图</a:t>
            </a:r>
          </a:p>
        </p:txBody>
      </p:sp>
      <p:grpSp>
        <p:nvGrpSpPr>
          <p:cNvPr id="14" name="组合 13">
            <a:extLst>
              <a:ext uri="{FF2B5EF4-FFF2-40B4-BE49-F238E27FC236}">
                <a16:creationId xmlns:a16="http://schemas.microsoft.com/office/drawing/2014/main" id="{949FCF20-F8E9-43C6-B5FD-33B61EB6077B}"/>
              </a:ext>
            </a:extLst>
          </p:cNvPr>
          <p:cNvGrpSpPr/>
          <p:nvPr/>
        </p:nvGrpSpPr>
        <p:grpSpPr>
          <a:xfrm>
            <a:off x="442913" y="1920212"/>
            <a:ext cx="11306175" cy="3224349"/>
            <a:chOff x="1407886" y="2946399"/>
            <a:chExt cx="3715657" cy="3224349"/>
          </a:xfrm>
        </p:grpSpPr>
        <p:sp>
          <p:nvSpPr>
            <p:cNvPr id="15" name="矩形 14">
              <a:extLst>
                <a:ext uri="{FF2B5EF4-FFF2-40B4-BE49-F238E27FC236}">
                  <a16:creationId xmlns:a16="http://schemas.microsoft.com/office/drawing/2014/main" id="{28595557-35F4-43F1-97B1-ECD7078404E9}"/>
                </a:ext>
              </a:extLst>
            </p:cNvPr>
            <p:cNvSpPr/>
            <p:nvPr/>
          </p:nvSpPr>
          <p:spPr>
            <a:xfrm>
              <a:off x="1407886" y="2946399"/>
              <a:ext cx="3715657" cy="31786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6" name="矩形 15">
              <a:extLst>
                <a:ext uri="{FF2B5EF4-FFF2-40B4-BE49-F238E27FC236}">
                  <a16:creationId xmlns:a16="http://schemas.microsoft.com/office/drawing/2014/main" id="{B51CC417-4AA8-4078-AA63-92D7926C3C68}"/>
                </a:ext>
              </a:extLst>
            </p:cNvPr>
            <p:cNvSpPr/>
            <p:nvPr/>
          </p:nvSpPr>
          <p:spPr>
            <a:xfrm>
              <a:off x="1407886" y="6125029"/>
              <a:ext cx="3715657"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pSp>
      <p:sp>
        <p:nvSpPr>
          <p:cNvPr id="17" name="文本框 16">
            <a:extLst>
              <a:ext uri="{FF2B5EF4-FFF2-40B4-BE49-F238E27FC236}">
                <a16:creationId xmlns:a16="http://schemas.microsoft.com/office/drawing/2014/main" id="{B0D354E4-5E0C-4227-9260-51FCB2F27172}"/>
              </a:ext>
            </a:extLst>
          </p:cNvPr>
          <p:cNvSpPr txBox="1"/>
          <p:nvPr/>
        </p:nvSpPr>
        <p:spPr>
          <a:xfrm>
            <a:off x="1155737" y="2980228"/>
            <a:ext cx="4698963" cy="1782916"/>
          </a:xfrm>
          <a:prstGeom prst="rect">
            <a:avLst/>
          </a:prstGeom>
          <a:noFill/>
          <a:ln>
            <a:noFill/>
          </a:ln>
        </p:spPr>
        <p:txBody>
          <a:bodyPr wrap="square" lIns="180000" tIns="180000" rIns="180000" bIns="180000" rtlCol="0">
            <a:noAutofit/>
          </a:bodyPr>
          <a:lstStyle>
            <a:defPPr>
              <a:defRPr lang="zh-CN"/>
            </a:defPPr>
            <a:lvl1pPr>
              <a:lnSpc>
                <a:spcPct val="130000"/>
              </a:lnSpc>
              <a:defRPr spc="100">
                <a:solidFill>
                  <a:schemeClr val="tx1">
                    <a:lumMod val="75000"/>
                    <a:lumOff val="2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1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这是此模板设计师留下的一段内容，你可以看到部分页面顶部有提示条，提示你这个模板隐藏的小功能和一些幻灯片制作技巧，一定记得要看哦。</a:t>
            </a:r>
          </a:p>
        </p:txBody>
      </p:sp>
      <p:sp>
        <p:nvSpPr>
          <p:cNvPr id="18" name="矩形: 圆角 93">
            <a:extLst>
              <a:ext uri="{FF2B5EF4-FFF2-40B4-BE49-F238E27FC236}">
                <a16:creationId xmlns:a16="http://schemas.microsoft.com/office/drawing/2014/main" id="{71899987-5CE6-4E24-90B4-EBDD3128D869}"/>
              </a:ext>
            </a:extLst>
          </p:cNvPr>
          <p:cNvSpPr/>
          <p:nvPr/>
        </p:nvSpPr>
        <p:spPr>
          <a:xfrm>
            <a:off x="1233716" y="2563093"/>
            <a:ext cx="3032502" cy="543754"/>
          </a:xfrm>
          <a:prstGeom prst="round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rPr>
              <a:t>单击添加副标题 </a:t>
            </a:r>
            <a:r>
              <a:rPr kumimoji="0" lang="zh-CN" altLang="en-US" sz="2400" b="1" i="0" u="none" strike="noStrike" kern="1200" cap="none" spc="1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Wingdings 3" panose="05040102010807070707" pitchFamily="18" charset="2"/>
              </a:rPr>
              <a:t></a:t>
            </a:r>
            <a:r>
              <a:rPr kumimoji="0" lang="zh-CN" altLang="en-US" sz="2400" b="1" i="0" u="none" strike="noStrike" kern="1200" cap="none" spc="0" normalizeH="0" baseline="0" noProof="0" dirty="0">
                <a:ln>
                  <a:noFill/>
                </a:ln>
                <a:solidFill>
                  <a:srgbClr val="006C39"/>
                </a:solidFill>
                <a:effectLst/>
                <a:uLnTx/>
                <a:uFillTx/>
                <a:latin typeface="微软雅黑"/>
                <a:ea typeface="微软雅黑"/>
                <a:cs typeface="+mn-cs"/>
              </a:rPr>
              <a:t>  </a:t>
            </a:r>
          </a:p>
        </p:txBody>
      </p:sp>
      <p:pic>
        <p:nvPicPr>
          <p:cNvPr id="23" name="图片占位符 11" descr="图片包含 建筑物, 天空, 户外, 地面&#10;&#10;自动生成的说明">
            <a:extLst>
              <a:ext uri="{FF2B5EF4-FFF2-40B4-BE49-F238E27FC236}">
                <a16:creationId xmlns:a16="http://schemas.microsoft.com/office/drawing/2014/main" id="{7BB9192F-89EF-4FE2-917F-EAF0A0A7AB85}"/>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a:off x="7553087" y="1171548"/>
            <a:ext cx="3248264" cy="2157429"/>
          </a:xfrm>
          <a:custGeom>
            <a:avLst/>
            <a:gdLst>
              <a:gd name="connsiteX0" fmla="*/ 0 w 3370863"/>
              <a:gd name="connsiteY0" fmla="*/ 0 h 2238857"/>
              <a:gd name="connsiteX1" fmla="*/ 3370863 w 3370863"/>
              <a:gd name="connsiteY1" fmla="*/ 0 h 2238857"/>
              <a:gd name="connsiteX2" fmla="*/ 3370863 w 3370863"/>
              <a:gd name="connsiteY2" fmla="*/ 2238857 h 2238857"/>
              <a:gd name="connsiteX3" fmla="*/ 0 w 3370863"/>
              <a:gd name="connsiteY3" fmla="*/ 2238857 h 2238857"/>
            </a:gdLst>
            <a:ahLst/>
            <a:cxnLst>
              <a:cxn ang="0">
                <a:pos x="connsiteX0" y="connsiteY0"/>
              </a:cxn>
              <a:cxn ang="0">
                <a:pos x="connsiteX1" y="connsiteY1"/>
              </a:cxn>
              <a:cxn ang="0">
                <a:pos x="connsiteX2" y="connsiteY2"/>
              </a:cxn>
              <a:cxn ang="0">
                <a:pos x="connsiteX3" y="connsiteY3"/>
              </a:cxn>
            </a:cxnLst>
            <a:rect l="l" t="t" r="r" b="b"/>
            <a:pathLst>
              <a:path w="3370863" h="2238857">
                <a:moveTo>
                  <a:pt x="0" y="0"/>
                </a:moveTo>
                <a:lnTo>
                  <a:pt x="3370863" y="0"/>
                </a:lnTo>
                <a:lnTo>
                  <a:pt x="3370863" y="2238857"/>
                </a:lnTo>
                <a:lnTo>
                  <a:pt x="0" y="2238857"/>
                </a:lnTo>
                <a:close/>
              </a:path>
            </a:pathLst>
          </a:custGeom>
          <a:solidFill>
            <a:srgbClr val="F2A900">
              <a:lumMod val="40000"/>
              <a:lumOff val="60000"/>
            </a:srgbClr>
          </a:solidFill>
          <a:ln w="95250">
            <a:solidFill>
              <a:srgbClr val="FFFFFF"/>
            </a:solidFill>
            <a:miter lim="800000"/>
          </a:ln>
          <a:effectLst>
            <a:outerShdw blurRad="127000" sx="102000" sy="102000" algn="ctr" rotWithShape="0">
              <a:prstClr val="black">
                <a:alpha val="12000"/>
              </a:prstClr>
            </a:outerShdw>
          </a:effectLst>
        </p:spPr>
      </p:pic>
      <p:pic>
        <p:nvPicPr>
          <p:cNvPr id="24" name="图片占位符 23" descr="图片包含 天空, 户外, 道路, 建筑物&#10;&#10;自动生成的说明">
            <a:extLst>
              <a:ext uri="{FF2B5EF4-FFF2-40B4-BE49-F238E27FC236}">
                <a16:creationId xmlns:a16="http://schemas.microsoft.com/office/drawing/2014/main" id="{3905977B-3D82-42F1-B2F8-E47F9BCD91FD}"/>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7553087" y="3742372"/>
            <a:ext cx="3248264" cy="2157429"/>
          </a:xfrm>
          <a:custGeom>
            <a:avLst/>
            <a:gdLst>
              <a:gd name="connsiteX0" fmla="*/ 0 w 3370863"/>
              <a:gd name="connsiteY0" fmla="*/ 0 h 2238857"/>
              <a:gd name="connsiteX1" fmla="*/ 3370863 w 3370863"/>
              <a:gd name="connsiteY1" fmla="*/ 0 h 2238857"/>
              <a:gd name="connsiteX2" fmla="*/ 3370863 w 3370863"/>
              <a:gd name="connsiteY2" fmla="*/ 2238857 h 2238857"/>
              <a:gd name="connsiteX3" fmla="*/ 0 w 3370863"/>
              <a:gd name="connsiteY3" fmla="*/ 2238857 h 2238857"/>
            </a:gdLst>
            <a:ahLst/>
            <a:cxnLst>
              <a:cxn ang="0">
                <a:pos x="connsiteX0" y="connsiteY0"/>
              </a:cxn>
              <a:cxn ang="0">
                <a:pos x="connsiteX1" y="connsiteY1"/>
              </a:cxn>
              <a:cxn ang="0">
                <a:pos x="connsiteX2" y="connsiteY2"/>
              </a:cxn>
              <a:cxn ang="0">
                <a:pos x="connsiteX3" y="connsiteY3"/>
              </a:cxn>
            </a:cxnLst>
            <a:rect l="l" t="t" r="r" b="b"/>
            <a:pathLst>
              <a:path w="3370863" h="2238857">
                <a:moveTo>
                  <a:pt x="0" y="0"/>
                </a:moveTo>
                <a:lnTo>
                  <a:pt x="3370863" y="0"/>
                </a:lnTo>
                <a:lnTo>
                  <a:pt x="3370863" y="2238857"/>
                </a:lnTo>
                <a:lnTo>
                  <a:pt x="0" y="2238857"/>
                </a:lnTo>
                <a:close/>
              </a:path>
            </a:pathLst>
          </a:custGeom>
          <a:solidFill>
            <a:srgbClr val="F2A900">
              <a:lumMod val="40000"/>
              <a:lumOff val="60000"/>
            </a:srgbClr>
          </a:solidFill>
          <a:ln w="95250">
            <a:solidFill>
              <a:srgbClr val="FFFFFF"/>
            </a:solidFill>
            <a:miter lim="800000"/>
          </a:ln>
          <a:effectLst>
            <a:outerShdw blurRad="127000" sx="102000" sy="102000" algn="ctr" rotWithShape="0">
              <a:prstClr val="black">
                <a:alpha val="12000"/>
              </a:prstClr>
            </a:outerShdw>
          </a:effectLst>
        </p:spPr>
      </p:pic>
    </p:spTree>
    <p:extLst>
      <p:ext uri="{BB962C8B-B14F-4D97-AF65-F5344CB8AC3E}">
        <p14:creationId xmlns:p14="http://schemas.microsoft.com/office/powerpoint/2010/main" val="76875506"/>
      </p:ext>
    </p:extLst>
  </p:cSld>
  <p:clrMapOvr>
    <a:masterClrMapping/>
  </p:clrMapOvr>
  <p:transition spd="med">
    <p:pull/>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图片占位符 10">
            <a:extLst>
              <a:ext uri="{FF2B5EF4-FFF2-40B4-BE49-F238E27FC236}">
                <a16:creationId xmlns:a16="http://schemas.microsoft.com/office/drawing/2014/main" id="{F4B1B610-31A1-4C67-AE5D-EE26B82D1F08}"/>
              </a:ext>
            </a:extLst>
          </p:cNvPr>
          <p:cNvPicPr>
            <a:picLocks noChangeAspect="1"/>
          </p:cNvPicPr>
          <p:nvPr/>
        </p:nvPicPr>
        <p:blipFill rotWithShape="1">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p:blipFill>
        <p:spPr>
          <a:xfrm>
            <a:off x="8598657" y="2439534"/>
            <a:ext cx="2306169" cy="2960069"/>
          </a:xfrm>
          <a:custGeom>
            <a:avLst/>
            <a:gdLst>
              <a:gd name="connsiteX0" fmla="*/ 0 w 2306169"/>
              <a:gd name="connsiteY0" fmla="*/ 0 h 2960070"/>
              <a:gd name="connsiteX1" fmla="*/ 2306169 w 2306169"/>
              <a:gd name="connsiteY1" fmla="*/ 0 h 2960070"/>
              <a:gd name="connsiteX2" fmla="*/ 2306169 w 2306169"/>
              <a:gd name="connsiteY2" fmla="*/ 2960070 h 2960070"/>
              <a:gd name="connsiteX3" fmla="*/ 0 w 2306169"/>
              <a:gd name="connsiteY3" fmla="*/ 2960070 h 2960070"/>
            </a:gdLst>
            <a:ahLst/>
            <a:cxnLst>
              <a:cxn ang="0">
                <a:pos x="connsiteX0" y="connsiteY0"/>
              </a:cxn>
              <a:cxn ang="0">
                <a:pos x="connsiteX1" y="connsiteY1"/>
              </a:cxn>
              <a:cxn ang="0">
                <a:pos x="connsiteX2" y="connsiteY2"/>
              </a:cxn>
              <a:cxn ang="0">
                <a:pos x="connsiteX3" y="connsiteY3"/>
              </a:cxn>
            </a:cxnLst>
            <a:rect l="l" t="t" r="r" b="b"/>
            <a:pathLst>
              <a:path w="2306169" h="2960070">
                <a:moveTo>
                  <a:pt x="0" y="0"/>
                </a:moveTo>
                <a:lnTo>
                  <a:pt x="2306169" y="0"/>
                </a:lnTo>
                <a:lnTo>
                  <a:pt x="2306169" y="2960070"/>
                </a:lnTo>
                <a:lnTo>
                  <a:pt x="0" y="2960070"/>
                </a:lnTo>
                <a:close/>
              </a:path>
            </a:pathLst>
          </a:custGeom>
          <a:noFill/>
          <a:ln>
            <a:solidFill>
              <a:schemeClr val="accent1"/>
            </a:solidFill>
          </a:ln>
        </p:spPr>
      </p:pic>
      <p:pic>
        <p:nvPicPr>
          <p:cNvPr id="33" name="图片占位符 10">
            <a:extLst>
              <a:ext uri="{FF2B5EF4-FFF2-40B4-BE49-F238E27FC236}">
                <a16:creationId xmlns:a16="http://schemas.microsoft.com/office/drawing/2014/main" id="{B5E25B63-0D18-4323-B1D5-7DA3B86DAA1A}"/>
              </a:ext>
            </a:extLst>
          </p:cNvPr>
          <p:cNvPicPr>
            <a:picLocks noChangeAspect="1"/>
          </p:cNvPicPr>
          <p:nvPr/>
        </p:nvPicPr>
        <p:blipFill rotWithShape="1">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p:blipFill>
        <p:spPr>
          <a:xfrm>
            <a:off x="3691681" y="2439534"/>
            <a:ext cx="2306169" cy="2960069"/>
          </a:xfrm>
          <a:custGeom>
            <a:avLst/>
            <a:gdLst>
              <a:gd name="connsiteX0" fmla="*/ 0 w 2306169"/>
              <a:gd name="connsiteY0" fmla="*/ 0 h 2960070"/>
              <a:gd name="connsiteX1" fmla="*/ 2306169 w 2306169"/>
              <a:gd name="connsiteY1" fmla="*/ 0 h 2960070"/>
              <a:gd name="connsiteX2" fmla="*/ 2306169 w 2306169"/>
              <a:gd name="connsiteY2" fmla="*/ 2960070 h 2960070"/>
              <a:gd name="connsiteX3" fmla="*/ 0 w 2306169"/>
              <a:gd name="connsiteY3" fmla="*/ 2960070 h 2960070"/>
            </a:gdLst>
            <a:ahLst/>
            <a:cxnLst>
              <a:cxn ang="0">
                <a:pos x="connsiteX0" y="connsiteY0"/>
              </a:cxn>
              <a:cxn ang="0">
                <a:pos x="connsiteX1" y="connsiteY1"/>
              </a:cxn>
              <a:cxn ang="0">
                <a:pos x="connsiteX2" y="connsiteY2"/>
              </a:cxn>
              <a:cxn ang="0">
                <a:pos x="connsiteX3" y="connsiteY3"/>
              </a:cxn>
            </a:cxnLst>
            <a:rect l="l" t="t" r="r" b="b"/>
            <a:pathLst>
              <a:path w="2306169" h="2960070">
                <a:moveTo>
                  <a:pt x="0" y="0"/>
                </a:moveTo>
                <a:lnTo>
                  <a:pt x="2306169" y="0"/>
                </a:lnTo>
                <a:lnTo>
                  <a:pt x="2306169" y="2960070"/>
                </a:lnTo>
                <a:lnTo>
                  <a:pt x="0" y="2960070"/>
                </a:lnTo>
                <a:close/>
              </a:path>
            </a:pathLst>
          </a:custGeom>
          <a:noFill/>
          <a:ln>
            <a:solidFill>
              <a:schemeClr val="accent1"/>
            </a:solidFill>
          </a:ln>
        </p:spPr>
      </p:pic>
      <p:sp>
        <p:nvSpPr>
          <p:cNvPr id="55" name="文本框 54">
            <a:extLst>
              <a:ext uri="{FF2B5EF4-FFF2-40B4-BE49-F238E27FC236}">
                <a16:creationId xmlns:a16="http://schemas.microsoft.com/office/drawing/2014/main" id="{CA1CEE3D-035F-4E62-BD42-714E40B67217}"/>
              </a:ext>
            </a:extLst>
          </p:cNvPr>
          <p:cNvSpPr txBox="1"/>
          <p:nvPr/>
        </p:nvSpPr>
        <p:spPr>
          <a:xfrm>
            <a:off x="442912" y="1285128"/>
            <a:ext cx="11306175" cy="1003691"/>
          </a:xfrm>
          <a:prstGeom prst="rect">
            <a:avLst/>
          </a:prstGeom>
          <a:solidFill>
            <a:srgbClr val="FFFFFF">
              <a:lumMod val="85000"/>
              <a:alpha val="10000"/>
            </a:srgbClr>
          </a:solidFill>
          <a:ln>
            <a:solidFill>
              <a:srgbClr val="FFFFFF">
                <a:lumMod val="85000"/>
                <a:alpha val="50000"/>
              </a:srgbClr>
            </a:solidFill>
          </a:ln>
        </p:spPr>
        <p:txBody>
          <a:bodyPr wrap="square" lIns="180000" tIns="180000" rIns="180000" bIns="18000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0" cap="none" spc="100" normalizeH="0" baseline="0" noProof="0" dirty="0">
                <a:ln>
                  <a:noFill/>
                </a:ln>
                <a:solidFill>
                  <a:srgbClr val="000000">
                    <a:lumMod val="75000"/>
                    <a:lumOff val="25000"/>
                  </a:srgbClr>
                </a:solidFill>
                <a:effectLst/>
                <a:uLnTx/>
                <a:uFillTx/>
                <a:latin typeface="微软雅黑"/>
                <a:ea typeface="微软雅黑"/>
                <a:cs typeface="+mn-cs"/>
              </a:rPr>
              <a:t>这是此模板设计师留下的一段内容</a:t>
            </a:r>
            <a:r>
              <a:rPr kumimoji="0" lang="zh-CN" altLang="en-US" sz="1600" b="0" i="0" u="none" strike="noStrike" kern="0" cap="none" spc="100" normalizeH="0" baseline="0" noProof="0" dirty="0">
                <a:ln>
                  <a:noFill/>
                </a:ln>
                <a:solidFill>
                  <a:srgbClr val="000000">
                    <a:lumMod val="75000"/>
                    <a:lumOff val="25000"/>
                  </a:srgbClr>
                </a:solidFill>
                <a:effectLst/>
                <a:uLnTx/>
                <a:uFillTx/>
                <a:latin typeface="微软雅黑"/>
                <a:ea typeface="微软雅黑" panose="020B0503020204020204" pitchFamily="34" charset="-122"/>
                <a:cs typeface="+mn-cs"/>
              </a:rPr>
              <a:t>这是此模板设计师留下的一段内容这是此模板设计师留下的一段内容这是此模板设计师留下的一段内容这是此模板设计师留下的一段内容这是此模板设计师留下的一段内容</a:t>
            </a:r>
            <a:endParaRPr kumimoji="0" lang="zh-CN" altLang="en-US" sz="1600" b="0" i="0" u="none" strike="noStrike" kern="0" cap="none" spc="100" normalizeH="0" baseline="0" noProof="0" dirty="0">
              <a:ln>
                <a:noFill/>
              </a:ln>
              <a:solidFill>
                <a:srgbClr val="000000">
                  <a:lumMod val="75000"/>
                  <a:lumOff val="25000"/>
                </a:srgbClr>
              </a:solidFill>
              <a:effectLst/>
              <a:uLnTx/>
              <a:uFillTx/>
              <a:latin typeface="微软雅黑"/>
              <a:ea typeface="微软雅黑"/>
              <a:cs typeface="+mn-cs"/>
            </a:endParaRPr>
          </a:p>
        </p:txBody>
      </p:sp>
      <p:sp>
        <p:nvSpPr>
          <p:cNvPr id="2" name="标题 1"/>
          <p:cNvSpPr>
            <a:spLocks noGrp="1"/>
          </p:cNvSpPr>
          <p:nvPr>
            <p:ph type="title"/>
          </p:nvPr>
        </p:nvSpPr>
        <p:spPr/>
        <p:txBody>
          <a:bodyPr/>
          <a:lstStyle/>
          <a:p>
            <a:r>
              <a:rPr lang="zh-CN" altLang="en-US" dirty="0"/>
              <a:t>一段四图</a:t>
            </a:r>
          </a:p>
        </p:txBody>
      </p:sp>
      <p:pic>
        <p:nvPicPr>
          <p:cNvPr id="47" name="图片占位符 10">
            <a:extLst>
              <a:ext uri="{FF2B5EF4-FFF2-40B4-BE49-F238E27FC236}">
                <a16:creationId xmlns:a16="http://schemas.microsoft.com/office/drawing/2014/main" id="{D7B223AA-747D-4B6D-AFD2-277FB3FB83E8}"/>
              </a:ext>
            </a:extLst>
          </p:cNvPr>
          <p:cNvPicPr>
            <a:picLocks noChangeAspect="1"/>
          </p:cNvPicPr>
          <p:nvPr/>
        </p:nvPicPr>
        <p:blipFill rotWithShape="1">
          <a:blip r:embed="rId5" cstate="print">
            <a:duotone>
              <a:schemeClr val="accent1">
                <a:shade val="45000"/>
                <a:satMod val="135000"/>
              </a:schemeClr>
              <a:prstClr val="white"/>
            </a:duotone>
            <a:extLst>
              <a:ext uri="{28A0092B-C50C-407E-A947-70E740481C1C}">
                <a14:useLocalDpi xmlns:a14="http://schemas.microsoft.com/office/drawing/2010/main" val="0"/>
              </a:ext>
            </a:extLst>
          </a:blip>
          <a:srcRect/>
          <a:stretch/>
        </p:blipFill>
        <p:spPr>
          <a:xfrm>
            <a:off x="1189221" y="2439534"/>
            <a:ext cx="2306169" cy="2960069"/>
          </a:xfrm>
          <a:custGeom>
            <a:avLst/>
            <a:gdLst>
              <a:gd name="connsiteX0" fmla="*/ 0 w 2306169"/>
              <a:gd name="connsiteY0" fmla="*/ 0 h 2960070"/>
              <a:gd name="connsiteX1" fmla="*/ 2306169 w 2306169"/>
              <a:gd name="connsiteY1" fmla="*/ 0 h 2960070"/>
              <a:gd name="connsiteX2" fmla="*/ 2306169 w 2306169"/>
              <a:gd name="connsiteY2" fmla="*/ 2960070 h 2960070"/>
              <a:gd name="connsiteX3" fmla="*/ 0 w 2306169"/>
              <a:gd name="connsiteY3" fmla="*/ 2960070 h 2960070"/>
            </a:gdLst>
            <a:ahLst/>
            <a:cxnLst>
              <a:cxn ang="0">
                <a:pos x="connsiteX0" y="connsiteY0"/>
              </a:cxn>
              <a:cxn ang="0">
                <a:pos x="connsiteX1" y="connsiteY1"/>
              </a:cxn>
              <a:cxn ang="0">
                <a:pos x="connsiteX2" y="connsiteY2"/>
              </a:cxn>
              <a:cxn ang="0">
                <a:pos x="connsiteX3" y="connsiteY3"/>
              </a:cxn>
            </a:cxnLst>
            <a:rect l="l" t="t" r="r" b="b"/>
            <a:pathLst>
              <a:path w="2306169" h="2960070">
                <a:moveTo>
                  <a:pt x="0" y="0"/>
                </a:moveTo>
                <a:lnTo>
                  <a:pt x="2306169" y="0"/>
                </a:lnTo>
                <a:lnTo>
                  <a:pt x="2306169" y="2960070"/>
                </a:lnTo>
                <a:lnTo>
                  <a:pt x="0" y="2960070"/>
                </a:lnTo>
                <a:close/>
              </a:path>
            </a:pathLst>
          </a:custGeom>
          <a:noFill/>
          <a:ln>
            <a:solidFill>
              <a:schemeClr val="accent1"/>
            </a:solidFill>
          </a:ln>
        </p:spPr>
      </p:pic>
      <p:pic>
        <p:nvPicPr>
          <p:cNvPr id="50" name="图片占位符 24">
            <a:extLst>
              <a:ext uri="{FF2B5EF4-FFF2-40B4-BE49-F238E27FC236}">
                <a16:creationId xmlns:a16="http://schemas.microsoft.com/office/drawing/2014/main" id="{2873D5C7-270C-4E21-994C-BC1052D60A0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a:stretch/>
        </p:blipFill>
        <p:spPr>
          <a:xfrm>
            <a:off x="5958907" y="2257425"/>
            <a:ext cx="2608718" cy="3263445"/>
          </a:xfrm>
          <a:custGeom>
            <a:avLst/>
            <a:gdLst>
              <a:gd name="connsiteX0" fmla="*/ 0 w 2698760"/>
              <a:gd name="connsiteY0" fmla="*/ 0 h 3463979"/>
              <a:gd name="connsiteX1" fmla="*/ 2698760 w 2698760"/>
              <a:gd name="connsiteY1" fmla="*/ 0 h 3463979"/>
              <a:gd name="connsiteX2" fmla="*/ 2698760 w 2698760"/>
              <a:gd name="connsiteY2" fmla="*/ 3463979 h 3463979"/>
              <a:gd name="connsiteX3" fmla="*/ 0 w 2698760"/>
              <a:gd name="connsiteY3" fmla="*/ 3463979 h 3463979"/>
            </a:gdLst>
            <a:ahLst/>
            <a:cxnLst>
              <a:cxn ang="0">
                <a:pos x="connsiteX0" y="connsiteY0"/>
              </a:cxn>
              <a:cxn ang="0">
                <a:pos x="connsiteX1" y="connsiteY1"/>
              </a:cxn>
              <a:cxn ang="0">
                <a:pos x="connsiteX2" y="connsiteY2"/>
              </a:cxn>
              <a:cxn ang="0">
                <a:pos x="connsiteX3" y="connsiteY3"/>
              </a:cxn>
            </a:cxnLst>
            <a:rect l="l" t="t" r="r" b="b"/>
            <a:pathLst>
              <a:path w="2698760" h="3463979">
                <a:moveTo>
                  <a:pt x="0" y="0"/>
                </a:moveTo>
                <a:lnTo>
                  <a:pt x="2698760" y="0"/>
                </a:lnTo>
                <a:lnTo>
                  <a:pt x="2698760" y="3463979"/>
                </a:lnTo>
                <a:lnTo>
                  <a:pt x="0" y="3463979"/>
                </a:lnTo>
                <a:close/>
              </a:path>
            </a:pathLst>
          </a:custGeom>
          <a:noFill/>
          <a:ln>
            <a:solidFill>
              <a:srgbClr val="A13F0B"/>
            </a:solidFill>
          </a:ln>
          <a:effectLst>
            <a:outerShdw blurRad="571500" sx="102000" sy="102000" algn="ctr" rotWithShape="0">
              <a:prstClr val="black">
                <a:alpha val="24000"/>
              </a:prstClr>
            </a:outerShdw>
          </a:effectLst>
        </p:spPr>
      </p:pic>
      <p:sp>
        <p:nvSpPr>
          <p:cNvPr id="51" name="文本占位符 67">
            <a:extLst>
              <a:ext uri="{FF2B5EF4-FFF2-40B4-BE49-F238E27FC236}">
                <a16:creationId xmlns:a16="http://schemas.microsoft.com/office/drawing/2014/main" id="{2AFA494B-465B-4886-A4FF-3A21F911E51F}"/>
              </a:ext>
            </a:extLst>
          </p:cNvPr>
          <p:cNvSpPr txBox="1">
            <a:spLocks/>
          </p:cNvSpPr>
          <p:nvPr/>
        </p:nvSpPr>
        <p:spPr>
          <a:xfrm>
            <a:off x="1629544" y="5561256"/>
            <a:ext cx="1425184" cy="331664"/>
          </a:xfrm>
          <a:custGeom>
            <a:avLst/>
            <a:gdLst>
              <a:gd name="connsiteX0" fmla="*/ 0 w 1425184"/>
              <a:gd name="connsiteY0" fmla="*/ 165831 h 331664"/>
              <a:gd name="connsiteX1" fmla="*/ 0 w 1425184"/>
              <a:gd name="connsiteY1" fmla="*/ 165832 h 331664"/>
              <a:gd name="connsiteX2" fmla="*/ 0 w 1425184"/>
              <a:gd name="connsiteY2" fmla="*/ 165832 h 331664"/>
              <a:gd name="connsiteX3" fmla="*/ 165832 w 1425184"/>
              <a:gd name="connsiteY3" fmla="*/ 0 h 331664"/>
              <a:gd name="connsiteX4" fmla="*/ 1259352 w 1425184"/>
              <a:gd name="connsiteY4" fmla="*/ 0 h 331664"/>
              <a:gd name="connsiteX5" fmla="*/ 1425184 w 1425184"/>
              <a:gd name="connsiteY5" fmla="*/ 165832 h 331664"/>
              <a:gd name="connsiteX6" fmla="*/ 1425183 w 1425184"/>
              <a:gd name="connsiteY6" fmla="*/ 165832 h 331664"/>
              <a:gd name="connsiteX7" fmla="*/ 1259351 w 1425184"/>
              <a:gd name="connsiteY7" fmla="*/ 331664 h 331664"/>
              <a:gd name="connsiteX8" fmla="*/ 165832 w 1425184"/>
              <a:gd name="connsiteY8" fmla="*/ 331663 h 331664"/>
              <a:gd name="connsiteX9" fmla="*/ 13032 w 1425184"/>
              <a:gd name="connsiteY9" fmla="*/ 230380 h 331664"/>
              <a:gd name="connsiteX10" fmla="*/ 0 w 1425184"/>
              <a:gd name="connsiteY10" fmla="*/ 165832 h 331664"/>
              <a:gd name="connsiteX11" fmla="*/ 13032 w 1425184"/>
              <a:gd name="connsiteY11" fmla="*/ 101283 h 331664"/>
              <a:gd name="connsiteX12" fmla="*/ 165832 w 1425184"/>
              <a:gd name="connsiteY12" fmla="*/ 0 h 331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25184" h="331664">
                <a:moveTo>
                  <a:pt x="0" y="165831"/>
                </a:moveTo>
                <a:lnTo>
                  <a:pt x="0" y="165832"/>
                </a:lnTo>
                <a:lnTo>
                  <a:pt x="0" y="165832"/>
                </a:lnTo>
                <a:close/>
                <a:moveTo>
                  <a:pt x="165832" y="0"/>
                </a:moveTo>
                <a:lnTo>
                  <a:pt x="1259352" y="0"/>
                </a:lnTo>
                <a:cubicBezTo>
                  <a:pt x="1350938" y="0"/>
                  <a:pt x="1425184" y="74246"/>
                  <a:pt x="1425184" y="165832"/>
                </a:cubicBezTo>
                <a:lnTo>
                  <a:pt x="1425183" y="165832"/>
                </a:lnTo>
                <a:cubicBezTo>
                  <a:pt x="1425183" y="257418"/>
                  <a:pt x="1350937" y="331664"/>
                  <a:pt x="1259351" y="331664"/>
                </a:cubicBezTo>
                <a:lnTo>
                  <a:pt x="165832" y="331663"/>
                </a:lnTo>
                <a:cubicBezTo>
                  <a:pt x="97143" y="331663"/>
                  <a:pt x="38207" y="289900"/>
                  <a:pt x="13032" y="230380"/>
                </a:cubicBezTo>
                <a:lnTo>
                  <a:pt x="0" y="165832"/>
                </a:lnTo>
                <a:lnTo>
                  <a:pt x="13032" y="101283"/>
                </a:lnTo>
                <a:cubicBezTo>
                  <a:pt x="38207" y="41764"/>
                  <a:pt x="97143" y="0"/>
                  <a:pt x="165832" y="0"/>
                </a:cubicBezTo>
                <a:close/>
              </a:path>
            </a:pathLst>
          </a:custGeom>
          <a:solidFill>
            <a:schemeClr val="accent4"/>
          </a:solidFill>
        </p:spPr>
        <p:txBody>
          <a:bodyPr wrap="square">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bg1"/>
                </a:solidFill>
                <a:latin typeface="+mj-ea"/>
                <a:ea typeface="+mj-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a:ln>
                  <a:noFill/>
                </a:ln>
                <a:solidFill>
                  <a:srgbClr val="FFFFFF"/>
                </a:solidFill>
                <a:effectLst/>
                <a:uLnTx/>
                <a:uFillTx/>
                <a:latin typeface="微软雅黑"/>
                <a:ea typeface="微软雅黑"/>
                <a:cs typeface="+mn-cs"/>
              </a:rPr>
              <a:t>关键词</a:t>
            </a:r>
            <a:endParaRPr kumimoji="0" lang="zh-CN" altLang="en-US" sz="1800" b="0" i="0" u="none" strike="noStrike" kern="1200" cap="none" spc="0" normalizeH="0" baseline="0" noProof="0" dirty="0">
              <a:ln>
                <a:noFill/>
              </a:ln>
              <a:solidFill>
                <a:srgbClr val="FFFFFF"/>
              </a:solidFill>
              <a:effectLst/>
              <a:uLnTx/>
              <a:uFillTx/>
              <a:latin typeface="微软雅黑"/>
              <a:ea typeface="微软雅黑"/>
              <a:cs typeface="+mn-cs"/>
            </a:endParaRPr>
          </a:p>
        </p:txBody>
      </p:sp>
      <p:sp>
        <p:nvSpPr>
          <p:cNvPr id="52" name="文本占位符 69">
            <a:extLst>
              <a:ext uri="{FF2B5EF4-FFF2-40B4-BE49-F238E27FC236}">
                <a16:creationId xmlns:a16="http://schemas.microsoft.com/office/drawing/2014/main" id="{F8ED8A16-880C-432B-8981-1DEA4A24B808}"/>
              </a:ext>
            </a:extLst>
          </p:cNvPr>
          <p:cNvSpPr txBox="1">
            <a:spLocks/>
          </p:cNvSpPr>
          <p:nvPr/>
        </p:nvSpPr>
        <p:spPr>
          <a:xfrm>
            <a:off x="4132177" y="5561256"/>
            <a:ext cx="1425184" cy="331664"/>
          </a:xfrm>
          <a:custGeom>
            <a:avLst/>
            <a:gdLst>
              <a:gd name="connsiteX0" fmla="*/ 0 w 1425184"/>
              <a:gd name="connsiteY0" fmla="*/ 165831 h 331664"/>
              <a:gd name="connsiteX1" fmla="*/ 0 w 1425184"/>
              <a:gd name="connsiteY1" fmla="*/ 165832 h 331664"/>
              <a:gd name="connsiteX2" fmla="*/ 0 w 1425184"/>
              <a:gd name="connsiteY2" fmla="*/ 165832 h 331664"/>
              <a:gd name="connsiteX3" fmla="*/ 165832 w 1425184"/>
              <a:gd name="connsiteY3" fmla="*/ 0 h 331664"/>
              <a:gd name="connsiteX4" fmla="*/ 1259352 w 1425184"/>
              <a:gd name="connsiteY4" fmla="*/ 0 h 331664"/>
              <a:gd name="connsiteX5" fmla="*/ 1425184 w 1425184"/>
              <a:gd name="connsiteY5" fmla="*/ 165832 h 331664"/>
              <a:gd name="connsiteX6" fmla="*/ 1425183 w 1425184"/>
              <a:gd name="connsiteY6" fmla="*/ 165832 h 331664"/>
              <a:gd name="connsiteX7" fmla="*/ 1259351 w 1425184"/>
              <a:gd name="connsiteY7" fmla="*/ 331664 h 331664"/>
              <a:gd name="connsiteX8" fmla="*/ 165832 w 1425184"/>
              <a:gd name="connsiteY8" fmla="*/ 331663 h 331664"/>
              <a:gd name="connsiteX9" fmla="*/ 13032 w 1425184"/>
              <a:gd name="connsiteY9" fmla="*/ 230380 h 331664"/>
              <a:gd name="connsiteX10" fmla="*/ 0 w 1425184"/>
              <a:gd name="connsiteY10" fmla="*/ 165832 h 331664"/>
              <a:gd name="connsiteX11" fmla="*/ 13032 w 1425184"/>
              <a:gd name="connsiteY11" fmla="*/ 101283 h 331664"/>
              <a:gd name="connsiteX12" fmla="*/ 165832 w 1425184"/>
              <a:gd name="connsiteY12" fmla="*/ 0 h 331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25184" h="331664">
                <a:moveTo>
                  <a:pt x="0" y="165831"/>
                </a:moveTo>
                <a:lnTo>
                  <a:pt x="0" y="165832"/>
                </a:lnTo>
                <a:lnTo>
                  <a:pt x="0" y="165832"/>
                </a:lnTo>
                <a:close/>
                <a:moveTo>
                  <a:pt x="165832" y="0"/>
                </a:moveTo>
                <a:lnTo>
                  <a:pt x="1259352" y="0"/>
                </a:lnTo>
                <a:cubicBezTo>
                  <a:pt x="1350938" y="0"/>
                  <a:pt x="1425184" y="74246"/>
                  <a:pt x="1425184" y="165832"/>
                </a:cubicBezTo>
                <a:lnTo>
                  <a:pt x="1425183" y="165832"/>
                </a:lnTo>
                <a:cubicBezTo>
                  <a:pt x="1425183" y="257418"/>
                  <a:pt x="1350937" y="331664"/>
                  <a:pt x="1259351" y="331664"/>
                </a:cubicBezTo>
                <a:lnTo>
                  <a:pt x="165832" y="331663"/>
                </a:lnTo>
                <a:cubicBezTo>
                  <a:pt x="97143" y="331663"/>
                  <a:pt x="38207" y="289900"/>
                  <a:pt x="13032" y="230380"/>
                </a:cubicBezTo>
                <a:lnTo>
                  <a:pt x="0" y="165832"/>
                </a:lnTo>
                <a:lnTo>
                  <a:pt x="13032" y="101283"/>
                </a:lnTo>
                <a:cubicBezTo>
                  <a:pt x="38207" y="41764"/>
                  <a:pt x="97143" y="0"/>
                  <a:pt x="165832" y="0"/>
                </a:cubicBezTo>
                <a:close/>
              </a:path>
            </a:pathLst>
          </a:custGeom>
          <a:solidFill>
            <a:schemeClr val="accent4"/>
          </a:solidFill>
        </p:spPr>
        <p:txBody>
          <a:bodyPr wrap="square">
            <a:noAutofit/>
          </a:bodyPr>
          <a:lstStyle>
            <a:defPPr>
              <a:defRPr lang="zh-CN"/>
            </a:defPPr>
            <a:lvl1pPr marL="0" marR="0" lvl="0" indent="0" algn="ctr" defTabSz="914400" eaLnBrk="1" fontAlgn="auto" latinLnBrk="0" hangingPunct="1">
              <a:lnSpc>
                <a:spcPct val="100000"/>
              </a:lnSpc>
              <a:spcBef>
                <a:spcPts val="1000"/>
              </a:spcBef>
              <a:spcAft>
                <a:spcPts val="0"/>
              </a:spcAft>
              <a:buClrTx/>
              <a:buSzTx/>
              <a:buFont typeface="Arial" panose="020B0604020202020204" pitchFamily="34" charset="0"/>
              <a:buNone/>
              <a:tabLst/>
              <a:defRPr kumimoji="0" sz="1800" b="0" i="0" u="none" strike="noStrike" cap="none" spc="0" normalizeH="0" baseline="0">
                <a:ln>
                  <a:noFill/>
                </a:ln>
                <a:solidFill>
                  <a:srgbClr val="FFFFFF"/>
                </a:solidFill>
                <a:effectLst/>
                <a:uLnTx/>
                <a:uFillTx/>
                <a:latin typeface="+mn-ea"/>
                <a:ea typeface="+mn-ea"/>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FFFFFF"/>
                </a:solidFill>
                <a:effectLst/>
                <a:uLnTx/>
                <a:uFillTx/>
                <a:latin typeface="微软雅黑"/>
                <a:ea typeface="微软雅黑"/>
                <a:cs typeface="+mn-cs"/>
              </a:rPr>
              <a:t>关键词</a:t>
            </a:r>
          </a:p>
        </p:txBody>
      </p:sp>
      <p:sp>
        <p:nvSpPr>
          <p:cNvPr id="53" name="文本占位符 70">
            <a:extLst>
              <a:ext uri="{FF2B5EF4-FFF2-40B4-BE49-F238E27FC236}">
                <a16:creationId xmlns:a16="http://schemas.microsoft.com/office/drawing/2014/main" id="{0B54F23A-E2B7-4445-AD0B-D50AB9A79F3D}"/>
              </a:ext>
            </a:extLst>
          </p:cNvPr>
          <p:cNvSpPr txBox="1">
            <a:spLocks/>
          </p:cNvSpPr>
          <p:nvPr/>
        </p:nvSpPr>
        <p:spPr>
          <a:xfrm>
            <a:off x="9008118" y="5561256"/>
            <a:ext cx="1425184" cy="331664"/>
          </a:xfrm>
          <a:custGeom>
            <a:avLst/>
            <a:gdLst>
              <a:gd name="connsiteX0" fmla="*/ 0 w 1425184"/>
              <a:gd name="connsiteY0" fmla="*/ 165831 h 331664"/>
              <a:gd name="connsiteX1" fmla="*/ 0 w 1425184"/>
              <a:gd name="connsiteY1" fmla="*/ 165832 h 331664"/>
              <a:gd name="connsiteX2" fmla="*/ 0 w 1425184"/>
              <a:gd name="connsiteY2" fmla="*/ 165832 h 331664"/>
              <a:gd name="connsiteX3" fmla="*/ 165832 w 1425184"/>
              <a:gd name="connsiteY3" fmla="*/ 0 h 331664"/>
              <a:gd name="connsiteX4" fmla="*/ 1259352 w 1425184"/>
              <a:gd name="connsiteY4" fmla="*/ 0 h 331664"/>
              <a:gd name="connsiteX5" fmla="*/ 1425184 w 1425184"/>
              <a:gd name="connsiteY5" fmla="*/ 165832 h 331664"/>
              <a:gd name="connsiteX6" fmla="*/ 1425183 w 1425184"/>
              <a:gd name="connsiteY6" fmla="*/ 165832 h 331664"/>
              <a:gd name="connsiteX7" fmla="*/ 1259351 w 1425184"/>
              <a:gd name="connsiteY7" fmla="*/ 331664 h 331664"/>
              <a:gd name="connsiteX8" fmla="*/ 165832 w 1425184"/>
              <a:gd name="connsiteY8" fmla="*/ 331663 h 331664"/>
              <a:gd name="connsiteX9" fmla="*/ 13032 w 1425184"/>
              <a:gd name="connsiteY9" fmla="*/ 230380 h 331664"/>
              <a:gd name="connsiteX10" fmla="*/ 0 w 1425184"/>
              <a:gd name="connsiteY10" fmla="*/ 165832 h 331664"/>
              <a:gd name="connsiteX11" fmla="*/ 13032 w 1425184"/>
              <a:gd name="connsiteY11" fmla="*/ 101283 h 331664"/>
              <a:gd name="connsiteX12" fmla="*/ 165832 w 1425184"/>
              <a:gd name="connsiteY12" fmla="*/ 0 h 331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25184" h="331664">
                <a:moveTo>
                  <a:pt x="0" y="165831"/>
                </a:moveTo>
                <a:lnTo>
                  <a:pt x="0" y="165832"/>
                </a:lnTo>
                <a:lnTo>
                  <a:pt x="0" y="165832"/>
                </a:lnTo>
                <a:close/>
                <a:moveTo>
                  <a:pt x="165832" y="0"/>
                </a:moveTo>
                <a:lnTo>
                  <a:pt x="1259352" y="0"/>
                </a:lnTo>
                <a:cubicBezTo>
                  <a:pt x="1350938" y="0"/>
                  <a:pt x="1425184" y="74246"/>
                  <a:pt x="1425184" y="165832"/>
                </a:cubicBezTo>
                <a:lnTo>
                  <a:pt x="1425183" y="165832"/>
                </a:lnTo>
                <a:cubicBezTo>
                  <a:pt x="1425183" y="257418"/>
                  <a:pt x="1350937" y="331664"/>
                  <a:pt x="1259351" y="331664"/>
                </a:cubicBezTo>
                <a:lnTo>
                  <a:pt x="165832" y="331663"/>
                </a:lnTo>
                <a:cubicBezTo>
                  <a:pt x="97143" y="331663"/>
                  <a:pt x="38207" y="289900"/>
                  <a:pt x="13032" y="230380"/>
                </a:cubicBezTo>
                <a:lnTo>
                  <a:pt x="0" y="165832"/>
                </a:lnTo>
                <a:lnTo>
                  <a:pt x="13032" y="101283"/>
                </a:lnTo>
                <a:cubicBezTo>
                  <a:pt x="38207" y="41764"/>
                  <a:pt x="97143" y="0"/>
                  <a:pt x="165832" y="0"/>
                </a:cubicBezTo>
                <a:close/>
              </a:path>
            </a:pathLst>
          </a:custGeom>
          <a:solidFill>
            <a:schemeClr val="accent4"/>
          </a:solidFill>
        </p:spPr>
        <p:txBody>
          <a:bodyPr wrap="square">
            <a:noAutofit/>
          </a:bodyPr>
          <a:lstStyle>
            <a:defPPr>
              <a:defRPr lang="zh-CN"/>
            </a:defPPr>
            <a:lvl1pPr marL="0" marR="0" lvl="0" indent="0" algn="ctr" defTabSz="914400" eaLnBrk="1" fontAlgn="auto" latinLnBrk="0" hangingPunct="1">
              <a:lnSpc>
                <a:spcPct val="100000"/>
              </a:lnSpc>
              <a:spcBef>
                <a:spcPts val="1000"/>
              </a:spcBef>
              <a:spcAft>
                <a:spcPts val="0"/>
              </a:spcAft>
              <a:buClrTx/>
              <a:buSzTx/>
              <a:buFont typeface="Arial" panose="020B0604020202020204" pitchFamily="34" charset="0"/>
              <a:buNone/>
              <a:tabLst/>
              <a:defRPr kumimoji="0" sz="1800" b="0" i="0" u="none" strike="noStrike" cap="none" spc="0" normalizeH="0" baseline="0">
                <a:ln>
                  <a:noFill/>
                </a:ln>
                <a:solidFill>
                  <a:srgbClr val="FFFFFF"/>
                </a:solidFill>
                <a:effectLst/>
                <a:uLnTx/>
                <a:uFillTx/>
                <a:latin typeface="+mn-ea"/>
                <a:ea typeface="+mn-ea"/>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FFFFFF"/>
                </a:solidFill>
                <a:effectLst/>
                <a:uLnTx/>
                <a:uFillTx/>
                <a:latin typeface="微软雅黑"/>
                <a:ea typeface="微软雅黑"/>
                <a:cs typeface="+mn-cs"/>
              </a:rPr>
              <a:t>关键词</a:t>
            </a:r>
          </a:p>
        </p:txBody>
      </p:sp>
      <p:sp>
        <p:nvSpPr>
          <p:cNvPr id="54" name="文本占位符 72">
            <a:extLst>
              <a:ext uri="{FF2B5EF4-FFF2-40B4-BE49-F238E27FC236}">
                <a16:creationId xmlns:a16="http://schemas.microsoft.com/office/drawing/2014/main" id="{06A24EFB-1085-4718-BE29-252A38865808}"/>
              </a:ext>
            </a:extLst>
          </p:cNvPr>
          <p:cNvSpPr txBox="1">
            <a:spLocks/>
          </p:cNvSpPr>
          <p:nvPr/>
        </p:nvSpPr>
        <p:spPr>
          <a:xfrm>
            <a:off x="6634638" y="5686555"/>
            <a:ext cx="1425184" cy="331664"/>
          </a:xfrm>
          <a:custGeom>
            <a:avLst/>
            <a:gdLst>
              <a:gd name="connsiteX0" fmla="*/ 0 w 1425184"/>
              <a:gd name="connsiteY0" fmla="*/ 165831 h 331664"/>
              <a:gd name="connsiteX1" fmla="*/ 0 w 1425184"/>
              <a:gd name="connsiteY1" fmla="*/ 165832 h 331664"/>
              <a:gd name="connsiteX2" fmla="*/ 0 w 1425184"/>
              <a:gd name="connsiteY2" fmla="*/ 165832 h 331664"/>
              <a:gd name="connsiteX3" fmla="*/ 165832 w 1425184"/>
              <a:gd name="connsiteY3" fmla="*/ 0 h 331664"/>
              <a:gd name="connsiteX4" fmla="*/ 1259352 w 1425184"/>
              <a:gd name="connsiteY4" fmla="*/ 0 h 331664"/>
              <a:gd name="connsiteX5" fmla="*/ 1425184 w 1425184"/>
              <a:gd name="connsiteY5" fmla="*/ 165832 h 331664"/>
              <a:gd name="connsiteX6" fmla="*/ 1425183 w 1425184"/>
              <a:gd name="connsiteY6" fmla="*/ 165832 h 331664"/>
              <a:gd name="connsiteX7" fmla="*/ 1259351 w 1425184"/>
              <a:gd name="connsiteY7" fmla="*/ 331664 h 331664"/>
              <a:gd name="connsiteX8" fmla="*/ 165832 w 1425184"/>
              <a:gd name="connsiteY8" fmla="*/ 331663 h 331664"/>
              <a:gd name="connsiteX9" fmla="*/ 13032 w 1425184"/>
              <a:gd name="connsiteY9" fmla="*/ 230380 h 331664"/>
              <a:gd name="connsiteX10" fmla="*/ 0 w 1425184"/>
              <a:gd name="connsiteY10" fmla="*/ 165832 h 331664"/>
              <a:gd name="connsiteX11" fmla="*/ 13032 w 1425184"/>
              <a:gd name="connsiteY11" fmla="*/ 101283 h 331664"/>
              <a:gd name="connsiteX12" fmla="*/ 165832 w 1425184"/>
              <a:gd name="connsiteY12" fmla="*/ 0 h 331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25184" h="331664">
                <a:moveTo>
                  <a:pt x="0" y="165831"/>
                </a:moveTo>
                <a:lnTo>
                  <a:pt x="0" y="165832"/>
                </a:lnTo>
                <a:lnTo>
                  <a:pt x="0" y="165832"/>
                </a:lnTo>
                <a:close/>
                <a:moveTo>
                  <a:pt x="165832" y="0"/>
                </a:moveTo>
                <a:lnTo>
                  <a:pt x="1259352" y="0"/>
                </a:lnTo>
                <a:cubicBezTo>
                  <a:pt x="1350938" y="0"/>
                  <a:pt x="1425184" y="74246"/>
                  <a:pt x="1425184" y="165832"/>
                </a:cubicBezTo>
                <a:lnTo>
                  <a:pt x="1425183" y="165832"/>
                </a:lnTo>
                <a:cubicBezTo>
                  <a:pt x="1425183" y="257418"/>
                  <a:pt x="1350937" y="331664"/>
                  <a:pt x="1259351" y="331664"/>
                </a:cubicBezTo>
                <a:lnTo>
                  <a:pt x="165832" y="331663"/>
                </a:lnTo>
                <a:cubicBezTo>
                  <a:pt x="97143" y="331663"/>
                  <a:pt x="38207" y="289900"/>
                  <a:pt x="13032" y="230380"/>
                </a:cubicBezTo>
                <a:lnTo>
                  <a:pt x="0" y="165832"/>
                </a:lnTo>
                <a:lnTo>
                  <a:pt x="13032" y="101283"/>
                </a:lnTo>
                <a:cubicBezTo>
                  <a:pt x="38207" y="41764"/>
                  <a:pt x="97143" y="0"/>
                  <a:pt x="165832" y="0"/>
                </a:cubicBezTo>
                <a:close/>
              </a:path>
            </a:pathLst>
          </a:custGeom>
          <a:solidFill>
            <a:schemeClr val="accent4"/>
          </a:solidFill>
        </p:spPr>
        <p:txBody>
          <a:bodyPr wrap="square">
            <a:noAutofit/>
          </a:bodyPr>
          <a:lstStyle>
            <a:defPPr>
              <a:defRPr lang="zh-CN"/>
            </a:defPPr>
            <a:lvl1pPr marL="0" marR="0" lvl="0" indent="0" algn="ctr" defTabSz="914400" eaLnBrk="1" fontAlgn="auto" latinLnBrk="0" hangingPunct="1">
              <a:lnSpc>
                <a:spcPct val="100000"/>
              </a:lnSpc>
              <a:spcBef>
                <a:spcPts val="1000"/>
              </a:spcBef>
              <a:spcAft>
                <a:spcPts val="0"/>
              </a:spcAft>
              <a:buClrTx/>
              <a:buSzTx/>
              <a:buFont typeface="Arial" panose="020B0604020202020204" pitchFamily="34" charset="0"/>
              <a:buNone/>
              <a:tabLst/>
              <a:defRPr kumimoji="0" sz="1800" b="0" i="0" u="none" strike="noStrike" cap="none" spc="0" normalizeH="0" baseline="0">
                <a:ln>
                  <a:noFill/>
                </a:ln>
                <a:solidFill>
                  <a:srgbClr val="FFFFFF"/>
                </a:solidFill>
                <a:effectLst/>
                <a:uLnTx/>
                <a:uFillTx/>
                <a:latin typeface="+mn-ea"/>
                <a:ea typeface="+mn-ea"/>
              </a:defRPr>
            </a:lvl1pPr>
            <a:lvl2pPr marL="685800" indent="-228600" defTabSz="914400" eaLnBrk="1" latinLnBrk="0" hangingPunct="1">
              <a:lnSpc>
                <a:spcPct val="90000"/>
              </a:lnSpc>
              <a:spcBef>
                <a:spcPts val="500"/>
              </a:spcBef>
              <a:buFont typeface="Arial" panose="020B0604020202020204" pitchFamily="34" charset="0"/>
              <a:buChar char="•"/>
              <a:defRPr sz="2400">
                <a:latin typeface="+mn-lt"/>
                <a:ea typeface="+mn-ea"/>
              </a:defRPr>
            </a:lvl2pPr>
            <a:lvl3pPr marL="1143000" indent="-228600" defTabSz="914400" eaLnBrk="1" latinLnBrk="0" hangingPunct="1">
              <a:lnSpc>
                <a:spcPct val="90000"/>
              </a:lnSpc>
              <a:spcBef>
                <a:spcPts val="500"/>
              </a:spcBef>
              <a:buFont typeface="Arial" panose="020B0604020202020204" pitchFamily="34" charset="0"/>
              <a:buChar char="•"/>
              <a:defRPr sz="2000">
                <a:latin typeface="+mn-lt"/>
                <a:ea typeface="+mn-ea"/>
              </a:defRPr>
            </a:lvl3pPr>
            <a:lvl4pPr marL="1600200" indent="-228600" defTabSz="914400" eaLnBrk="1" latinLnBrk="0" hangingPunct="1">
              <a:lnSpc>
                <a:spcPct val="90000"/>
              </a:lnSpc>
              <a:spcBef>
                <a:spcPts val="500"/>
              </a:spcBef>
              <a:buFont typeface="Arial" panose="020B0604020202020204" pitchFamily="34" charset="0"/>
              <a:buChar char="•"/>
              <a:defRPr sz="1800">
                <a:latin typeface="+mn-lt"/>
                <a:ea typeface="+mn-ea"/>
              </a:defRPr>
            </a:lvl4pPr>
            <a:lvl5pPr marL="2057400" indent="-228600" defTabSz="914400" eaLnBrk="1" latinLnBrk="0" hangingPunct="1">
              <a:lnSpc>
                <a:spcPct val="90000"/>
              </a:lnSpc>
              <a:spcBef>
                <a:spcPts val="500"/>
              </a:spcBef>
              <a:buFont typeface="Arial" panose="020B0604020202020204" pitchFamily="34" charset="0"/>
              <a:buChar char="•"/>
              <a:defRPr sz="1800">
                <a:latin typeface="+mn-lt"/>
                <a:ea typeface="+mn-ea"/>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zh-CN" altLang="en-US" sz="1800" b="0" i="0" u="none" strike="noStrike" kern="1200" cap="none" spc="0" normalizeH="0" baseline="0" noProof="0" dirty="0">
                <a:ln>
                  <a:noFill/>
                </a:ln>
                <a:solidFill>
                  <a:srgbClr val="FFFFFF"/>
                </a:solidFill>
                <a:effectLst/>
                <a:uLnTx/>
                <a:uFillTx/>
                <a:latin typeface="微软雅黑"/>
                <a:ea typeface="微软雅黑"/>
                <a:cs typeface="+mn-cs"/>
              </a:rPr>
              <a:t>关键词</a:t>
            </a:r>
          </a:p>
        </p:txBody>
      </p:sp>
      <p:sp>
        <p:nvSpPr>
          <p:cNvPr id="56" name="矩形: 圆角 55">
            <a:extLst>
              <a:ext uri="{FF2B5EF4-FFF2-40B4-BE49-F238E27FC236}">
                <a16:creationId xmlns:a16="http://schemas.microsoft.com/office/drawing/2014/main" id="{C7680011-A633-457F-B329-22FD85C47045}"/>
              </a:ext>
            </a:extLst>
          </p:cNvPr>
          <p:cNvSpPr/>
          <p:nvPr/>
        </p:nvSpPr>
        <p:spPr>
          <a:xfrm>
            <a:off x="508864" y="1013251"/>
            <a:ext cx="3032502" cy="543754"/>
          </a:xfrm>
          <a:prstGeom prst="roundRect">
            <a:avLst>
              <a:gd name="adj" fmla="val 0"/>
            </a:avLst>
          </a:prstGeom>
          <a:noFill/>
          <a:ln w="12700" cap="flat" cmpd="sng" algn="ctr">
            <a:noFill/>
            <a:prstDash val="solid"/>
            <a:miter lim="800000"/>
          </a:ln>
          <a:effectLst/>
        </p:spPr>
        <p:txBody>
          <a:bodyPr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6C39"/>
                </a:solidFill>
                <a:effectLst/>
                <a:uLnTx/>
                <a:uFillTx/>
                <a:latin typeface="微软雅黑"/>
                <a:ea typeface="微软雅黑"/>
                <a:cs typeface="+mn-cs"/>
              </a:rPr>
              <a:t>单击添加副标题 </a:t>
            </a:r>
            <a:r>
              <a:rPr kumimoji="0" lang="zh-CN" altLang="en-US" sz="2000" b="0" i="0" u="none" strike="noStrike" kern="0" cap="none" spc="1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sym typeface="Wingdings 3" panose="05040102010807070707" pitchFamily="18" charset="2"/>
              </a:rPr>
              <a:t></a:t>
            </a:r>
            <a:r>
              <a:rPr kumimoji="0" lang="zh-CN" altLang="en-US" sz="2000" b="0" i="0" u="none" strike="noStrike" kern="0" cap="none" spc="0" normalizeH="0" baseline="0" noProof="0" dirty="0">
                <a:ln>
                  <a:noFill/>
                </a:ln>
                <a:solidFill>
                  <a:srgbClr val="0079BA"/>
                </a:solidFill>
                <a:effectLst/>
                <a:uLnTx/>
                <a:uFillTx/>
                <a:latin typeface="微软雅黑" panose="020B0503020204020204" pitchFamily="34" charset="-122"/>
                <a:ea typeface="微软雅黑" panose="020B0503020204020204" pitchFamily="34" charset="-122"/>
                <a:cs typeface="+mn-cs"/>
              </a:rPr>
              <a:t>  </a:t>
            </a:r>
          </a:p>
        </p:txBody>
      </p:sp>
      <p:grpSp>
        <p:nvGrpSpPr>
          <p:cNvPr id="57" name="组合 56">
            <a:extLst>
              <a:ext uri="{FF2B5EF4-FFF2-40B4-BE49-F238E27FC236}">
                <a16:creationId xmlns:a16="http://schemas.microsoft.com/office/drawing/2014/main" id="{529E9890-00B7-4A3B-8719-9AC4F5CA3BC0}"/>
              </a:ext>
            </a:extLst>
          </p:cNvPr>
          <p:cNvGrpSpPr/>
          <p:nvPr/>
        </p:nvGrpSpPr>
        <p:grpSpPr>
          <a:xfrm>
            <a:off x="11452963" y="4186123"/>
            <a:ext cx="280608" cy="155700"/>
            <a:chOff x="11787685" y="2589881"/>
            <a:chExt cx="280608" cy="155700"/>
          </a:xfrm>
        </p:grpSpPr>
        <p:grpSp>
          <p:nvGrpSpPr>
            <p:cNvPr id="58" name="组合 57">
              <a:extLst>
                <a:ext uri="{FF2B5EF4-FFF2-40B4-BE49-F238E27FC236}">
                  <a16:creationId xmlns:a16="http://schemas.microsoft.com/office/drawing/2014/main" id="{58AC9937-C45B-4C0C-BE8C-331626E9BCDD}"/>
                </a:ext>
              </a:extLst>
            </p:cNvPr>
            <p:cNvGrpSpPr/>
            <p:nvPr/>
          </p:nvGrpSpPr>
          <p:grpSpPr>
            <a:xfrm>
              <a:off x="11787685" y="2589881"/>
              <a:ext cx="124788" cy="155700"/>
              <a:chOff x="11749088" y="2541722"/>
              <a:chExt cx="201981" cy="397394"/>
            </a:xfrm>
          </p:grpSpPr>
          <p:cxnSp>
            <p:nvCxnSpPr>
              <p:cNvPr id="65" name="直接连接符 64">
                <a:extLst>
                  <a:ext uri="{FF2B5EF4-FFF2-40B4-BE49-F238E27FC236}">
                    <a16:creationId xmlns:a16="http://schemas.microsoft.com/office/drawing/2014/main" id="{E0B28B6F-983B-4035-8FA4-FBF7A69BFA6E}"/>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66" name="直接连接符 65">
                <a:extLst>
                  <a:ext uri="{FF2B5EF4-FFF2-40B4-BE49-F238E27FC236}">
                    <a16:creationId xmlns:a16="http://schemas.microsoft.com/office/drawing/2014/main" id="{BB1A5A27-9A98-48F1-A9E7-95476C5750DD}"/>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nvGrpSpPr>
            <p:cNvPr id="59" name="组合 58">
              <a:extLst>
                <a:ext uri="{FF2B5EF4-FFF2-40B4-BE49-F238E27FC236}">
                  <a16:creationId xmlns:a16="http://schemas.microsoft.com/office/drawing/2014/main" id="{015E5671-166C-4094-9811-B422880223B1}"/>
                </a:ext>
              </a:extLst>
            </p:cNvPr>
            <p:cNvGrpSpPr/>
            <p:nvPr/>
          </p:nvGrpSpPr>
          <p:grpSpPr>
            <a:xfrm>
              <a:off x="11865595" y="2589881"/>
              <a:ext cx="124788" cy="155700"/>
              <a:chOff x="11749088" y="2541722"/>
              <a:chExt cx="201981" cy="397394"/>
            </a:xfrm>
          </p:grpSpPr>
          <p:cxnSp>
            <p:nvCxnSpPr>
              <p:cNvPr id="63" name="直接连接符 62">
                <a:extLst>
                  <a:ext uri="{FF2B5EF4-FFF2-40B4-BE49-F238E27FC236}">
                    <a16:creationId xmlns:a16="http://schemas.microsoft.com/office/drawing/2014/main" id="{103B67DB-9D4D-48BE-AD15-BDC6105ACA14}"/>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64" name="直接连接符 63">
                <a:extLst>
                  <a:ext uri="{FF2B5EF4-FFF2-40B4-BE49-F238E27FC236}">
                    <a16:creationId xmlns:a16="http://schemas.microsoft.com/office/drawing/2014/main" id="{35F7421C-E822-4DCE-82D3-3CF43AFABCCA}"/>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nvGrpSpPr>
            <p:cNvPr id="60" name="组合 59">
              <a:extLst>
                <a:ext uri="{FF2B5EF4-FFF2-40B4-BE49-F238E27FC236}">
                  <a16:creationId xmlns:a16="http://schemas.microsoft.com/office/drawing/2014/main" id="{8DEEA52F-6F65-4BA0-AC00-94FCCC1EF76D}"/>
                </a:ext>
              </a:extLst>
            </p:cNvPr>
            <p:cNvGrpSpPr/>
            <p:nvPr/>
          </p:nvGrpSpPr>
          <p:grpSpPr>
            <a:xfrm>
              <a:off x="11943505" y="2589881"/>
              <a:ext cx="124788" cy="155700"/>
              <a:chOff x="11749088" y="2541722"/>
              <a:chExt cx="201981" cy="397394"/>
            </a:xfrm>
          </p:grpSpPr>
          <p:cxnSp>
            <p:nvCxnSpPr>
              <p:cNvPr id="61" name="直接连接符 60">
                <a:extLst>
                  <a:ext uri="{FF2B5EF4-FFF2-40B4-BE49-F238E27FC236}">
                    <a16:creationId xmlns:a16="http://schemas.microsoft.com/office/drawing/2014/main" id="{D35F1FDA-2B32-44A6-A020-8332B685BBEF}"/>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62" name="直接连接符 61">
                <a:extLst>
                  <a:ext uri="{FF2B5EF4-FFF2-40B4-BE49-F238E27FC236}">
                    <a16:creationId xmlns:a16="http://schemas.microsoft.com/office/drawing/2014/main" id="{F6C09B7C-0F5F-4396-B0D8-460D78533EEC}"/>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grpSp>
        <p:nvGrpSpPr>
          <p:cNvPr id="67" name="组合 66">
            <a:extLst>
              <a:ext uri="{FF2B5EF4-FFF2-40B4-BE49-F238E27FC236}">
                <a16:creationId xmlns:a16="http://schemas.microsoft.com/office/drawing/2014/main" id="{09AFE782-0092-4D33-AC60-ADD3AC609660}"/>
              </a:ext>
            </a:extLst>
          </p:cNvPr>
          <p:cNvGrpSpPr/>
          <p:nvPr/>
        </p:nvGrpSpPr>
        <p:grpSpPr>
          <a:xfrm flipH="1">
            <a:off x="442913" y="4186123"/>
            <a:ext cx="280608" cy="155700"/>
            <a:chOff x="11787685" y="2589881"/>
            <a:chExt cx="280608" cy="155700"/>
          </a:xfrm>
        </p:grpSpPr>
        <p:grpSp>
          <p:nvGrpSpPr>
            <p:cNvPr id="68" name="组合 67">
              <a:extLst>
                <a:ext uri="{FF2B5EF4-FFF2-40B4-BE49-F238E27FC236}">
                  <a16:creationId xmlns:a16="http://schemas.microsoft.com/office/drawing/2014/main" id="{9DB16C06-177D-402F-B72C-ECA971C441B2}"/>
                </a:ext>
              </a:extLst>
            </p:cNvPr>
            <p:cNvGrpSpPr/>
            <p:nvPr/>
          </p:nvGrpSpPr>
          <p:grpSpPr>
            <a:xfrm>
              <a:off x="11787685" y="2589881"/>
              <a:ext cx="124788" cy="155700"/>
              <a:chOff x="11749088" y="2541722"/>
              <a:chExt cx="201981" cy="397394"/>
            </a:xfrm>
          </p:grpSpPr>
          <p:cxnSp>
            <p:nvCxnSpPr>
              <p:cNvPr id="75" name="直接连接符 74">
                <a:extLst>
                  <a:ext uri="{FF2B5EF4-FFF2-40B4-BE49-F238E27FC236}">
                    <a16:creationId xmlns:a16="http://schemas.microsoft.com/office/drawing/2014/main" id="{AF6E8A11-2F25-49D0-93F6-94D7C748DCE4}"/>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76" name="直接连接符 75">
                <a:extLst>
                  <a:ext uri="{FF2B5EF4-FFF2-40B4-BE49-F238E27FC236}">
                    <a16:creationId xmlns:a16="http://schemas.microsoft.com/office/drawing/2014/main" id="{5CCA3629-BFEA-44D4-8C2A-3D912923C359}"/>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nvGrpSpPr>
            <p:cNvPr id="69" name="组合 68">
              <a:extLst>
                <a:ext uri="{FF2B5EF4-FFF2-40B4-BE49-F238E27FC236}">
                  <a16:creationId xmlns:a16="http://schemas.microsoft.com/office/drawing/2014/main" id="{9EC21708-2372-4F0E-8391-B48AA263F56F}"/>
                </a:ext>
              </a:extLst>
            </p:cNvPr>
            <p:cNvGrpSpPr/>
            <p:nvPr/>
          </p:nvGrpSpPr>
          <p:grpSpPr>
            <a:xfrm>
              <a:off x="11865595" y="2589881"/>
              <a:ext cx="124788" cy="155700"/>
              <a:chOff x="11749088" y="2541722"/>
              <a:chExt cx="201981" cy="397394"/>
            </a:xfrm>
          </p:grpSpPr>
          <p:cxnSp>
            <p:nvCxnSpPr>
              <p:cNvPr id="73" name="直接连接符 72">
                <a:extLst>
                  <a:ext uri="{FF2B5EF4-FFF2-40B4-BE49-F238E27FC236}">
                    <a16:creationId xmlns:a16="http://schemas.microsoft.com/office/drawing/2014/main" id="{65CCA464-B438-4DBC-8F80-A686F0F79F55}"/>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74" name="直接连接符 73">
                <a:extLst>
                  <a:ext uri="{FF2B5EF4-FFF2-40B4-BE49-F238E27FC236}">
                    <a16:creationId xmlns:a16="http://schemas.microsoft.com/office/drawing/2014/main" id="{374DCC8E-59FC-44A8-A11C-3CA63E519A62}"/>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nvGrpSpPr>
            <p:cNvPr id="70" name="组合 69">
              <a:extLst>
                <a:ext uri="{FF2B5EF4-FFF2-40B4-BE49-F238E27FC236}">
                  <a16:creationId xmlns:a16="http://schemas.microsoft.com/office/drawing/2014/main" id="{5B238AA7-F7BE-4C1B-994C-A951C21D320D}"/>
                </a:ext>
              </a:extLst>
            </p:cNvPr>
            <p:cNvGrpSpPr/>
            <p:nvPr/>
          </p:nvGrpSpPr>
          <p:grpSpPr>
            <a:xfrm>
              <a:off x="11943505" y="2589881"/>
              <a:ext cx="124788" cy="155700"/>
              <a:chOff x="11749088" y="2541722"/>
              <a:chExt cx="201981" cy="397394"/>
            </a:xfrm>
          </p:grpSpPr>
          <p:cxnSp>
            <p:nvCxnSpPr>
              <p:cNvPr id="71" name="直接连接符 70">
                <a:extLst>
                  <a:ext uri="{FF2B5EF4-FFF2-40B4-BE49-F238E27FC236}">
                    <a16:creationId xmlns:a16="http://schemas.microsoft.com/office/drawing/2014/main" id="{A7FDF2E1-BA0A-4570-8EDF-D7C8EDBF89C1}"/>
                  </a:ext>
                </a:extLst>
              </p:cNvPr>
              <p:cNvCxnSpPr/>
              <p:nvPr/>
            </p:nvCxnSpPr>
            <p:spPr>
              <a:xfrm>
                <a:off x="11749088" y="2541722"/>
                <a:ext cx="201981" cy="201981"/>
              </a:xfrm>
              <a:prstGeom prst="line">
                <a:avLst/>
              </a:prstGeom>
              <a:noFill/>
              <a:ln w="6350" cap="flat" cmpd="sng" algn="ctr">
                <a:solidFill>
                  <a:schemeClr val="accent1"/>
                </a:solidFill>
                <a:prstDash val="solid"/>
                <a:miter lim="800000"/>
              </a:ln>
              <a:effectLst/>
            </p:spPr>
          </p:cxnSp>
          <p:cxnSp>
            <p:nvCxnSpPr>
              <p:cNvPr id="72" name="直接连接符 71">
                <a:extLst>
                  <a:ext uri="{FF2B5EF4-FFF2-40B4-BE49-F238E27FC236}">
                    <a16:creationId xmlns:a16="http://schemas.microsoft.com/office/drawing/2014/main" id="{9A7890E3-5C54-4052-A7AD-16279E0971D8}"/>
                  </a:ext>
                </a:extLst>
              </p:cNvPr>
              <p:cNvCxnSpPr>
                <a:cxnSpLocks/>
              </p:cNvCxnSpPr>
              <p:nvPr/>
            </p:nvCxnSpPr>
            <p:spPr>
              <a:xfrm flipH="1">
                <a:off x="11749088" y="2737135"/>
                <a:ext cx="201981" cy="201981"/>
              </a:xfrm>
              <a:prstGeom prst="line">
                <a:avLst/>
              </a:prstGeom>
              <a:noFill/>
              <a:ln w="6350" cap="flat" cmpd="sng" algn="ctr">
                <a:solidFill>
                  <a:schemeClr val="accent1"/>
                </a:solidFill>
                <a:prstDash val="solid"/>
                <a:miter lim="800000"/>
              </a:ln>
              <a:effectLst/>
            </p:spPr>
          </p:cxnSp>
        </p:grpSp>
      </p:grpSp>
    </p:spTree>
    <p:extLst>
      <p:ext uri="{BB962C8B-B14F-4D97-AF65-F5344CB8AC3E}">
        <p14:creationId xmlns:p14="http://schemas.microsoft.com/office/powerpoint/2010/main" val="100930120"/>
      </p:ext>
    </p:extLst>
  </p:cSld>
  <p:clrMapOvr>
    <a:masterClrMapping/>
  </p:clrMapOvr>
  <p:transition spd="med">
    <p:pull/>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二段二图</a:t>
            </a:r>
          </a:p>
        </p:txBody>
      </p:sp>
      <p:pic>
        <p:nvPicPr>
          <p:cNvPr id="14" name="图片占位符 3">
            <a:extLst>
              <a:ext uri="{FF2B5EF4-FFF2-40B4-BE49-F238E27FC236}">
                <a16:creationId xmlns:a16="http://schemas.microsoft.com/office/drawing/2014/main" id="{35A9FAEA-7235-41DE-A68D-FADE7302ECA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472823" y="1351810"/>
            <a:ext cx="2470932" cy="4392769"/>
          </a:xfrm>
          <a:prstGeom prst="rect">
            <a:avLst/>
          </a:prstGeom>
        </p:spPr>
      </p:pic>
      <p:pic>
        <p:nvPicPr>
          <p:cNvPr id="15" name="图片占位符 10">
            <a:extLst>
              <a:ext uri="{FF2B5EF4-FFF2-40B4-BE49-F238E27FC236}">
                <a16:creationId xmlns:a16="http://schemas.microsoft.com/office/drawing/2014/main" id="{9587D53A-26AB-41A2-A045-23EC9DF178E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70365" y="1351810"/>
            <a:ext cx="2470932" cy="4392769"/>
          </a:xfrm>
          <a:prstGeom prst="rect">
            <a:avLst/>
          </a:prstGeom>
        </p:spPr>
      </p:pic>
      <p:sp>
        <p:nvSpPr>
          <p:cNvPr id="16" name="文本框 15">
            <a:extLst>
              <a:ext uri="{FF2B5EF4-FFF2-40B4-BE49-F238E27FC236}">
                <a16:creationId xmlns:a16="http://schemas.microsoft.com/office/drawing/2014/main" id="{83A90D00-9818-4123-AA45-F6BE003B2AD7}"/>
              </a:ext>
            </a:extLst>
          </p:cNvPr>
          <p:cNvSpPr txBox="1"/>
          <p:nvPr/>
        </p:nvSpPr>
        <p:spPr>
          <a:xfrm>
            <a:off x="3671584" y="3259411"/>
            <a:ext cx="2074984" cy="2520690"/>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可以替换你需要的图可以替换你需要的图可以替换你需要的图可以替换你需要的图可以替换你需要的图</a:t>
            </a:r>
          </a:p>
        </p:txBody>
      </p:sp>
      <p:sp>
        <p:nvSpPr>
          <p:cNvPr id="17" name="文本框 16">
            <a:extLst>
              <a:ext uri="{FF2B5EF4-FFF2-40B4-BE49-F238E27FC236}">
                <a16:creationId xmlns:a16="http://schemas.microsoft.com/office/drawing/2014/main" id="{41D80D00-488C-4CE2-89FD-236AF9C9791E}"/>
              </a:ext>
            </a:extLst>
          </p:cNvPr>
          <p:cNvSpPr txBox="1"/>
          <p:nvPr/>
        </p:nvSpPr>
        <p:spPr>
          <a:xfrm>
            <a:off x="3049369" y="2357449"/>
            <a:ext cx="2373923" cy="589055"/>
          </a:xfrm>
          <a:prstGeom prst="rect">
            <a:avLst/>
          </a:prstGeom>
          <a:solidFill>
            <a:schemeClr val="accent1"/>
          </a:solidFill>
        </p:spPr>
        <p:txBody>
          <a:bodyPr wrap="square" lIns="0" tIns="0" rIns="0" bIns="0" rtlCol="0" anchor="ctr" anchorCtr="0">
            <a:noAutofit/>
          </a:bodyPr>
          <a:lstStyle>
            <a:defPPr>
              <a:defRPr lang="zh-CN"/>
            </a:defPPr>
            <a:lvl1pPr>
              <a:lnSpc>
                <a:spcPct val="130000"/>
              </a:lnSpc>
              <a:defRPr sz="4000" spc="300">
                <a:solidFill>
                  <a:schemeClr val="accent1"/>
                </a:solidFill>
                <a:latin typeface="+mj-ea"/>
                <a:ea typeface="+mj-ea"/>
              </a:defRPr>
            </a:lvl1pPr>
          </a:lstStyle>
          <a:p>
            <a:pPr marL="0" marR="0" lvl="0" indent="0" algn="ctr" defTabSz="914400" rtl="0" eaLnBrk="0" fontAlgn="base" latinLnBrk="0" hangingPunct="0">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标题关键词</a:t>
            </a:r>
          </a:p>
        </p:txBody>
      </p:sp>
      <p:sp>
        <p:nvSpPr>
          <p:cNvPr id="18" name="文本框 17">
            <a:extLst>
              <a:ext uri="{FF2B5EF4-FFF2-40B4-BE49-F238E27FC236}">
                <a16:creationId xmlns:a16="http://schemas.microsoft.com/office/drawing/2014/main" id="{F0456B50-B7AA-4F92-81EB-2AE8DE599EC1}"/>
              </a:ext>
            </a:extLst>
          </p:cNvPr>
          <p:cNvSpPr txBox="1"/>
          <p:nvPr/>
        </p:nvSpPr>
        <p:spPr>
          <a:xfrm>
            <a:off x="9193100" y="3259411"/>
            <a:ext cx="2074984" cy="2485168"/>
          </a:xfrm>
          <a:prstGeom prst="rect">
            <a:avLst/>
          </a:prstGeom>
          <a:noFill/>
        </p:spPr>
        <p:txBody>
          <a:bodyPr wrap="square" lIns="0" tIns="0" rIns="0" bIns="0" rtlCol="0">
            <a:spAutoFit/>
          </a:bodyPr>
          <a:lstStyle>
            <a:defPPr>
              <a:defRPr lang="zh-CN"/>
            </a:defPPr>
            <a:lvl1pPr>
              <a:lnSpc>
                <a:spcPct val="130000"/>
              </a:lnSpc>
              <a:defRPr sz="1200" spc="300">
                <a:solidFill>
                  <a:schemeClr val="tx1">
                    <a:lumMod val="85000"/>
                    <a:lumOff val="15000"/>
                  </a:schemeClr>
                </a:solidFill>
              </a:defRPr>
            </a:lvl1p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可以替换你需要的图可以替换你需要的图可以替换你需要的图可以替换你需要的图可以替换你需要的图</a:t>
            </a:r>
          </a:p>
        </p:txBody>
      </p:sp>
      <p:sp>
        <p:nvSpPr>
          <p:cNvPr id="9" name="文本框 8">
            <a:extLst>
              <a:ext uri="{FF2B5EF4-FFF2-40B4-BE49-F238E27FC236}">
                <a16:creationId xmlns:a16="http://schemas.microsoft.com/office/drawing/2014/main" id="{2E69A432-4794-4549-AF74-A7CFEB838BB7}"/>
              </a:ext>
            </a:extLst>
          </p:cNvPr>
          <p:cNvSpPr txBox="1"/>
          <p:nvPr/>
        </p:nvSpPr>
        <p:spPr>
          <a:xfrm>
            <a:off x="8594039" y="2357448"/>
            <a:ext cx="2373923" cy="589055"/>
          </a:xfrm>
          <a:prstGeom prst="rect">
            <a:avLst/>
          </a:prstGeom>
          <a:solidFill>
            <a:srgbClr val="A13F0B"/>
          </a:solidFill>
        </p:spPr>
        <p:txBody>
          <a:bodyPr wrap="square" lIns="0" tIns="0" rIns="0" bIns="0" rtlCol="0" anchor="ctr" anchorCtr="0">
            <a:noAutofit/>
          </a:bodyPr>
          <a:lstStyle>
            <a:defPPr>
              <a:defRPr lang="zh-CN"/>
            </a:defPPr>
            <a:lvl1pPr>
              <a:lnSpc>
                <a:spcPct val="130000"/>
              </a:lnSpc>
              <a:defRPr sz="4000" spc="300">
                <a:solidFill>
                  <a:schemeClr val="accent1"/>
                </a:solidFill>
                <a:latin typeface="+mj-ea"/>
                <a:ea typeface="+mj-ea"/>
              </a:defRPr>
            </a:lvl1pPr>
          </a:lstStyle>
          <a:p>
            <a:pPr marL="0" marR="0" lvl="0" indent="0" algn="ctr" defTabSz="914400" rtl="0" eaLnBrk="0" fontAlgn="base" latinLnBrk="0" hangingPunct="0">
              <a:lnSpc>
                <a:spcPct val="10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标题关键词</a:t>
            </a:r>
          </a:p>
        </p:txBody>
      </p:sp>
    </p:spTree>
    <p:extLst>
      <p:ext uri="{BB962C8B-B14F-4D97-AF65-F5344CB8AC3E}">
        <p14:creationId xmlns:p14="http://schemas.microsoft.com/office/powerpoint/2010/main" val="796589696"/>
      </p:ext>
    </p:extLst>
  </p:cSld>
  <p:clrMapOvr>
    <a:masterClrMapping/>
  </p:clrMapOvr>
  <p:transition spd="med">
    <p:pull/>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三段一图</a:t>
            </a:r>
          </a:p>
        </p:txBody>
      </p:sp>
      <p:pic>
        <p:nvPicPr>
          <p:cNvPr id="9" name="图片 8">
            <a:extLst>
              <a:ext uri="{FF2B5EF4-FFF2-40B4-BE49-F238E27FC236}">
                <a16:creationId xmlns:a16="http://schemas.microsoft.com/office/drawing/2014/main" id="{D1723413-CCDE-4B17-9173-53D3C4587CD8}"/>
              </a:ext>
            </a:extLst>
          </p:cNvPr>
          <p:cNvPicPr>
            <a:picLocks noChangeAspect="1"/>
          </p:cNvPicPr>
          <p:nvPr/>
        </p:nvPicPr>
        <p:blipFill rotWithShape="1">
          <a:blip r:embed="rId3" cstate="hqprint">
            <a:extLst>
              <a:ext uri="{28A0092B-C50C-407E-A947-70E740481C1C}">
                <a14:useLocalDpi xmlns:a14="http://schemas.microsoft.com/office/drawing/2010/main"/>
              </a:ext>
            </a:extLst>
          </a:blip>
          <a:srcRect/>
          <a:stretch/>
        </p:blipFill>
        <p:spPr>
          <a:xfrm>
            <a:off x="660400" y="1156920"/>
            <a:ext cx="10858500" cy="2145080"/>
          </a:xfrm>
          <a:prstGeom prst="rect">
            <a:avLst/>
          </a:prstGeom>
        </p:spPr>
      </p:pic>
      <p:sp>
        <p:nvSpPr>
          <p:cNvPr id="10" name="椭圆 9">
            <a:extLst>
              <a:ext uri="{FF2B5EF4-FFF2-40B4-BE49-F238E27FC236}">
                <a16:creationId xmlns:a16="http://schemas.microsoft.com/office/drawing/2014/main" id="{867C9606-8EE1-4C4F-BF63-D233BE9B5787}"/>
              </a:ext>
            </a:extLst>
          </p:cNvPr>
          <p:cNvSpPr/>
          <p:nvPr/>
        </p:nvSpPr>
        <p:spPr>
          <a:xfrm>
            <a:off x="2262551" y="2786184"/>
            <a:ext cx="1031631" cy="1031631"/>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400" b="0" i="0" u="none" strike="noStrike" kern="1200" cap="none" spc="0" normalizeH="0" baseline="0" noProof="0" dirty="0">
                <a:ln>
                  <a:noFill/>
                </a:ln>
                <a:solidFill>
                  <a:prstClr val="white"/>
                </a:solidFill>
                <a:effectLst/>
                <a:uLnTx/>
                <a:uFillTx/>
                <a:latin typeface="微软雅黑"/>
                <a:ea typeface="微软雅黑"/>
                <a:cs typeface="+mn-cs"/>
              </a:rPr>
              <a:t>01</a:t>
            </a:r>
            <a:endParaRPr kumimoji="0" lang="zh-CN" altLang="en-US" sz="24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1" name="椭圆 10">
            <a:extLst>
              <a:ext uri="{FF2B5EF4-FFF2-40B4-BE49-F238E27FC236}">
                <a16:creationId xmlns:a16="http://schemas.microsoft.com/office/drawing/2014/main" id="{FE116D01-2166-4C72-B6D3-556DBBF12ABE}"/>
              </a:ext>
            </a:extLst>
          </p:cNvPr>
          <p:cNvSpPr/>
          <p:nvPr/>
        </p:nvSpPr>
        <p:spPr>
          <a:xfrm>
            <a:off x="5586043" y="2786184"/>
            <a:ext cx="1031631" cy="1031631"/>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400" b="0" i="0" u="none" strike="noStrike" kern="1200" cap="none" spc="0" normalizeH="0" baseline="0" noProof="0" dirty="0">
                <a:ln>
                  <a:noFill/>
                </a:ln>
                <a:solidFill>
                  <a:prstClr val="white"/>
                </a:solidFill>
                <a:effectLst/>
                <a:uLnTx/>
                <a:uFillTx/>
                <a:latin typeface="微软雅黑"/>
                <a:ea typeface="微软雅黑"/>
                <a:cs typeface="+mn-cs"/>
              </a:rPr>
              <a:t>02</a:t>
            </a:r>
            <a:endParaRPr kumimoji="0" lang="zh-CN" altLang="en-US" sz="24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2" name="椭圆 11">
            <a:extLst>
              <a:ext uri="{FF2B5EF4-FFF2-40B4-BE49-F238E27FC236}">
                <a16:creationId xmlns:a16="http://schemas.microsoft.com/office/drawing/2014/main" id="{D949E2DD-31E5-4E72-901B-49886C11E880}"/>
              </a:ext>
            </a:extLst>
          </p:cNvPr>
          <p:cNvSpPr/>
          <p:nvPr/>
        </p:nvSpPr>
        <p:spPr>
          <a:xfrm>
            <a:off x="8909536" y="2786184"/>
            <a:ext cx="1031631" cy="1031631"/>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2400" b="0" i="0" u="none" strike="noStrike" kern="1200" cap="none" spc="0" normalizeH="0" baseline="0" noProof="0" dirty="0">
                <a:ln>
                  <a:noFill/>
                </a:ln>
                <a:solidFill>
                  <a:prstClr val="white"/>
                </a:solidFill>
                <a:effectLst/>
                <a:uLnTx/>
                <a:uFillTx/>
                <a:latin typeface="微软雅黑"/>
                <a:ea typeface="微软雅黑"/>
                <a:cs typeface="+mn-cs"/>
              </a:rPr>
              <a:t>03</a:t>
            </a:r>
            <a:endParaRPr kumimoji="0" lang="zh-CN" altLang="en-US" sz="24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3" name="文本框 12">
            <a:extLst>
              <a:ext uri="{FF2B5EF4-FFF2-40B4-BE49-F238E27FC236}">
                <a16:creationId xmlns:a16="http://schemas.microsoft.com/office/drawing/2014/main" id="{844CD361-390E-4C70-A90B-A5837B535A16}"/>
              </a:ext>
            </a:extLst>
          </p:cNvPr>
          <p:cNvSpPr txBox="1"/>
          <p:nvPr/>
        </p:nvSpPr>
        <p:spPr>
          <a:xfrm>
            <a:off x="1357559" y="4510063"/>
            <a:ext cx="2841614" cy="1372683"/>
          </a:xfrm>
          <a:prstGeom prst="rect">
            <a:avLst/>
          </a:prstGeom>
          <a:noFill/>
        </p:spPr>
        <p:txBody>
          <a:bodyPr wrap="square"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solidFill>
                <a:effectLst/>
                <a:uLnTx/>
                <a:uFillTx/>
                <a:latin typeface="Century Gothic" panose="020B0502020202020204" pitchFamily="34" charset="0"/>
                <a:ea typeface="微软雅黑" panose="020B0503020204020204" pitchFamily="34" charset="-122"/>
                <a:cs typeface="+mn-cs"/>
              </a:rPr>
              <a:t>这里是说明这里是说明这里是说明这里是说明这里是说明这里是说明这里是说明这里是说明。</a:t>
            </a:r>
          </a:p>
        </p:txBody>
      </p:sp>
      <p:sp>
        <p:nvSpPr>
          <p:cNvPr id="20" name="文本框 19">
            <a:extLst>
              <a:ext uri="{FF2B5EF4-FFF2-40B4-BE49-F238E27FC236}">
                <a16:creationId xmlns:a16="http://schemas.microsoft.com/office/drawing/2014/main" id="{C06A6E69-6B5A-4A29-9D96-B1D7D6FF4FB7}"/>
              </a:ext>
            </a:extLst>
          </p:cNvPr>
          <p:cNvSpPr txBox="1"/>
          <p:nvPr/>
        </p:nvSpPr>
        <p:spPr>
          <a:xfrm>
            <a:off x="1450309" y="3925412"/>
            <a:ext cx="2656114"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这里是标题</a:t>
            </a:r>
          </a:p>
        </p:txBody>
      </p:sp>
      <p:sp>
        <p:nvSpPr>
          <p:cNvPr id="21" name="文本框 20">
            <a:extLst>
              <a:ext uri="{FF2B5EF4-FFF2-40B4-BE49-F238E27FC236}">
                <a16:creationId xmlns:a16="http://schemas.microsoft.com/office/drawing/2014/main" id="{24B331F6-ED89-42E9-AC55-C4251BC73C11}"/>
              </a:ext>
            </a:extLst>
          </p:cNvPr>
          <p:cNvSpPr txBox="1"/>
          <p:nvPr/>
        </p:nvSpPr>
        <p:spPr>
          <a:xfrm>
            <a:off x="4675193" y="4510063"/>
            <a:ext cx="2841614" cy="1341073"/>
          </a:xfrm>
          <a:prstGeom prst="rect">
            <a:avLst/>
          </a:prstGeom>
          <a:noFill/>
        </p:spPr>
        <p:txBody>
          <a:bodyPr wrap="square"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这里是说明这里是说明这里是说明这里是说明这里是说明这里是说明这里是说明这里是说明。</a:t>
            </a:r>
          </a:p>
        </p:txBody>
      </p:sp>
      <p:sp>
        <p:nvSpPr>
          <p:cNvPr id="22" name="文本框 21">
            <a:extLst>
              <a:ext uri="{FF2B5EF4-FFF2-40B4-BE49-F238E27FC236}">
                <a16:creationId xmlns:a16="http://schemas.microsoft.com/office/drawing/2014/main" id="{13E800C7-2CC8-495E-9890-0D149CAC73F4}"/>
              </a:ext>
            </a:extLst>
          </p:cNvPr>
          <p:cNvSpPr txBox="1"/>
          <p:nvPr/>
        </p:nvSpPr>
        <p:spPr>
          <a:xfrm>
            <a:off x="4767943" y="3925412"/>
            <a:ext cx="2656114"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这里是标题</a:t>
            </a:r>
          </a:p>
        </p:txBody>
      </p:sp>
      <p:sp>
        <p:nvSpPr>
          <p:cNvPr id="23" name="文本框 22">
            <a:extLst>
              <a:ext uri="{FF2B5EF4-FFF2-40B4-BE49-F238E27FC236}">
                <a16:creationId xmlns:a16="http://schemas.microsoft.com/office/drawing/2014/main" id="{8B96E1BB-2BA1-4CB1-B972-109EBCD2B32C}"/>
              </a:ext>
            </a:extLst>
          </p:cNvPr>
          <p:cNvSpPr txBox="1"/>
          <p:nvPr/>
        </p:nvSpPr>
        <p:spPr>
          <a:xfrm>
            <a:off x="8025928" y="4510063"/>
            <a:ext cx="2841614" cy="1341073"/>
          </a:xfrm>
          <a:prstGeom prst="rect">
            <a:avLst/>
          </a:prstGeom>
          <a:noFill/>
        </p:spPr>
        <p:txBody>
          <a:bodyPr wrap="square"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rPr>
              <a:t>这里是说明这里是说明这里是说明这里是说明这里是说明这里是说明这里是说明这里是说明。</a:t>
            </a:r>
          </a:p>
        </p:txBody>
      </p:sp>
      <p:sp>
        <p:nvSpPr>
          <p:cNvPr id="24" name="文本框 23">
            <a:extLst>
              <a:ext uri="{FF2B5EF4-FFF2-40B4-BE49-F238E27FC236}">
                <a16:creationId xmlns:a16="http://schemas.microsoft.com/office/drawing/2014/main" id="{DC5659B7-E518-44B6-A5D5-501D22727341}"/>
              </a:ext>
            </a:extLst>
          </p:cNvPr>
          <p:cNvSpPr txBox="1"/>
          <p:nvPr/>
        </p:nvSpPr>
        <p:spPr>
          <a:xfrm>
            <a:off x="8118678" y="3925412"/>
            <a:ext cx="2656114"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这里是标题</a:t>
            </a:r>
          </a:p>
        </p:txBody>
      </p:sp>
      <p:sp>
        <p:nvSpPr>
          <p:cNvPr id="25" name="矩形 24">
            <a:extLst>
              <a:ext uri="{FF2B5EF4-FFF2-40B4-BE49-F238E27FC236}">
                <a16:creationId xmlns:a16="http://schemas.microsoft.com/office/drawing/2014/main" id="{A898813D-6FD5-4254-BB25-FE5D675160A1}"/>
              </a:ext>
            </a:extLst>
          </p:cNvPr>
          <p:cNvSpPr/>
          <p:nvPr/>
        </p:nvSpPr>
        <p:spPr>
          <a:xfrm>
            <a:off x="660400" y="1003300"/>
            <a:ext cx="10858500" cy="15362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26" name="直接连接符 25">
            <a:extLst>
              <a:ext uri="{FF2B5EF4-FFF2-40B4-BE49-F238E27FC236}">
                <a16:creationId xmlns:a16="http://schemas.microsoft.com/office/drawing/2014/main" id="{CC9638C1-1588-4562-BEE7-81734B79B488}"/>
              </a:ext>
            </a:extLst>
          </p:cNvPr>
          <p:cNvCxnSpPr/>
          <p:nvPr/>
        </p:nvCxnSpPr>
        <p:spPr>
          <a:xfrm>
            <a:off x="2438396" y="6084693"/>
            <a:ext cx="648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4205B57C-7F96-4316-9227-95E89F8FA4B0}"/>
              </a:ext>
            </a:extLst>
          </p:cNvPr>
          <p:cNvCxnSpPr/>
          <p:nvPr/>
        </p:nvCxnSpPr>
        <p:spPr>
          <a:xfrm>
            <a:off x="5781955" y="6084693"/>
            <a:ext cx="648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D739535-9D3C-449C-902F-8834D746D1D6}"/>
              </a:ext>
            </a:extLst>
          </p:cNvPr>
          <p:cNvCxnSpPr/>
          <p:nvPr/>
        </p:nvCxnSpPr>
        <p:spPr>
          <a:xfrm>
            <a:off x="9111308" y="6084693"/>
            <a:ext cx="6480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46245"/>
      </p:ext>
    </p:extLst>
  </p:cSld>
  <p:clrMapOvr>
    <a:masterClrMapping/>
  </p:clrMapOvr>
  <p:transition spd="med">
    <p:pull/>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三段三图</a:t>
            </a:r>
          </a:p>
        </p:txBody>
      </p:sp>
      <p:sp>
        <p:nvSpPr>
          <p:cNvPr id="55" name="矩形 54">
            <a:extLst>
              <a:ext uri="{FF2B5EF4-FFF2-40B4-BE49-F238E27FC236}">
                <a16:creationId xmlns:a16="http://schemas.microsoft.com/office/drawing/2014/main" id="{B259B52F-FE6F-4E30-991B-CFEA50715CFA}"/>
              </a:ext>
            </a:extLst>
          </p:cNvPr>
          <p:cNvSpPr/>
          <p:nvPr/>
        </p:nvSpPr>
        <p:spPr>
          <a:xfrm>
            <a:off x="1465945" y="1252207"/>
            <a:ext cx="9260114" cy="1451427"/>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7" name="矩形 56">
            <a:extLst>
              <a:ext uri="{FF2B5EF4-FFF2-40B4-BE49-F238E27FC236}">
                <a16:creationId xmlns:a16="http://schemas.microsoft.com/office/drawing/2014/main" id="{72EAB6C4-2984-44A8-908C-3B46D09E8454}"/>
              </a:ext>
            </a:extLst>
          </p:cNvPr>
          <p:cNvSpPr/>
          <p:nvPr/>
        </p:nvSpPr>
        <p:spPr>
          <a:xfrm>
            <a:off x="1465944" y="2826780"/>
            <a:ext cx="9260103" cy="1451427"/>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59" name="矩形 58">
            <a:extLst>
              <a:ext uri="{FF2B5EF4-FFF2-40B4-BE49-F238E27FC236}">
                <a16:creationId xmlns:a16="http://schemas.microsoft.com/office/drawing/2014/main" id="{6B2822D2-CF52-41DB-A1E3-C3E731CA723F}"/>
              </a:ext>
            </a:extLst>
          </p:cNvPr>
          <p:cNvSpPr/>
          <p:nvPr/>
        </p:nvSpPr>
        <p:spPr>
          <a:xfrm>
            <a:off x="1465945" y="4386610"/>
            <a:ext cx="9260102" cy="1451427"/>
          </a:xfrm>
          <a:prstGeom prst="rect">
            <a:avLst/>
          </a:pr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pic>
        <p:nvPicPr>
          <p:cNvPr id="62" name="图片占位符 22">
            <a:extLst>
              <a:ext uri="{FF2B5EF4-FFF2-40B4-BE49-F238E27FC236}">
                <a16:creationId xmlns:a16="http://schemas.microsoft.com/office/drawing/2014/main" id="{F07D3F71-2C0A-4A4C-B772-D35689973FA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1465265" y="2827461"/>
            <a:ext cx="2438391" cy="1450975"/>
          </a:xfrm>
          <a:prstGeom prst="rect">
            <a:avLst/>
          </a:prstGeom>
        </p:spPr>
      </p:pic>
      <p:pic>
        <p:nvPicPr>
          <p:cNvPr id="63" name="图片占位符 24">
            <a:extLst>
              <a:ext uri="{FF2B5EF4-FFF2-40B4-BE49-F238E27FC236}">
                <a16:creationId xmlns:a16="http://schemas.microsoft.com/office/drawing/2014/main" id="{3CCF244A-C68D-4C10-A784-D5DF8EACBB8B}"/>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1465265" y="4387291"/>
            <a:ext cx="2445106" cy="1450975"/>
          </a:xfrm>
          <a:prstGeom prst="rect">
            <a:avLst/>
          </a:prstGeom>
        </p:spPr>
      </p:pic>
      <p:sp>
        <p:nvSpPr>
          <p:cNvPr id="64" name="文本占位符 11">
            <a:extLst>
              <a:ext uri="{FF2B5EF4-FFF2-40B4-BE49-F238E27FC236}">
                <a16:creationId xmlns:a16="http://schemas.microsoft.com/office/drawing/2014/main" id="{F3736761-C8E0-48EE-8521-4BE1F3C85110}"/>
              </a:ext>
            </a:extLst>
          </p:cNvPr>
          <p:cNvSpPr txBox="1">
            <a:spLocks/>
          </p:cNvSpPr>
          <p:nvPr/>
        </p:nvSpPr>
        <p:spPr>
          <a:xfrm>
            <a:off x="4957315" y="1877157"/>
            <a:ext cx="5517939" cy="663575"/>
          </a:xfrm>
          <a:prstGeom prst="rect">
            <a:avLst/>
          </a:prstGeom>
        </p:spPr>
        <p:txBody>
          <a:bodyPr lIns="0" tIns="0" rIns="0" bIns="0" anchor="ctr"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更改左侧图片更改左侧图片更改左侧图片更改左侧图片更改左侧图片更改左侧图片。</a:t>
            </a:r>
          </a:p>
        </p:txBody>
      </p:sp>
      <p:sp>
        <p:nvSpPr>
          <p:cNvPr id="65" name="文本占位符 6">
            <a:extLst>
              <a:ext uri="{FF2B5EF4-FFF2-40B4-BE49-F238E27FC236}">
                <a16:creationId xmlns:a16="http://schemas.microsoft.com/office/drawing/2014/main" id="{5D8D9A45-5BD7-4FF8-AAEF-A268ADF4D75A}"/>
              </a:ext>
            </a:extLst>
          </p:cNvPr>
          <p:cNvSpPr txBox="1">
            <a:spLocks/>
          </p:cNvSpPr>
          <p:nvPr/>
        </p:nvSpPr>
        <p:spPr>
          <a:xfrm>
            <a:off x="4913771" y="1426374"/>
            <a:ext cx="4651141"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标题关键词</a:t>
            </a:r>
          </a:p>
        </p:txBody>
      </p:sp>
      <p:sp>
        <p:nvSpPr>
          <p:cNvPr id="66" name="文本框 65">
            <a:extLst>
              <a:ext uri="{FF2B5EF4-FFF2-40B4-BE49-F238E27FC236}">
                <a16:creationId xmlns:a16="http://schemas.microsoft.com/office/drawing/2014/main" id="{71A67695-F8C2-4EF1-9469-03AA7C0B212B}"/>
              </a:ext>
            </a:extLst>
          </p:cNvPr>
          <p:cNvSpPr txBox="1"/>
          <p:nvPr/>
        </p:nvSpPr>
        <p:spPr>
          <a:xfrm>
            <a:off x="4245089" y="1585610"/>
            <a:ext cx="385316" cy="676083"/>
          </a:xfrm>
          <a:prstGeom prst="rect">
            <a:avLst/>
          </a:prstGeom>
          <a:noFill/>
        </p:spPr>
        <p:txBody>
          <a:bodyPr wrap="squar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40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rPr>
              <a:t>1</a:t>
            </a:r>
            <a:endParaRPr kumimoji="0" lang="zh-CN" altLang="en-US" sz="44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endParaRPr>
          </a:p>
        </p:txBody>
      </p:sp>
      <p:cxnSp>
        <p:nvCxnSpPr>
          <p:cNvPr id="67" name="直接连接符 66">
            <a:extLst>
              <a:ext uri="{FF2B5EF4-FFF2-40B4-BE49-F238E27FC236}">
                <a16:creationId xmlns:a16="http://schemas.microsoft.com/office/drawing/2014/main" id="{2B4FF9B4-4E10-47AE-8EE1-A420719A9574}"/>
              </a:ext>
            </a:extLst>
          </p:cNvPr>
          <p:cNvCxnSpPr>
            <a:cxnSpLocks/>
          </p:cNvCxnSpPr>
          <p:nvPr/>
        </p:nvCxnSpPr>
        <p:spPr>
          <a:xfrm flipH="1">
            <a:off x="4411391" y="1923651"/>
            <a:ext cx="317156" cy="51514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8" name="文本占位符 11">
            <a:extLst>
              <a:ext uri="{FF2B5EF4-FFF2-40B4-BE49-F238E27FC236}">
                <a16:creationId xmlns:a16="http://schemas.microsoft.com/office/drawing/2014/main" id="{B38BE648-E485-4DA6-AB94-AA844E496DE9}"/>
              </a:ext>
            </a:extLst>
          </p:cNvPr>
          <p:cNvSpPr txBox="1">
            <a:spLocks/>
          </p:cNvSpPr>
          <p:nvPr/>
        </p:nvSpPr>
        <p:spPr>
          <a:xfrm>
            <a:off x="4957315" y="3448174"/>
            <a:ext cx="5517940" cy="663575"/>
          </a:xfrm>
          <a:prstGeom prst="rect">
            <a:avLst/>
          </a:prstGeom>
        </p:spPr>
        <p:txBody>
          <a:bodyPr lIns="0" tIns="0" rIns="0" bIns="0" anchor="ctr"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更改左侧图片更改左侧图片更改左侧图片更改左侧图片更改左侧图片更改左侧图片。</a:t>
            </a:r>
          </a:p>
        </p:txBody>
      </p:sp>
      <p:sp>
        <p:nvSpPr>
          <p:cNvPr id="69" name="文本占位符 6">
            <a:extLst>
              <a:ext uri="{FF2B5EF4-FFF2-40B4-BE49-F238E27FC236}">
                <a16:creationId xmlns:a16="http://schemas.microsoft.com/office/drawing/2014/main" id="{CEBDAB54-B9AE-4125-B98F-BE55C4A7EDBA}"/>
              </a:ext>
            </a:extLst>
          </p:cNvPr>
          <p:cNvSpPr txBox="1">
            <a:spLocks/>
          </p:cNvSpPr>
          <p:nvPr/>
        </p:nvSpPr>
        <p:spPr>
          <a:xfrm>
            <a:off x="4913771" y="2997391"/>
            <a:ext cx="4651141" cy="465070"/>
          </a:xfrm>
          <a:prstGeom prst="rect">
            <a:avLst/>
          </a:prstGeom>
        </p:spPr>
        <p:txBody>
          <a:bodyPr vert="horz" lIns="0" tIns="0" rIns="0" bIns="0" rtlCol="0">
            <a:normAutofit fontScale="92500"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标题关键词</a:t>
            </a:r>
          </a:p>
          <a:p>
            <a:pPr marL="0" marR="0" lvl="0" indent="0" algn="l"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endPar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endParaRPr>
          </a:p>
        </p:txBody>
      </p:sp>
      <p:sp>
        <p:nvSpPr>
          <p:cNvPr id="70" name="文本框 69">
            <a:extLst>
              <a:ext uri="{FF2B5EF4-FFF2-40B4-BE49-F238E27FC236}">
                <a16:creationId xmlns:a16="http://schemas.microsoft.com/office/drawing/2014/main" id="{2FED1DE2-56C9-45A4-AAE6-11B351D58F7E}"/>
              </a:ext>
            </a:extLst>
          </p:cNvPr>
          <p:cNvSpPr txBox="1"/>
          <p:nvPr/>
        </p:nvSpPr>
        <p:spPr>
          <a:xfrm>
            <a:off x="4245089" y="3156627"/>
            <a:ext cx="385316" cy="676083"/>
          </a:xfrm>
          <a:prstGeom prst="rect">
            <a:avLst/>
          </a:prstGeom>
          <a:noFill/>
        </p:spPr>
        <p:txBody>
          <a:bodyPr wrap="squar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40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rPr>
              <a:t>2</a:t>
            </a:r>
            <a:endParaRPr kumimoji="0" lang="zh-CN" altLang="en-US" sz="44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endParaRPr>
          </a:p>
        </p:txBody>
      </p:sp>
      <p:cxnSp>
        <p:nvCxnSpPr>
          <p:cNvPr id="71" name="直接连接符 70">
            <a:extLst>
              <a:ext uri="{FF2B5EF4-FFF2-40B4-BE49-F238E27FC236}">
                <a16:creationId xmlns:a16="http://schemas.microsoft.com/office/drawing/2014/main" id="{4C8FFDA3-180F-4C44-A307-1F0289A0CEAC}"/>
              </a:ext>
            </a:extLst>
          </p:cNvPr>
          <p:cNvCxnSpPr>
            <a:cxnSpLocks/>
          </p:cNvCxnSpPr>
          <p:nvPr/>
        </p:nvCxnSpPr>
        <p:spPr>
          <a:xfrm flipH="1">
            <a:off x="4411391" y="3494668"/>
            <a:ext cx="317156" cy="51514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2" name="文本占位符 11">
            <a:extLst>
              <a:ext uri="{FF2B5EF4-FFF2-40B4-BE49-F238E27FC236}">
                <a16:creationId xmlns:a16="http://schemas.microsoft.com/office/drawing/2014/main" id="{F7B6B432-C1BC-4024-9C5B-9069C7C81801}"/>
              </a:ext>
            </a:extLst>
          </p:cNvPr>
          <p:cNvSpPr txBox="1">
            <a:spLocks/>
          </p:cNvSpPr>
          <p:nvPr/>
        </p:nvSpPr>
        <p:spPr>
          <a:xfrm>
            <a:off x="4957315" y="5051398"/>
            <a:ext cx="5517940" cy="663575"/>
          </a:xfrm>
          <a:prstGeom prst="rect">
            <a:avLst/>
          </a:prstGeom>
        </p:spPr>
        <p:txBody>
          <a:bodyPr lIns="0" tIns="0" rIns="0" bIns="0" anchor="ctr"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更改左侧图片更改左侧图片更改左侧图片更改左侧图片更改左侧图片更改左侧图片。</a:t>
            </a:r>
          </a:p>
        </p:txBody>
      </p:sp>
      <p:sp>
        <p:nvSpPr>
          <p:cNvPr id="73" name="文本占位符 6">
            <a:extLst>
              <a:ext uri="{FF2B5EF4-FFF2-40B4-BE49-F238E27FC236}">
                <a16:creationId xmlns:a16="http://schemas.microsoft.com/office/drawing/2014/main" id="{A16E30DD-3E52-409B-AD3B-D0AA8C463D91}"/>
              </a:ext>
            </a:extLst>
          </p:cNvPr>
          <p:cNvSpPr txBox="1">
            <a:spLocks/>
          </p:cNvSpPr>
          <p:nvPr/>
        </p:nvSpPr>
        <p:spPr>
          <a:xfrm>
            <a:off x="4913771" y="4600615"/>
            <a:ext cx="4651141" cy="465070"/>
          </a:xfrm>
          <a:prstGeom prst="rect">
            <a:avLst/>
          </a:prstGeom>
        </p:spPr>
        <p:txBody>
          <a:bodyPr vert="horz" lIns="0" tIns="0" rIns="0" bIns="0" rtlCol="0">
            <a:normAutofit fontScale="92500"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标题关键词</a:t>
            </a:r>
          </a:p>
          <a:p>
            <a:pPr marL="0" marR="0" lvl="0" indent="0" algn="l"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endPar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endParaRPr>
          </a:p>
        </p:txBody>
      </p:sp>
      <p:sp>
        <p:nvSpPr>
          <p:cNvPr id="74" name="文本框 73">
            <a:extLst>
              <a:ext uri="{FF2B5EF4-FFF2-40B4-BE49-F238E27FC236}">
                <a16:creationId xmlns:a16="http://schemas.microsoft.com/office/drawing/2014/main" id="{EB93E827-25FA-4A95-BF94-62D310019696}"/>
              </a:ext>
            </a:extLst>
          </p:cNvPr>
          <p:cNvSpPr txBox="1"/>
          <p:nvPr/>
        </p:nvSpPr>
        <p:spPr>
          <a:xfrm>
            <a:off x="4245089" y="4759851"/>
            <a:ext cx="385316" cy="676083"/>
          </a:xfrm>
          <a:prstGeom prst="rect">
            <a:avLst/>
          </a:prstGeom>
          <a:noFill/>
        </p:spPr>
        <p:txBody>
          <a:bodyPr wrap="square" lIns="0" tIns="0" rIns="0" bIns="0" rtlCol="0">
            <a:spAutoFit/>
          </a:bodyPr>
          <a:lstStyle/>
          <a:p>
            <a:pPr marL="0" marR="0" lvl="0" indent="0" algn="l" defTabSz="914400" rtl="0" eaLnBrk="0" fontAlgn="base" latinLnBrk="0" hangingPunct="0">
              <a:lnSpc>
                <a:spcPct val="120000"/>
              </a:lnSpc>
              <a:spcBef>
                <a:spcPct val="0"/>
              </a:spcBef>
              <a:spcAft>
                <a:spcPct val="0"/>
              </a:spcAft>
              <a:buClrTx/>
              <a:buSzTx/>
              <a:buFontTx/>
              <a:buNone/>
              <a:tabLst/>
              <a:defRPr/>
            </a:pPr>
            <a:r>
              <a:rPr kumimoji="0" lang="en-US" altLang="zh-CN" sz="40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rPr>
              <a:t>3</a:t>
            </a:r>
            <a:endParaRPr kumimoji="0" lang="zh-CN" altLang="en-US" sz="4400" b="1" i="0" u="none" strike="noStrike" kern="1200" cap="none" spc="300" normalizeH="0" baseline="0" noProof="0" dirty="0">
              <a:ln>
                <a:noFill/>
              </a:ln>
              <a:solidFill>
                <a:srgbClr val="A13F0B"/>
              </a:solidFill>
              <a:effectLst/>
              <a:uLnTx/>
              <a:uFillTx/>
              <a:latin typeface="微软雅黑"/>
              <a:ea typeface="微软雅黑" panose="020B0503020204020204" pitchFamily="34" charset="-122"/>
              <a:cs typeface="+mn-cs"/>
            </a:endParaRPr>
          </a:p>
        </p:txBody>
      </p:sp>
      <p:cxnSp>
        <p:nvCxnSpPr>
          <p:cNvPr id="75" name="直接连接符 74">
            <a:extLst>
              <a:ext uri="{FF2B5EF4-FFF2-40B4-BE49-F238E27FC236}">
                <a16:creationId xmlns:a16="http://schemas.microsoft.com/office/drawing/2014/main" id="{06E07D9C-F858-4337-9700-07920555B4BF}"/>
              </a:ext>
            </a:extLst>
          </p:cNvPr>
          <p:cNvCxnSpPr>
            <a:cxnSpLocks/>
          </p:cNvCxnSpPr>
          <p:nvPr/>
        </p:nvCxnSpPr>
        <p:spPr>
          <a:xfrm flipH="1">
            <a:off x="4411391" y="5097892"/>
            <a:ext cx="317156" cy="515149"/>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1" name="图片占位符 20">
            <a:extLst>
              <a:ext uri="{FF2B5EF4-FFF2-40B4-BE49-F238E27FC236}">
                <a16:creationId xmlns:a16="http://schemas.microsoft.com/office/drawing/2014/main" id="{E19A0EAE-7219-4DFD-8028-4F55395CF00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539"/>
          <a:stretch/>
        </p:blipFill>
        <p:spPr>
          <a:xfrm>
            <a:off x="1465265" y="1252888"/>
            <a:ext cx="2438397" cy="1450975"/>
          </a:xfrm>
          <a:prstGeom prst="rect">
            <a:avLst/>
          </a:prstGeom>
        </p:spPr>
      </p:pic>
      <p:cxnSp>
        <p:nvCxnSpPr>
          <p:cNvPr id="56" name="直接连接符 55">
            <a:extLst>
              <a:ext uri="{FF2B5EF4-FFF2-40B4-BE49-F238E27FC236}">
                <a16:creationId xmlns:a16="http://schemas.microsoft.com/office/drawing/2014/main" id="{1F29BFAE-7147-4B28-AD77-531BA768ABCE}"/>
              </a:ext>
            </a:extLst>
          </p:cNvPr>
          <p:cNvCxnSpPr/>
          <p:nvPr/>
        </p:nvCxnSpPr>
        <p:spPr>
          <a:xfrm>
            <a:off x="3910371" y="1252207"/>
            <a:ext cx="0" cy="1451427"/>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3C04786-81E5-4925-86F8-BF3A6C73B7AF}"/>
              </a:ext>
            </a:extLst>
          </p:cNvPr>
          <p:cNvCxnSpPr/>
          <p:nvPr/>
        </p:nvCxnSpPr>
        <p:spPr>
          <a:xfrm>
            <a:off x="3910371" y="2826780"/>
            <a:ext cx="0" cy="1451427"/>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D178B46-E694-43D4-A310-D9D1C61067DA}"/>
              </a:ext>
            </a:extLst>
          </p:cNvPr>
          <p:cNvCxnSpPr/>
          <p:nvPr/>
        </p:nvCxnSpPr>
        <p:spPr>
          <a:xfrm>
            <a:off x="3908446" y="4386609"/>
            <a:ext cx="0" cy="1451427"/>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4515151"/>
      </p:ext>
    </p:extLst>
  </p:cSld>
  <p:clrMapOvr>
    <a:masterClrMapping/>
  </p:clrMapOvr>
  <p:transition spd="med">
    <p:pull/>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三段三图</a:t>
            </a:r>
          </a:p>
        </p:txBody>
      </p:sp>
      <p:pic>
        <p:nvPicPr>
          <p:cNvPr id="24" name="图片占位符 7">
            <a:extLst>
              <a:ext uri="{FF2B5EF4-FFF2-40B4-BE49-F238E27FC236}">
                <a16:creationId xmlns:a16="http://schemas.microsoft.com/office/drawing/2014/main" id="{8F5A1C8B-4A4F-4AA1-A211-8DC06D2A84A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673101" y="1374609"/>
            <a:ext cx="3002623" cy="1511374"/>
          </a:xfrm>
          <a:custGeom>
            <a:avLst/>
            <a:gdLst>
              <a:gd name="connsiteX0" fmla="*/ 0 w 3002637"/>
              <a:gd name="connsiteY0" fmla="*/ 0 h 1511374"/>
              <a:gd name="connsiteX1" fmla="*/ 3002637 w 3002637"/>
              <a:gd name="connsiteY1" fmla="*/ 0 h 1511374"/>
              <a:gd name="connsiteX2" fmla="*/ 3002637 w 3002637"/>
              <a:gd name="connsiteY2" fmla="*/ 1511374 h 1511374"/>
              <a:gd name="connsiteX3" fmla="*/ 0 w 3002637"/>
              <a:gd name="connsiteY3" fmla="*/ 1511374 h 1511374"/>
            </a:gdLst>
            <a:ahLst/>
            <a:cxnLst>
              <a:cxn ang="0">
                <a:pos x="connsiteX0" y="connsiteY0"/>
              </a:cxn>
              <a:cxn ang="0">
                <a:pos x="connsiteX1" y="connsiteY1"/>
              </a:cxn>
              <a:cxn ang="0">
                <a:pos x="connsiteX2" y="connsiteY2"/>
              </a:cxn>
              <a:cxn ang="0">
                <a:pos x="connsiteX3" y="connsiteY3"/>
              </a:cxn>
            </a:cxnLst>
            <a:rect l="l" t="t" r="r" b="b"/>
            <a:pathLst>
              <a:path w="3002637" h="1511374">
                <a:moveTo>
                  <a:pt x="0" y="0"/>
                </a:moveTo>
                <a:lnTo>
                  <a:pt x="3002637" y="0"/>
                </a:lnTo>
                <a:lnTo>
                  <a:pt x="3002637" y="1511374"/>
                </a:lnTo>
                <a:lnTo>
                  <a:pt x="0" y="1511374"/>
                </a:lnTo>
                <a:close/>
              </a:path>
            </a:pathLst>
          </a:custGeom>
        </p:spPr>
      </p:pic>
      <p:sp>
        <p:nvSpPr>
          <p:cNvPr id="27" name="ïṥḻíďé">
            <a:extLst>
              <a:ext uri="{FF2B5EF4-FFF2-40B4-BE49-F238E27FC236}">
                <a16:creationId xmlns:a16="http://schemas.microsoft.com/office/drawing/2014/main" id="{C0456935-3FB5-487C-A717-1B6C31054231}"/>
              </a:ext>
            </a:extLst>
          </p:cNvPr>
          <p:cNvSpPr txBox="1"/>
          <p:nvPr/>
        </p:nvSpPr>
        <p:spPr>
          <a:xfrm>
            <a:off x="673100" y="3546928"/>
            <a:ext cx="3002626" cy="1489306"/>
          </a:xfrm>
          <a:prstGeom prst="rect">
            <a:avLst/>
          </a:prstGeom>
          <a:noFill/>
          <a:ln>
            <a:noFill/>
          </a:ln>
        </p:spPr>
        <p:txBody>
          <a:bodyPr wrap="square" lIns="91440" tIns="45720" rIns="0" bIns="45720" anchor="t" anchorCtr="0">
            <a:no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北京理工大学</a:t>
            </a:r>
            <a:r>
              <a:rPr kumimoji="0" lang="en-US" altLang="zh-CN"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年诞生于延安，前身是自然科学院，是中国共产党创办的第一所理工科大学。</a:t>
            </a:r>
          </a:p>
        </p:txBody>
      </p:sp>
      <p:sp>
        <p:nvSpPr>
          <p:cNvPr id="28" name="ïṡḷiḑé">
            <a:extLst>
              <a:ext uri="{FF2B5EF4-FFF2-40B4-BE49-F238E27FC236}">
                <a16:creationId xmlns:a16="http://schemas.microsoft.com/office/drawing/2014/main" id="{50EA57CD-874A-4580-95FD-44A33D4F7D94}"/>
              </a:ext>
            </a:extLst>
          </p:cNvPr>
          <p:cNvSpPr/>
          <p:nvPr/>
        </p:nvSpPr>
        <p:spPr>
          <a:xfrm>
            <a:off x="673100" y="3075545"/>
            <a:ext cx="3002626" cy="446763"/>
          </a:xfrm>
          <a:prstGeom prst="rect">
            <a:avLst/>
          </a:prstGeom>
        </p:spPr>
        <p:txBody>
          <a:bodyPr wrap="square" anchor="ctr" anchorCtr="0">
            <a:norm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插入小标题</a:t>
            </a:r>
          </a:p>
        </p:txBody>
      </p:sp>
      <p:sp>
        <p:nvSpPr>
          <p:cNvPr id="30" name="îṣlîḍe">
            <a:extLst>
              <a:ext uri="{FF2B5EF4-FFF2-40B4-BE49-F238E27FC236}">
                <a16:creationId xmlns:a16="http://schemas.microsoft.com/office/drawing/2014/main" id="{7014AA80-CFD0-49EB-B233-BD3EE94D2B82}"/>
              </a:ext>
            </a:extLst>
          </p:cNvPr>
          <p:cNvSpPr/>
          <p:nvPr/>
        </p:nvSpPr>
        <p:spPr>
          <a:xfrm>
            <a:off x="4594664" y="3078720"/>
            <a:ext cx="3002629" cy="446763"/>
          </a:xfrm>
          <a:prstGeom prst="rect">
            <a:avLst/>
          </a:prstGeom>
        </p:spPr>
        <p:txBody>
          <a:bodyPr wrap="square" anchor="ctr" anchorCtr="0">
            <a:norm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插入小标题</a:t>
            </a:r>
          </a:p>
        </p:txBody>
      </p:sp>
      <p:sp>
        <p:nvSpPr>
          <p:cNvPr id="32" name="íšļîďé">
            <a:extLst>
              <a:ext uri="{FF2B5EF4-FFF2-40B4-BE49-F238E27FC236}">
                <a16:creationId xmlns:a16="http://schemas.microsoft.com/office/drawing/2014/main" id="{85852859-67EA-4161-B8EB-210A5F685713}"/>
              </a:ext>
            </a:extLst>
          </p:cNvPr>
          <p:cNvSpPr/>
          <p:nvPr/>
        </p:nvSpPr>
        <p:spPr>
          <a:xfrm>
            <a:off x="8516259" y="3081895"/>
            <a:ext cx="3002633" cy="446763"/>
          </a:xfrm>
          <a:prstGeom prst="rect">
            <a:avLst/>
          </a:prstGeom>
        </p:spPr>
        <p:txBody>
          <a:bodyPr wrap="square" anchor="ctr" anchorCtr="0">
            <a:norm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插入小标题</a:t>
            </a:r>
          </a:p>
        </p:txBody>
      </p:sp>
      <p:cxnSp>
        <p:nvCxnSpPr>
          <p:cNvPr id="33" name="直接连接符 32">
            <a:extLst>
              <a:ext uri="{FF2B5EF4-FFF2-40B4-BE49-F238E27FC236}">
                <a16:creationId xmlns:a16="http://schemas.microsoft.com/office/drawing/2014/main" id="{2CD65917-32AC-487D-A210-C43A5172AAFA}"/>
              </a:ext>
            </a:extLst>
          </p:cNvPr>
          <p:cNvCxnSpPr>
            <a:cxnSpLocks/>
          </p:cNvCxnSpPr>
          <p:nvPr/>
        </p:nvCxnSpPr>
        <p:spPr>
          <a:xfrm>
            <a:off x="673100" y="2876435"/>
            <a:ext cx="0" cy="2933011"/>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C5C8AC8C-D8E6-4594-B344-FC2FF77FFDFA}"/>
              </a:ext>
            </a:extLst>
          </p:cNvPr>
          <p:cNvCxnSpPr>
            <a:cxnSpLocks/>
          </p:cNvCxnSpPr>
          <p:nvPr/>
        </p:nvCxnSpPr>
        <p:spPr>
          <a:xfrm>
            <a:off x="4594664" y="2876435"/>
            <a:ext cx="0" cy="2933011"/>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59DD52C-B29A-48CB-81E4-DEE1389D8A83}"/>
              </a:ext>
            </a:extLst>
          </p:cNvPr>
          <p:cNvCxnSpPr>
            <a:cxnSpLocks/>
          </p:cNvCxnSpPr>
          <p:nvPr/>
        </p:nvCxnSpPr>
        <p:spPr>
          <a:xfrm>
            <a:off x="8516259" y="2876435"/>
            <a:ext cx="0" cy="2933011"/>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6" name="îŝḷïḓè">
            <a:extLst>
              <a:ext uri="{FF2B5EF4-FFF2-40B4-BE49-F238E27FC236}">
                <a16:creationId xmlns:a16="http://schemas.microsoft.com/office/drawing/2014/main" id="{E94D2D48-849F-405A-84B2-75B6AF185143}"/>
              </a:ext>
            </a:extLst>
          </p:cNvPr>
          <p:cNvSpPr/>
          <p:nvPr/>
        </p:nvSpPr>
        <p:spPr>
          <a:xfrm>
            <a:off x="782260" y="5292587"/>
            <a:ext cx="493289" cy="516860"/>
          </a:xfrm>
          <a:custGeom>
            <a:avLst/>
            <a:gdLst>
              <a:gd name="connsiteX0" fmla="*/ 345269 w 578992"/>
              <a:gd name="connsiteY0" fmla="*/ 346719 h 606657"/>
              <a:gd name="connsiteX1" fmla="*/ 527264 w 578992"/>
              <a:gd name="connsiteY1" fmla="*/ 395415 h 606657"/>
              <a:gd name="connsiteX2" fmla="*/ 536965 w 578992"/>
              <a:gd name="connsiteY2" fmla="*/ 431758 h 606657"/>
              <a:gd name="connsiteX3" fmla="*/ 512135 w 578992"/>
              <a:gd name="connsiteY3" fmla="*/ 456550 h 606657"/>
              <a:gd name="connsiteX4" fmla="*/ 572652 w 578992"/>
              <a:gd name="connsiteY4" fmla="*/ 516975 h 606657"/>
              <a:gd name="connsiteX5" fmla="*/ 572652 w 578992"/>
              <a:gd name="connsiteY5" fmla="*/ 547632 h 606657"/>
              <a:gd name="connsiteX6" fmla="*/ 519877 w 578992"/>
              <a:gd name="connsiteY6" fmla="*/ 600326 h 606657"/>
              <a:gd name="connsiteX7" fmla="*/ 489174 w 578992"/>
              <a:gd name="connsiteY7" fmla="*/ 600326 h 606657"/>
              <a:gd name="connsiteX8" fmla="*/ 428657 w 578992"/>
              <a:gd name="connsiteY8" fmla="*/ 539901 h 606657"/>
              <a:gd name="connsiteX9" fmla="*/ 403739 w 578992"/>
              <a:gd name="connsiteY9" fmla="*/ 564782 h 606657"/>
              <a:gd name="connsiteX10" fmla="*/ 366628 w 578992"/>
              <a:gd name="connsiteY10" fmla="*/ 552075 h 606657"/>
              <a:gd name="connsiteX11" fmla="*/ 318659 w 578992"/>
              <a:gd name="connsiteY11" fmla="*/ 373288 h 606657"/>
              <a:gd name="connsiteX12" fmla="*/ 345269 w 578992"/>
              <a:gd name="connsiteY12" fmla="*/ 346719 h 606657"/>
              <a:gd name="connsiteX13" fmla="*/ 233275 w 578992"/>
              <a:gd name="connsiteY13" fmla="*/ 312148 h 606657"/>
              <a:gd name="connsiteX14" fmla="*/ 255262 w 578992"/>
              <a:gd name="connsiteY14" fmla="*/ 334095 h 606657"/>
              <a:gd name="connsiteX15" fmla="*/ 281255 w 578992"/>
              <a:gd name="connsiteY15" fmla="*/ 357464 h 606657"/>
              <a:gd name="connsiteX16" fmla="*/ 289000 w 578992"/>
              <a:gd name="connsiteY16" fmla="*/ 365016 h 606657"/>
              <a:gd name="connsiteX17" fmla="*/ 300127 w 578992"/>
              <a:gd name="connsiteY17" fmla="*/ 416019 h 606657"/>
              <a:gd name="connsiteX18" fmla="*/ 298791 w 578992"/>
              <a:gd name="connsiteY18" fmla="*/ 422416 h 606657"/>
              <a:gd name="connsiteX19" fmla="*/ 260514 w 578992"/>
              <a:gd name="connsiteY19" fmla="*/ 407844 h 606657"/>
              <a:gd name="connsiteX20" fmla="*/ 260514 w 578992"/>
              <a:gd name="connsiteY20" fmla="*/ 398159 h 606657"/>
              <a:gd name="connsiteX21" fmla="*/ 211822 w 578992"/>
              <a:gd name="connsiteY21" fmla="*/ 335339 h 606657"/>
              <a:gd name="connsiteX22" fmla="*/ 233275 w 578992"/>
              <a:gd name="connsiteY22" fmla="*/ 312148 h 606657"/>
              <a:gd name="connsiteX23" fmla="*/ 283295 w 578992"/>
              <a:gd name="connsiteY23" fmla="*/ 133638 h 606657"/>
              <a:gd name="connsiteX24" fmla="*/ 303944 w 578992"/>
              <a:gd name="connsiteY24" fmla="*/ 155858 h 606657"/>
              <a:gd name="connsiteX25" fmla="*/ 303944 w 578992"/>
              <a:gd name="connsiteY25" fmla="*/ 165457 h 606657"/>
              <a:gd name="connsiteX26" fmla="*/ 352630 w 578992"/>
              <a:gd name="connsiteY26" fmla="*/ 228294 h 606657"/>
              <a:gd name="connsiteX27" fmla="*/ 331180 w 578992"/>
              <a:gd name="connsiteY27" fmla="*/ 251580 h 606657"/>
              <a:gd name="connsiteX28" fmla="*/ 309196 w 578992"/>
              <a:gd name="connsiteY28" fmla="*/ 229538 h 606657"/>
              <a:gd name="connsiteX29" fmla="*/ 283206 w 578992"/>
              <a:gd name="connsiteY29" fmla="*/ 206252 h 606657"/>
              <a:gd name="connsiteX30" fmla="*/ 256327 w 578992"/>
              <a:gd name="connsiteY30" fmla="*/ 240648 h 606657"/>
              <a:gd name="connsiteX31" fmla="*/ 282583 w 578992"/>
              <a:gd name="connsiteY31" fmla="*/ 260112 h 606657"/>
              <a:gd name="connsiteX32" fmla="*/ 348625 w 578992"/>
              <a:gd name="connsiteY32" fmla="*/ 307306 h 606657"/>
              <a:gd name="connsiteX33" fmla="*/ 341594 w 578992"/>
              <a:gd name="connsiteY33" fmla="*/ 317083 h 606657"/>
              <a:gd name="connsiteX34" fmla="*/ 316494 w 578992"/>
              <a:gd name="connsiteY34" fmla="*/ 322594 h 606657"/>
              <a:gd name="connsiteX35" fmla="*/ 306792 w 578992"/>
              <a:gd name="connsiteY35" fmla="*/ 319305 h 606657"/>
              <a:gd name="connsiteX36" fmla="*/ 282227 w 578992"/>
              <a:gd name="connsiteY36" fmla="*/ 303485 h 606657"/>
              <a:gd name="connsiteX37" fmla="*/ 211825 w 578992"/>
              <a:gd name="connsiteY37" fmla="*/ 234604 h 606657"/>
              <a:gd name="connsiteX38" fmla="*/ 260510 w 578992"/>
              <a:gd name="connsiteY38" fmla="*/ 166612 h 606657"/>
              <a:gd name="connsiteX39" fmla="*/ 260510 w 578992"/>
              <a:gd name="connsiteY39" fmla="*/ 155236 h 606657"/>
              <a:gd name="connsiteX40" fmla="*/ 283295 w 578992"/>
              <a:gd name="connsiteY40" fmla="*/ 133638 h 606657"/>
              <a:gd name="connsiteX41" fmla="*/ 282248 w 578992"/>
              <a:gd name="connsiteY41" fmla="*/ 0 h 606657"/>
              <a:gd name="connsiteX42" fmla="*/ 551768 w 578992"/>
              <a:gd name="connsiteY42" fmla="*/ 365640 h 606657"/>
              <a:gd name="connsiteX43" fmla="*/ 541888 w 578992"/>
              <a:gd name="connsiteY43" fmla="*/ 369995 h 606657"/>
              <a:gd name="connsiteX44" fmla="*/ 534768 w 578992"/>
              <a:gd name="connsiteY44" fmla="*/ 367507 h 606657"/>
              <a:gd name="connsiteX45" fmla="*/ 487148 w 578992"/>
              <a:gd name="connsiteY45" fmla="*/ 354797 h 606657"/>
              <a:gd name="connsiteX46" fmla="*/ 482163 w 578992"/>
              <a:gd name="connsiteY46" fmla="*/ 345554 h 606657"/>
              <a:gd name="connsiteX47" fmla="*/ 282248 w 578992"/>
              <a:gd name="connsiteY47" fmla="*/ 72257 h 606657"/>
              <a:gd name="connsiteX48" fmla="*/ 72364 w 578992"/>
              <a:gd name="connsiteY48" fmla="*/ 281829 h 606657"/>
              <a:gd name="connsiteX49" fmla="*/ 313134 w 578992"/>
              <a:gd name="connsiteY49" fmla="*/ 489180 h 606657"/>
              <a:gd name="connsiteX50" fmla="*/ 321145 w 578992"/>
              <a:gd name="connsiteY50" fmla="*/ 494423 h 606657"/>
              <a:gd name="connsiteX51" fmla="*/ 336277 w 578992"/>
              <a:gd name="connsiteY51" fmla="*/ 550771 h 606657"/>
              <a:gd name="connsiteX52" fmla="*/ 330580 w 578992"/>
              <a:gd name="connsiteY52" fmla="*/ 559748 h 606657"/>
              <a:gd name="connsiteX53" fmla="*/ 0 w 578992"/>
              <a:gd name="connsiteY53" fmla="*/ 281829 h 606657"/>
              <a:gd name="connsiteX54" fmla="*/ 282248 w 578992"/>
              <a:gd name="connsiteY54" fmla="*/ 0 h 6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78992" h="606657">
                <a:moveTo>
                  <a:pt x="345269" y="346719"/>
                </a:moveTo>
                <a:lnTo>
                  <a:pt x="527264" y="395415"/>
                </a:lnTo>
                <a:cubicBezTo>
                  <a:pt x="543372" y="399769"/>
                  <a:pt x="548801" y="419940"/>
                  <a:pt x="536965" y="431758"/>
                </a:cubicBezTo>
                <a:lnTo>
                  <a:pt x="512135" y="456550"/>
                </a:lnTo>
                <a:lnTo>
                  <a:pt x="572652" y="516975"/>
                </a:lnTo>
                <a:cubicBezTo>
                  <a:pt x="581106" y="525506"/>
                  <a:pt x="581106" y="539190"/>
                  <a:pt x="572652" y="547632"/>
                </a:cubicBezTo>
                <a:lnTo>
                  <a:pt x="519877" y="600326"/>
                </a:lnTo>
                <a:cubicBezTo>
                  <a:pt x="511334" y="608768"/>
                  <a:pt x="497629" y="608768"/>
                  <a:pt x="489174" y="600326"/>
                </a:cubicBezTo>
                <a:lnTo>
                  <a:pt x="428657" y="539901"/>
                </a:lnTo>
                <a:lnTo>
                  <a:pt x="403739" y="564782"/>
                </a:lnTo>
                <a:cubicBezTo>
                  <a:pt x="393148" y="575357"/>
                  <a:pt x="372501" y="574024"/>
                  <a:pt x="366628" y="552075"/>
                </a:cubicBezTo>
                <a:cubicBezTo>
                  <a:pt x="366005" y="549854"/>
                  <a:pt x="319015" y="374799"/>
                  <a:pt x="318659" y="373288"/>
                </a:cubicBezTo>
                <a:cubicBezTo>
                  <a:pt x="314298" y="357205"/>
                  <a:pt x="329071" y="342454"/>
                  <a:pt x="345269" y="346719"/>
                </a:cubicBezTo>
                <a:close/>
                <a:moveTo>
                  <a:pt x="233275" y="312148"/>
                </a:moveTo>
                <a:cubicBezTo>
                  <a:pt x="245470" y="311970"/>
                  <a:pt x="255440" y="321922"/>
                  <a:pt x="255262" y="334095"/>
                </a:cubicBezTo>
                <a:cubicBezTo>
                  <a:pt x="255084" y="345646"/>
                  <a:pt x="263986" y="357464"/>
                  <a:pt x="281255" y="357464"/>
                </a:cubicBezTo>
                <a:cubicBezTo>
                  <a:pt x="286329" y="357464"/>
                  <a:pt x="289267" y="361195"/>
                  <a:pt x="289000" y="365016"/>
                </a:cubicBezTo>
                <a:cubicBezTo>
                  <a:pt x="288465" y="375412"/>
                  <a:pt x="290068" y="378611"/>
                  <a:pt x="300127" y="416019"/>
                </a:cubicBezTo>
                <a:cubicBezTo>
                  <a:pt x="300750" y="418240"/>
                  <a:pt x="300305" y="420639"/>
                  <a:pt x="298791" y="422416"/>
                </a:cubicBezTo>
                <a:cubicBezTo>
                  <a:pt x="285706" y="437788"/>
                  <a:pt x="260514" y="428458"/>
                  <a:pt x="260514" y="407844"/>
                </a:cubicBezTo>
                <a:lnTo>
                  <a:pt x="260514" y="398159"/>
                </a:lnTo>
                <a:cubicBezTo>
                  <a:pt x="232919" y="390340"/>
                  <a:pt x="212534" y="365283"/>
                  <a:pt x="211822" y="335339"/>
                </a:cubicBezTo>
                <a:cubicBezTo>
                  <a:pt x="211555" y="323077"/>
                  <a:pt x="220902" y="312237"/>
                  <a:pt x="233275" y="312148"/>
                </a:cubicBezTo>
                <a:close/>
                <a:moveTo>
                  <a:pt x="283295" y="133638"/>
                </a:moveTo>
                <a:cubicBezTo>
                  <a:pt x="294955" y="134171"/>
                  <a:pt x="303944" y="144215"/>
                  <a:pt x="303944" y="155858"/>
                </a:cubicBezTo>
                <a:lnTo>
                  <a:pt x="303944" y="165457"/>
                </a:lnTo>
                <a:cubicBezTo>
                  <a:pt x="331536" y="173367"/>
                  <a:pt x="351918" y="198430"/>
                  <a:pt x="352630" y="228294"/>
                </a:cubicBezTo>
                <a:cubicBezTo>
                  <a:pt x="352897" y="240648"/>
                  <a:pt x="343552" y="251402"/>
                  <a:pt x="331180" y="251580"/>
                </a:cubicBezTo>
                <a:cubicBezTo>
                  <a:pt x="318987" y="251757"/>
                  <a:pt x="309018" y="241803"/>
                  <a:pt x="309196" y="229538"/>
                </a:cubicBezTo>
                <a:cubicBezTo>
                  <a:pt x="309374" y="218073"/>
                  <a:pt x="300473" y="206252"/>
                  <a:pt x="283206" y="206252"/>
                </a:cubicBezTo>
                <a:cubicBezTo>
                  <a:pt x="265583" y="206252"/>
                  <a:pt x="251076" y="222783"/>
                  <a:pt x="256327" y="240648"/>
                </a:cubicBezTo>
                <a:cubicBezTo>
                  <a:pt x="259709" y="252202"/>
                  <a:pt x="270568" y="260112"/>
                  <a:pt x="282583" y="260112"/>
                </a:cubicBezTo>
                <a:cubicBezTo>
                  <a:pt x="312845" y="260290"/>
                  <a:pt x="339013" y="280021"/>
                  <a:pt x="348625" y="307306"/>
                </a:cubicBezTo>
                <a:cubicBezTo>
                  <a:pt x="350405" y="312106"/>
                  <a:pt x="346756" y="317350"/>
                  <a:pt x="341594" y="317083"/>
                </a:cubicBezTo>
                <a:cubicBezTo>
                  <a:pt x="332960" y="316728"/>
                  <a:pt x="324327" y="318594"/>
                  <a:pt x="316494" y="322594"/>
                </a:cubicBezTo>
                <a:cubicBezTo>
                  <a:pt x="312934" y="324460"/>
                  <a:pt x="308484" y="322949"/>
                  <a:pt x="306792" y="319305"/>
                </a:cubicBezTo>
                <a:cubicBezTo>
                  <a:pt x="302520" y="310062"/>
                  <a:pt x="293086" y="303485"/>
                  <a:pt x="282227" y="303485"/>
                </a:cubicBezTo>
                <a:cubicBezTo>
                  <a:pt x="244133" y="303485"/>
                  <a:pt x="212537" y="272555"/>
                  <a:pt x="211825" y="234604"/>
                </a:cubicBezTo>
                <a:cubicBezTo>
                  <a:pt x="211202" y="203141"/>
                  <a:pt x="231673" y="176300"/>
                  <a:pt x="260510" y="166612"/>
                </a:cubicBezTo>
                <a:lnTo>
                  <a:pt x="260510" y="155236"/>
                </a:lnTo>
                <a:cubicBezTo>
                  <a:pt x="260510" y="142970"/>
                  <a:pt x="270835" y="133016"/>
                  <a:pt x="283295" y="133638"/>
                </a:cubicBezTo>
                <a:close/>
                <a:moveTo>
                  <a:pt x="282248" y="0"/>
                </a:moveTo>
                <a:cubicBezTo>
                  <a:pt x="471126" y="0"/>
                  <a:pt x="608556" y="183353"/>
                  <a:pt x="551768" y="365640"/>
                </a:cubicBezTo>
                <a:cubicBezTo>
                  <a:pt x="550522" y="369729"/>
                  <a:pt x="545894" y="371773"/>
                  <a:pt x="541888" y="369995"/>
                </a:cubicBezTo>
                <a:cubicBezTo>
                  <a:pt x="539574" y="369018"/>
                  <a:pt x="537260" y="368218"/>
                  <a:pt x="534768" y="367507"/>
                </a:cubicBezTo>
                <a:lnTo>
                  <a:pt x="487148" y="354797"/>
                </a:lnTo>
                <a:cubicBezTo>
                  <a:pt x="483142" y="353731"/>
                  <a:pt x="480917" y="349554"/>
                  <a:pt x="482163" y="345554"/>
                </a:cubicBezTo>
                <a:cubicBezTo>
                  <a:pt x="525600" y="210372"/>
                  <a:pt x="423773" y="72257"/>
                  <a:pt x="282248" y="72257"/>
                </a:cubicBezTo>
                <a:cubicBezTo>
                  <a:pt x="166536" y="72257"/>
                  <a:pt x="72364" y="166289"/>
                  <a:pt x="72364" y="281829"/>
                </a:cubicBezTo>
                <a:cubicBezTo>
                  <a:pt x="72364" y="410257"/>
                  <a:pt x="187453" y="507933"/>
                  <a:pt x="313134" y="489180"/>
                </a:cubicBezTo>
                <a:cubicBezTo>
                  <a:pt x="316784" y="488646"/>
                  <a:pt x="320255" y="490957"/>
                  <a:pt x="321145" y="494423"/>
                </a:cubicBezTo>
                <a:lnTo>
                  <a:pt x="336277" y="550771"/>
                </a:lnTo>
                <a:cubicBezTo>
                  <a:pt x="337345" y="554860"/>
                  <a:pt x="334764" y="559037"/>
                  <a:pt x="330580" y="559748"/>
                </a:cubicBezTo>
                <a:cubicBezTo>
                  <a:pt x="163332" y="589433"/>
                  <a:pt x="0" y="461006"/>
                  <a:pt x="0" y="281829"/>
                </a:cubicBezTo>
                <a:cubicBezTo>
                  <a:pt x="0" y="126472"/>
                  <a:pt x="126571" y="0"/>
                  <a:pt x="282248" y="0"/>
                </a:cubicBezTo>
                <a:close/>
              </a:path>
            </a:pathLst>
          </a:cu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37" name="íś1îdè">
            <a:extLst>
              <a:ext uri="{FF2B5EF4-FFF2-40B4-BE49-F238E27FC236}">
                <a16:creationId xmlns:a16="http://schemas.microsoft.com/office/drawing/2014/main" id="{405B7E3D-A36F-4435-8962-8BF98C7365BC}"/>
              </a:ext>
            </a:extLst>
          </p:cNvPr>
          <p:cNvSpPr/>
          <p:nvPr/>
        </p:nvSpPr>
        <p:spPr>
          <a:xfrm>
            <a:off x="4699969" y="5292587"/>
            <a:ext cx="500997" cy="516860"/>
          </a:xfrm>
          <a:custGeom>
            <a:avLst/>
            <a:gdLst>
              <a:gd name="connsiteX0" fmla="*/ 437277 w 581518"/>
              <a:gd name="connsiteY0" fmla="*/ 409440 h 599930"/>
              <a:gd name="connsiteX1" fmla="*/ 396550 w 581518"/>
              <a:gd name="connsiteY1" fmla="*/ 450118 h 599930"/>
              <a:gd name="connsiteX2" fmla="*/ 437277 w 581518"/>
              <a:gd name="connsiteY2" fmla="*/ 490795 h 599930"/>
              <a:gd name="connsiteX3" fmla="*/ 478005 w 581518"/>
              <a:gd name="connsiteY3" fmla="*/ 450118 h 599930"/>
              <a:gd name="connsiteX4" fmla="*/ 437277 w 581518"/>
              <a:gd name="connsiteY4" fmla="*/ 409440 h 599930"/>
              <a:gd name="connsiteX5" fmla="*/ 144240 w 581518"/>
              <a:gd name="connsiteY5" fmla="*/ 409440 h 599930"/>
              <a:gd name="connsiteX6" fmla="*/ 103513 w 581518"/>
              <a:gd name="connsiteY6" fmla="*/ 450118 h 599930"/>
              <a:gd name="connsiteX7" fmla="*/ 144240 w 581518"/>
              <a:gd name="connsiteY7" fmla="*/ 490795 h 599930"/>
              <a:gd name="connsiteX8" fmla="*/ 184967 w 581518"/>
              <a:gd name="connsiteY8" fmla="*/ 450118 h 599930"/>
              <a:gd name="connsiteX9" fmla="*/ 144240 w 581518"/>
              <a:gd name="connsiteY9" fmla="*/ 409440 h 599930"/>
              <a:gd name="connsiteX10" fmla="*/ 227681 w 581518"/>
              <a:gd name="connsiteY10" fmla="*/ 234825 h 599930"/>
              <a:gd name="connsiteX11" fmla="*/ 159140 w 581518"/>
              <a:gd name="connsiteY11" fmla="*/ 296337 h 599930"/>
              <a:gd name="connsiteX12" fmla="*/ 154173 w 581518"/>
              <a:gd name="connsiteY12" fmla="*/ 344952 h 599930"/>
              <a:gd name="connsiteX13" fmla="*/ 427344 w 581518"/>
              <a:gd name="connsiteY13" fmla="*/ 344952 h 599930"/>
              <a:gd name="connsiteX14" fmla="*/ 422377 w 581518"/>
              <a:gd name="connsiteY14" fmla="*/ 296337 h 599930"/>
              <a:gd name="connsiteX15" fmla="*/ 353836 w 581518"/>
              <a:gd name="connsiteY15" fmla="*/ 234825 h 599930"/>
              <a:gd name="connsiteX16" fmla="*/ 346883 w 581518"/>
              <a:gd name="connsiteY16" fmla="*/ 234825 h 599930"/>
              <a:gd name="connsiteX17" fmla="*/ 346883 w 581518"/>
              <a:gd name="connsiteY17" fmla="*/ 249707 h 599930"/>
              <a:gd name="connsiteX18" fmla="*/ 323042 w 581518"/>
              <a:gd name="connsiteY18" fmla="*/ 273518 h 599930"/>
              <a:gd name="connsiteX19" fmla="*/ 258475 w 581518"/>
              <a:gd name="connsiteY19" fmla="*/ 273518 h 599930"/>
              <a:gd name="connsiteX20" fmla="*/ 234634 w 581518"/>
              <a:gd name="connsiteY20" fmla="*/ 249707 h 599930"/>
              <a:gd name="connsiteX21" fmla="*/ 234634 w 581518"/>
              <a:gd name="connsiteY21" fmla="*/ 234825 h 599930"/>
              <a:gd name="connsiteX22" fmla="*/ 227681 w 581518"/>
              <a:gd name="connsiteY22" fmla="*/ 193155 h 599930"/>
              <a:gd name="connsiteX23" fmla="*/ 353836 w 581518"/>
              <a:gd name="connsiteY23" fmla="*/ 193155 h 599930"/>
              <a:gd name="connsiteX24" fmla="*/ 463105 w 581518"/>
              <a:gd name="connsiteY24" fmla="*/ 292369 h 599930"/>
              <a:gd name="connsiteX25" fmla="*/ 468071 w 581518"/>
              <a:gd name="connsiteY25" fmla="*/ 344952 h 599930"/>
              <a:gd name="connsiteX26" fmla="*/ 481978 w 581518"/>
              <a:gd name="connsiteY26" fmla="*/ 344952 h 599930"/>
              <a:gd name="connsiteX27" fmla="*/ 504825 w 581518"/>
              <a:gd name="connsiteY27" fmla="*/ 364794 h 599930"/>
              <a:gd name="connsiteX28" fmla="*/ 524692 w 581518"/>
              <a:gd name="connsiteY28" fmla="*/ 477898 h 599930"/>
              <a:gd name="connsiteX29" fmla="*/ 514759 w 581518"/>
              <a:gd name="connsiteY29" fmla="*/ 516591 h 599930"/>
              <a:gd name="connsiteX30" fmla="*/ 478998 w 581518"/>
              <a:gd name="connsiteY30" fmla="*/ 533457 h 599930"/>
              <a:gd name="connsiteX31" fmla="*/ 478998 w 581518"/>
              <a:gd name="connsiteY31" fmla="*/ 552308 h 599930"/>
              <a:gd name="connsiteX32" fmla="*/ 431317 w 581518"/>
              <a:gd name="connsiteY32" fmla="*/ 599930 h 599930"/>
              <a:gd name="connsiteX33" fmla="*/ 416417 w 581518"/>
              <a:gd name="connsiteY33" fmla="*/ 599930 h 599930"/>
              <a:gd name="connsiteX34" fmla="*/ 368736 w 581518"/>
              <a:gd name="connsiteY34" fmla="*/ 552308 h 599930"/>
              <a:gd name="connsiteX35" fmla="*/ 368736 w 581518"/>
              <a:gd name="connsiteY35" fmla="*/ 534449 h 599930"/>
              <a:gd name="connsiteX36" fmla="*/ 212781 w 581518"/>
              <a:gd name="connsiteY36" fmla="*/ 534449 h 599930"/>
              <a:gd name="connsiteX37" fmla="*/ 212781 w 581518"/>
              <a:gd name="connsiteY37" fmla="*/ 552308 h 599930"/>
              <a:gd name="connsiteX38" fmla="*/ 165100 w 581518"/>
              <a:gd name="connsiteY38" fmla="*/ 599930 h 599930"/>
              <a:gd name="connsiteX39" fmla="*/ 150200 w 581518"/>
              <a:gd name="connsiteY39" fmla="*/ 599930 h 599930"/>
              <a:gd name="connsiteX40" fmla="*/ 102519 w 581518"/>
              <a:gd name="connsiteY40" fmla="*/ 552308 h 599930"/>
              <a:gd name="connsiteX41" fmla="*/ 102519 w 581518"/>
              <a:gd name="connsiteY41" fmla="*/ 533457 h 599930"/>
              <a:gd name="connsiteX42" fmla="*/ 67752 w 581518"/>
              <a:gd name="connsiteY42" fmla="*/ 516591 h 599930"/>
              <a:gd name="connsiteX43" fmla="*/ 56825 w 581518"/>
              <a:gd name="connsiteY43" fmla="*/ 477898 h 599930"/>
              <a:gd name="connsiteX44" fmla="*/ 76692 w 581518"/>
              <a:gd name="connsiteY44" fmla="*/ 364794 h 599930"/>
              <a:gd name="connsiteX45" fmla="*/ 100532 w 581518"/>
              <a:gd name="connsiteY45" fmla="*/ 344952 h 599930"/>
              <a:gd name="connsiteX46" fmla="*/ 113446 w 581518"/>
              <a:gd name="connsiteY46" fmla="*/ 344952 h 599930"/>
              <a:gd name="connsiteX47" fmla="*/ 118413 w 581518"/>
              <a:gd name="connsiteY47" fmla="*/ 292369 h 599930"/>
              <a:gd name="connsiteX48" fmla="*/ 227681 w 581518"/>
              <a:gd name="connsiteY48" fmla="*/ 193155 h 599930"/>
              <a:gd name="connsiteX49" fmla="*/ 291256 w 581518"/>
              <a:gd name="connsiteY49" fmla="*/ 0 h 599930"/>
              <a:gd name="connsiteX50" fmla="*/ 324037 w 581518"/>
              <a:gd name="connsiteY50" fmla="*/ 9676 h 599930"/>
              <a:gd name="connsiteX51" fmla="*/ 566417 w 581518"/>
              <a:gd name="connsiteY51" fmla="*/ 167472 h 599930"/>
              <a:gd name="connsiteX52" fmla="*/ 576351 w 581518"/>
              <a:gd name="connsiteY52" fmla="*/ 213124 h 599930"/>
              <a:gd name="connsiteX53" fmla="*/ 548536 w 581518"/>
              <a:gd name="connsiteY53" fmla="*/ 228010 h 599930"/>
              <a:gd name="connsiteX54" fmla="*/ 530656 w 581518"/>
              <a:gd name="connsiteY54" fmla="*/ 223048 h 599930"/>
              <a:gd name="connsiteX55" fmla="*/ 291256 w 581518"/>
              <a:gd name="connsiteY55" fmla="*/ 66244 h 599930"/>
              <a:gd name="connsiteX56" fmla="*/ 50862 w 581518"/>
              <a:gd name="connsiteY56" fmla="*/ 223048 h 599930"/>
              <a:gd name="connsiteX57" fmla="*/ 5167 w 581518"/>
              <a:gd name="connsiteY57" fmla="*/ 213124 h 599930"/>
              <a:gd name="connsiteX58" fmla="*/ 15101 w 581518"/>
              <a:gd name="connsiteY58" fmla="*/ 168464 h 599930"/>
              <a:gd name="connsiteX59" fmla="*/ 258475 w 581518"/>
              <a:gd name="connsiteY59" fmla="*/ 9676 h 599930"/>
              <a:gd name="connsiteX60" fmla="*/ 291256 w 581518"/>
              <a:gd name="connsiteY60" fmla="*/ 0 h 599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1518" h="599930">
                <a:moveTo>
                  <a:pt x="437277" y="409440"/>
                </a:moveTo>
                <a:cubicBezTo>
                  <a:pt x="415424" y="409440"/>
                  <a:pt x="396550" y="428291"/>
                  <a:pt x="396550" y="450118"/>
                </a:cubicBezTo>
                <a:cubicBezTo>
                  <a:pt x="396550" y="472937"/>
                  <a:pt x="415424" y="490795"/>
                  <a:pt x="437277" y="490795"/>
                </a:cubicBezTo>
                <a:cubicBezTo>
                  <a:pt x="460124" y="490795"/>
                  <a:pt x="478005" y="472937"/>
                  <a:pt x="478005" y="450118"/>
                </a:cubicBezTo>
                <a:cubicBezTo>
                  <a:pt x="478005" y="428291"/>
                  <a:pt x="460124" y="409440"/>
                  <a:pt x="437277" y="409440"/>
                </a:cubicBezTo>
                <a:close/>
                <a:moveTo>
                  <a:pt x="144240" y="409440"/>
                </a:moveTo>
                <a:cubicBezTo>
                  <a:pt x="122386" y="409440"/>
                  <a:pt x="103513" y="428291"/>
                  <a:pt x="103513" y="450118"/>
                </a:cubicBezTo>
                <a:cubicBezTo>
                  <a:pt x="103513" y="472937"/>
                  <a:pt x="122386" y="490795"/>
                  <a:pt x="144240" y="490795"/>
                </a:cubicBezTo>
                <a:cubicBezTo>
                  <a:pt x="167087" y="490795"/>
                  <a:pt x="184967" y="472937"/>
                  <a:pt x="184967" y="450118"/>
                </a:cubicBezTo>
                <a:cubicBezTo>
                  <a:pt x="184967" y="428291"/>
                  <a:pt x="167087" y="409440"/>
                  <a:pt x="144240" y="409440"/>
                </a:cubicBezTo>
                <a:close/>
                <a:moveTo>
                  <a:pt x="227681" y="234825"/>
                </a:moveTo>
                <a:cubicBezTo>
                  <a:pt x="191921" y="234825"/>
                  <a:pt x="163113" y="260620"/>
                  <a:pt x="159140" y="296337"/>
                </a:cubicBezTo>
                <a:lnTo>
                  <a:pt x="154173" y="344952"/>
                </a:lnTo>
                <a:lnTo>
                  <a:pt x="427344" y="344952"/>
                </a:lnTo>
                <a:lnTo>
                  <a:pt x="422377" y="296337"/>
                </a:lnTo>
                <a:cubicBezTo>
                  <a:pt x="419397" y="260620"/>
                  <a:pt x="389597" y="234825"/>
                  <a:pt x="353836" y="234825"/>
                </a:cubicBezTo>
                <a:lnTo>
                  <a:pt x="346883" y="234825"/>
                </a:lnTo>
                <a:lnTo>
                  <a:pt x="346883" y="249707"/>
                </a:lnTo>
                <a:cubicBezTo>
                  <a:pt x="346883" y="262605"/>
                  <a:pt x="335956" y="273518"/>
                  <a:pt x="323042" y="273518"/>
                </a:cubicBezTo>
                <a:lnTo>
                  <a:pt x="258475" y="273518"/>
                </a:lnTo>
                <a:cubicBezTo>
                  <a:pt x="245561" y="273518"/>
                  <a:pt x="234634" y="262605"/>
                  <a:pt x="234634" y="249707"/>
                </a:cubicBezTo>
                <a:lnTo>
                  <a:pt x="234634" y="234825"/>
                </a:lnTo>
                <a:close/>
                <a:moveTo>
                  <a:pt x="227681" y="193155"/>
                </a:moveTo>
                <a:lnTo>
                  <a:pt x="353836" y="193155"/>
                </a:lnTo>
                <a:cubicBezTo>
                  <a:pt x="410457" y="193155"/>
                  <a:pt x="458138" y="235817"/>
                  <a:pt x="463105" y="292369"/>
                </a:cubicBezTo>
                <a:lnTo>
                  <a:pt x="468071" y="344952"/>
                </a:lnTo>
                <a:lnTo>
                  <a:pt x="481978" y="344952"/>
                </a:lnTo>
                <a:cubicBezTo>
                  <a:pt x="492905" y="344952"/>
                  <a:pt x="502838" y="353881"/>
                  <a:pt x="504825" y="364794"/>
                </a:cubicBezTo>
                <a:lnTo>
                  <a:pt x="524692" y="477898"/>
                </a:lnTo>
                <a:cubicBezTo>
                  <a:pt x="527672" y="491788"/>
                  <a:pt x="523699" y="505677"/>
                  <a:pt x="514759" y="516591"/>
                </a:cubicBezTo>
                <a:cubicBezTo>
                  <a:pt x="505818" y="527504"/>
                  <a:pt x="492905" y="533457"/>
                  <a:pt x="478998" y="533457"/>
                </a:cubicBezTo>
                <a:lnTo>
                  <a:pt x="478998" y="552308"/>
                </a:lnTo>
                <a:cubicBezTo>
                  <a:pt x="478998" y="579095"/>
                  <a:pt x="458138" y="599930"/>
                  <a:pt x="431317" y="599930"/>
                </a:cubicBezTo>
                <a:lnTo>
                  <a:pt x="416417" y="599930"/>
                </a:lnTo>
                <a:cubicBezTo>
                  <a:pt x="389597" y="599930"/>
                  <a:pt x="368736" y="579095"/>
                  <a:pt x="368736" y="552308"/>
                </a:cubicBezTo>
                <a:lnTo>
                  <a:pt x="368736" y="534449"/>
                </a:lnTo>
                <a:lnTo>
                  <a:pt x="212781" y="534449"/>
                </a:lnTo>
                <a:lnTo>
                  <a:pt x="212781" y="552308"/>
                </a:lnTo>
                <a:cubicBezTo>
                  <a:pt x="212781" y="579095"/>
                  <a:pt x="191921" y="599930"/>
                  <a:pt x="165100" y="599930"/>
                </a:cubicBezTo>
                <a:lnTo>
                  <a:pt x="150200" y="599930"/>
                </a:lnTo>
                <a:cubicBezTo>
                  <a:pt x="123379" y="599930"/>
                  <a:pt x="102519" y="579095"/>
                  <a:pt x="102519" y="552308"/>
                </a:cubicBezTo>
                <a:lnTo>
                  <a:pt x="102519" y="533457"/>
                </a:lnTo>
                <a:cubicBezTo>
                  <a:pt x="88612" y="533457"/>
                  <a:pt x="75699" y="527504"/>
                  <a:pt x="67752" y="516591"/>
                </a:cubicBezTo>
                <a:cubicBezTo>
                  <a:pt x="57819" y="505677"/>
                  <a:pt x="53845" y="491788"/>
                  <a:pt x="56825" y="477898"/>
                </a:cubicBezTo>
                <a:lnTo>
                  <a:pt x="76692" y="364794"/>
                </a:lnTo>
                <a:cubicBezTo>
                  <a:pt x="78679" y="353881"/>
                  <a:pt x="88612" y="344952"/>
                  <a:pt x="100532" y="344952"/>
                </a:cubicBezTo>
                <a:lnTo>
                  <a:pt x="113446" y="344952"/>
                </a:lnTo>
                <a:lnTo>
                  <a:pt x="118413" y="292369"/>
                </a:lnTo>
                <a:cubicBezTo>
                  <a:pt x="124373" y="235817"/>
                  <a:pt x="171060" y="193155"/>
                  <a:pt x="227681" y="193155"/>
                </a:cubicBezTo>
                <a:close/>
                <a:moveTo>
                  <a:pt x="291256" y="0"/>
                </a:moveTo>
                <a:cubicBezTo>
                  <a:pt x="302680" y="0"/>
                  <a:pt x="314103" y="3226"/>
                  <a:pt x="324037" y="9676"/>
                </a:cubicBezTo>
                <a:lnTo>
                  <a:pt x="566417" y="167472"/>
                </a:lnTo>
                <a:cubicBezTo>
                  <a:pt x="581317" y="177396"/>
                  <a:pt x="586284" y="198237"/>
                  <a:pt x="576351" y="213124"/>
                </a:cubicBezTo>
                <a:cubicBezTo>
                  <a:pt x="570390" y="223048"/>
                  <a:pt x="559463" y="228010"/>
                  <a:pt x="548536" y="228010"/>
                </a:cubicBezTo>
                <a:cubicBezTo>
                  <a:pt x="542576" y="228010"/>
                  <a:pt x="536616" y="226025"/>
                  <a:pt x="530656" y="223048"/>
                </a:cubicBezTo>
                <a:lnTo>
                  <a:pt x="291256" y="66244"/>
                </a:lnTo>
                <a:lnTo>
                  <a:pt x="50862" y="223048"/>
                </a:lnTo>
                <a:cubicBezTo>
                  <a:pt x="35962" y="232972"/>
                  <a:pt x="15101" y="228010"/>
                  <a:pt x="5167" y="213124"/>
                </a:cubicBezTo>
                <a:cubicBezTo>
                  <a:pt x="-4766" y="198237"/>
                  <a:pt x="201" y="178388"/>
                  <a:pt x="15101" y="168464"/>
                </a:cubicBezTo>
                <a:lnTo>
                  <a:pt x="258475" y="9676"/>
                </a:lnTo>
                <a:cubicBezTo>
                  <a:pt x="268409" y="3226"/>
                  <a:pt x="279832" y="0"/>
                  <a:pt x="291256" y="0"/>
                </a:cubicBezTo>
                <a:close/>
              </a:path>
            </a:pathLst>
          </a:cu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38" name="i$1iḑé">
            <a:extLst>
              <a:ext uri="{FF2B5EF4-FFF2-40B4-BE49-F238E27FC236}">
                <a16:creationId xmlns:a16="http://schemas.microsoft.com/office/drawing/2014/main" id="{04312E18-77EF-404E-A95B-7BE009B00D5C}"/>
              </a:ext>
            </a:extLst>
          </p:cNvPr>
          <p:cNvSpPr/>
          <p:nvPr/>
        </p:nvSpPr>
        <p:spPr>
          <a:xfrm>
            <a:off x="8616369" y="5292587"/>
            <a:ext cx="511388" cy="516860"/>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600058" h="606478">
                <a:moveTo>
                  <a:pt x="62420" y="416759"/>
                </a:moveTo>
                <a:cubicBezTo>
                  <a:pt x="76726" y="430734"/>
                  <a:pt x="91913" y="443467"/>
                  <a:pt x="107826" y="455424"/>
                </a:cubicBezTo>
                <a:cubicBezTo>
                  <a:pt x="125916" y="468933"/>
                  <a:pt x="144939" y="481356"/>
                  <a:pt x="164583" y="492640"/>
                </a:cubicBezTo>
                <a:cubicBezTo>
                  <a:pt x="203821" y="515103"/>
                  <a:pt x="245547" y="533271"/>
                  <a:pt x="288776" y="546781"/>
                </a:cubicBezTo>
                <a:cubicBezTo>
                  <a:pt x="310339" y="553561"/>
                  <a:pt x="332369" y="559100"/>
                  <a:pt x="354605" y="563085"/>
                </a:cubicBezTo>
                <a:cubicBezTo>
                  <a:pt x="374095" y="566605"/>
                  <a:pt x="393791" y="569037"/>
                  <a:pt x="413695" y="570073"/>
                </a:cubicBezTo>
                <a:cubicBezTo>
                  <a:pt x="351080" y="610031"/>
                  <a:pt x="270324" y="619141"/>
                  <a:pt x="197135" y="587153"/>
                </a:cubicBezTo>
                <a:cubicBezTo>
                  <a:pt x="123842" y="555269"/>
                  <a:pt x="75637" y="489845"/>
                  <a:pt x="62420" y="416759"/>
                </a:cubicBezTo>
                <a:close/>
                <a:moveTo>
                  <a:pt x="142343" y="165989"/>
                </a:moveTo>
                <a:cubicBezTo>
                  <a:pt x="145608" y="166041"/>
                  <a:pt x="148770" y="166196"/>
                  <a:pt x="151983" y="166299"/>
                </a:cubicBezTo>
                <a:cubicBezTo>
                  <a:pt x="136694" y="176236"/>
                  <a:pt x="122649" y="187725"/>
                  <a:pt x="110107" y="200560"/>
                </a:cubicBezTo>
                <a:cubicBezTo>
                  <a:pt x="93523" y="204493"/>
                  <a:pt x="74762" y="211428"/>
                  <a:pt x="61805" y="222762"/>
                </a:cubicBezTo>
                <a:cubicBezTo>
                  <a:pt x="41956" y="239945"/>
                  <a:pt x="41541" y="265149"/>
                  <a:pt x="51129" y="288127"/>
                </a:cubicBezTo>
                <a:cubicBezTo>
                  <a:pt x="69994" y="333256"/>
                  <a:pt x="111818" y="368138"/>
                  <a:pt x="151050" y="395568"/>
                </a:cubicBezTo>
                <a:cubicBezTo>
                  <a:pt x="159135" y="401157"/>
                  <a:pt x="167375" y="406643"/>
                  <a:pt x="175823" y="411818"/>
                </a:cubicBezTo>
                <a:cubicBezTo>
                  <a:pt x="250660" y="457931"/>
                  <a:pt x="338351" y="492450"/>
                  <a:pt x="426559" y="499334"/>
                </a:cubicBezTo>
                <a:cubicBezTo>
                  <a:pt x="457552" y="501766"/>
                  <a:pt x="492068" y="501456"/>
                  <a:pt x="521246" y="489190"/>
                </a:cubicBezTo>
                <a:cubicBezTo>
                  <a:pt x="534980" y="483394"/>
                  <a:pt x="547626" y="473405"/>
                  <a:pt x="553327" y="459587"/>
                </a:cubicBezTo>
                <a:cubicBezTo>
                  <a:pt x="561671" y="439351"/>
                  <a:pt x="554208" y="416062"/>
                  <a:pt x="545138" y="397327"/>
                </a:cubicBezTo>
                <a:cubicBezTo>
                  <a:pt x="543635" y="394326"/>
                  <a:pt x="542029" y="391272"/>
                  <a:pt x="540370" y="388322"/>
                </a:cubicBezTo>
                <a:cubicBezTo>
                  <a:pt x="540526" y="385269"/>
                  <a:pt x="540577" y="382215"/>
                  <a:pt x="540681" y="379214"/>
                </a:cubicBezTo>
                <a:cubicBezTo>
                  <a:pt x="540785" y="363998"/>
                  <a:pt x="539645" y="348989"/>
                  <a:pt x="537053" y="334136"/>
                </a:cubicBezTo>
                <a:cubicBezTo>
                  <a:pt x="544879" y="341744"/>
                  <a:pt x="552705" y="350025"/>
                  <a:pt x="560168" y="359237"/>
                </a:cubicBezTo>
                <a:cubicBezTo>
                  <a:pt x="577892" y="381180"/>
                  <a:pt x="592404" y="406643"/>
                  <a:pt x="596083" y="435107"/>
                </a:cubicBezTo>
                <a:cubicBezTo>
                  <a:pt x="599141" y="458707"/>
                  <a:pt x="592974" y="482565"/>
                  <a:pt x="578203" y="501352"/>
                </a:cubicBezTo>
                <a:cubicBezTo>
                  <a:pt x="570637" y="510926"/>
                  <a:pt x="561412" y="518793"/>
                  <a:pt x="551513" y="524952"/>
                </a:cubicBezTo>
                <a:cubicBezTo>
                  <a:pt x="523475" y="542548"/>
                  <a:pt x="488699" y="549224"/>
                  <a:pt x="455997" y="550880"/>
                </a:cubicBezTo>
                <a:cubicBezTo>
                  <a:pt x="369758" y="555279"/>
                  <a:pt x="280150" y="528523"/>
                  <a:pt x="203706" y="490173"/>
                </a:cubicBezTo>
                <a:cubicBezTo>
                  <a:pt x="156181" y="466367"/>
                  <a:pt x="110159" y="436039"/>
                  <a:pt x="72015" y="398880"/>
                </a:cubicBezTo>
                <a:cubicBezTo>
                  <a:pt x="41126" y="368759"/>
                  <a:pt x="10290" y="328702"/>
                  <a:pt x="1997" y="285436"/>
                </a:cubicBezTo>
                <a:cubicBezTo>
                  <a:pt x="-1371" y="267478"/>
                  <a:pt x="-749" y="248588"/>
                  <a:pt x="5936" y="231612"/>
                </a:cubicBezTo>
                <a:cubicBezTo>
                  <a:pt x="14384" y="210393"/>
                  <a:pt x="31849" y="193573"/>
                  <a:pt x="52114" y="183067"/>
                </a:cubicBezTo>
                <a:cubicBezTo>
                  <a:pt x="79633" y="168783"/>
                  <a:pt x="111818" y="165264"/>
                  <a:pt x="142343" y="165989"/>
                </a:cubicBezTo>
                <a:close/>
                <a:moveTo>
                  <a:pt x="258255" y="148296"/>
                </a:moveTo>
                <a:cubicBezTo>
                  <a:pt x="337302" y="137532"/>
                  <a:pt x="421013" y="171273"/>
                  <a:pt x="470411" y="233786"/>
                </a:cubicBezTo>
                <a:cubicBezTo>
                  <a:pt x="519808" y="296299"/>
                  <a:pt x="533233" y="385412"/>
                  <a:pt x="504414" y="459724"/>
                </a:cubicBezTo>
                <a:cubicBezTo>
                  <a:pt x="502600" y="464329"/>
                  <a:pt x="500578" y="468935"/>
                  <a:pt x="497157" y="472558"/>
                </a:cubicBezTo>
                <a:cubicBezTo>
                  <a:pt x="490470" y="479492"/>
                  <a:pt x="479845" y="480838"/>
                  <a:pt x="470203" y="481252"/>
                </a:cubicBezTo>
                <a:cubicBezTo>
                  <a:pt x="418473" y="483373"/>
                  <a:pt x="367158" y="471523"/>
                  <a:pt x="318072" y="455015"/>
                </a:cubicBezTo>
                <a:cubicBezTo>
                  <a:pt x="238507" y="428260"/>
                  <a:pt x="162207" y="388154"/>
                  <a:pt x="102080" y="329626"/>
                </a:cubicBezTo>
                <a:cubicBezTo>
                  <a:pt x="93580" y="321346"/>
                  <a:pt x="85027" y="312238"/>
                  <a:pt x="80310" y="301164"/>
                </a:cubicBezTo>
                <a:cubicBezTo>
                  <a:pt x="72017" y="281602"/>
                  <a:pt x="89329" y="260282"/>
                  <a:pt x="100422" y="244705"/>
                </a:cubicBezTo>
                <a:cubicBezTo>
                  <a:pt x="109752" y="231613"/>
                  <a:pt x="120481" y="219451"/>
                  <a:pt x="132299" y="208532"/>
                </a:cubicBezTo>
                <a:cubicBezTo>
                  <a:pt x="136083" y="205117"/>
                  <a:pt x="139971" y="201701"/>
                  <a:pt x="144066" y="198493"/>
                </a:cubicBezTo>
                <a:cubicBezTo>
                  <a:pt x="176669" y="171997"/>
                  <a:pt x="216425" y="153989"/>
                  <a:pt x="258255" y="148296"/>
                </a:cubicBezTo>
                <a:close/>
                <a:moveTo>
                  <a:pt x="535808" y="39093"/>
                </a:moveTo>
                <a:cubicBezTo>
                  <a:pt x="571292" y="39093"/>
                  <a:pt x="600058" y="67827"/>
                  <a:pt x="600058" y="103273"/>
                </a:cubicBezTo>
                <a:cubicBezTo>
                  <a:pt x="600058" y="138719"/>
                  <a:pt x="571292" y="167453"/>
                  <a:pt x="535808" y="167453"/>
                </a:cubicBezTo>
                <a:cubicBezTo>
                  <a:pt x="500324" y="167453"/>
                  <a:pt x="471558" y="138719"/>
                  <a:pt x="471558" y="103273"/>
                </a:cubicBezTo>
                <a:cubicBezTo>
                  <a:pt x="471558" y="67827"/>
                  <a:pt x="500324" y="39093"/>
                  <a:pt x="535808" y="39093"/>
                </a:cubicBezTo>
                <a:close/>
                <a:moveTo>
                  <a:pt x="335085" y="0"/>
                </a:moveTo>
                <a:cubicBezTo>
                  <a:pt x="355000" y="0"/>
                  <a:pt x="371144" y="16128"/>
                  <a:pt x="371144" y="36024"/>
                </a:cubicBezTo>
                <a:cubicBezTo>
                  <a:pt x="371144" y="55920"/>
                  <a:pt x="355000" y="72048"/>
                  <a:pt x="335085" y="72048"/>
                </a:cubicBezTo>
                <a:cubicBezTo>
                  <a:pt x="315170" y="72048"/>
                  <a:pt x="299026" y="55920"/>
                  <a:pt x="299026" y="36024"/>
                </a:cubicBezTo>
                <a:cubicBezTo>
                  <a:pt x="299026" y="16128"/>
                  <a:pt x="315170" y="0"/>
                  <a:pt x="335085" y="0"/>
                </a:cubicBezTo>
                <a:close/>
              </a:path>
            </a:pathLst>
          </a:cu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8" name="ïṥḻíďé">
            <a:extLst>
              <a:ext uri="{FF2B5EF4-FFF2-40B4-BE49-F238E27FC236}">
                <a16:creationId xmlns:a16="http://schemas.microsoft.com/office/drawing/2014/main" id="{2BF94528-4F99-41E0-AE1C-551C2DCDF9BE}"/>
              </a:ext>
            </a:extLst>
          </p:cNvPr>
          <p:cNvSpPr txBox="1"/>
          <p:nvPr/>
        </p:nvSpPr>
        <p:spPr>
          <a:xfrm>
            <a:off x="4594663" y="3546928"/>
            <a:ext cx="3002626" cy="1489306"/>
          </a:xfrm>
          <a:prstGeom prst="rect">
            <a:avLst/>
          </a:prstGeom>
          <a:noFill/>
          <a:ln>
            <a:noFill/>
          </a:ln>
        </p:spPr>
        <p:txBody>
          <a:bodyPr wrap="square" lIns="91440" tIns="45720" rIns="0" bIns="45720" anchor="t" anchorCtr="0">
            <a:no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北京理工大学</a:t>
            </a:r>
            <a:r>
              <a:rPr kumimoji="0" lang="en-US" altLang="zh-CN"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年诞生于延安，前身是自然科学院，是中国共产党创办的第一所理工科大学。</a:t>
            </a:r>
          </a:p>
        </p:txBody>
      </p:sp>
      <p:sp>
        <p:nvSpPr>
          <p:cNvPr id="19" name="ïṥḻíďé">
            <a:extLst>
              <a:ext uri="{FF2B5EF4-FFF2-40B4-BE49-F238E27FC236}">
                <a16:creationId xmlns:a16="http://schemas.microsoft.com/office/drawing/2014/main" id="{B209C7C3-89FD-4DD6-8AE4-2D7164CF278C}"/>
              </a:ext>
            </a:extLst>
          </p:cNvPr>
          <p:cNvSpPr txBox="1"/>
          <p:nvPr/>
        </p:nvSpPr>
        <p:spPr>
          <a:xfrm>
            <a:off x="8516214" y="3543555"/>
            <a:ext cx="3002626" cy="1489306"/>
          </a:xfrm>
          <a:prstGeom prst="rect">
            <a:avLst/>
          </a:prstGeom>
          <a:noFill/>
          <a:ln>
            <a:noFill/>
          </a:ln>
        </p:spPr>
        <p:txBody>
          <a:bodyPr wrap="square" lIns="91440" tIns="45720" rIns="0" bIns="45720" anchor="t" anchorCtr="0">
            <a:no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北京理工大学</a:t>
            </a:r>
            <a:r>
              <a:rPr kumimoji="0" lang="en-US" altLang="zh-CN"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lumMod val="65000"/>
                    <a:lumOff val="35000"/>
                  </a:prstClr>
                </a:solidFill>
                <a:effectLst/>
                <a:uLnTx/>
                <a:uFillTx/>
                <a:latin typeface="微软雅黑"/>
                <a:ea typeface="微软雅黑"/>
                <a:cs typeface="+mn-cs"/>
              </a:rPr>
              <a:t>年诞生于延安，前身是自然科学院，是中国共产党创办的第一所理工科大学。</a:t>
            </a:r>
          </a:p>
        </p:txBody>
      </p:sp>
      <p:pic>
        <p:nvPicPr>
          <p:cNvPr id="20" name="图片占位符 7">
            <a:extLst>
              <a:ext uri="{FF2B5EF4-FFF2-40B4-BE49-F238E27FC236}">
                <a16:creationId xmlns:a16="http://schemas.microsoft.com/office/drawing/2014/main" id="{3A97BDF5-B223-46DA-AD68-112BC5F44A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4594663" y="1374609"/>
            <a:ext cx="3002623" cy="1511374"/>
          </a:xfrm>
          <a:custGeom>
            <a:avLst/>
            <a:gdLst>
              <a:gd name="connsiteX0" fmla="*/ 0 w 3002637"/>
              <a:gd name="connsiteY0" fmla="*/ 0 h 1511374"/>
              <a:gd name="connsiteX1" fmla="*/ 3002637 w 3002637"/>
              <a:gd name="connsiteY1" fmla="*/ 0 h 1511374"/>
              <a:gd name="connsiteX2" fmla="*/ 3002637 w 3002637"/>
              <a:gd name="connsiteY2" fmla="*/ 1511374 h 1511374"/>
              <a:gd name="connsiteX3" fmla="*/ 0 w 3002637"/>
              <a:gd name="connsiteY3" fmla="*/ 1511374 h 1511374"/>
            </a:gdLst>
            <a:ahLst/>
            <a:cxnLst>
              <a:cxn ang="0">
                <a:pos x="connsiteX0" y="connsiteY0"/>
              </a:cxn>
              <a:cxn ang="0">
                <a:pos x="connsiteX1" y="connsiteY1"/>
              </a:cxn>
              <a:cxn ang="0">
                <a:pos x="connsiteX2" y="connsiteY2"/>
              </a:cxn>
              <a:cxn ang="0">
                <a:pos x="connsiteX3" y="connsiteY3"/>
              </a:cxn>
            </a:cxnLst>
            <a:rect l="l" t="t" r="r" b="b"/>
            <a:pathLst>
              <a:path w="3002637" h="1511374">
                <a:moveTo>
                  <a:pt x="0" y="0"/>
                </a:moveTo>
                <a:lnTo>
                  <a:pt x="3002637" y="0"/>
                </a:lnTo>
                <a:lnTo>
                  <a:pt x="3002637" y="1511374"/>
                </a:lnTo>
                <a:lnTo>
                  <a:pt x="0" y="1511374"/>
                </a:lnTo>
                <a:close/>
              </a:path>
            </a:pathLst>
          </a:custGeom>
        </p:spPr>
      </p:pic>
      <p:pic>
        <p:nvPicPr>
          <p:cNvPr id="21" name="图片占位符 7">
            <a:extLst>
              <a:ext uri="{FF2B5EF4-FFF2-40B4-BE49-F238E27FC236}">
                <a16:creationId xmlns:a16="http://schemas.microsoft.com/office/drawing/2014/main" id="{1204F7F5-78B5-46FB-B925-A535CC5D74E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8516214" y="1374609"/>
            <a:ext cx="3002623" cy="1511374"/>
          </a:xfrm>
          <a:custGeom>
            <a:avLst/>
            <a:gdLst>
              <a:gd name="connsiteX0" fmla="*/ 0 w 3002637"/>
              <a:gd name="connsiteY0" fmla="*/ 0 h 1511374"/>
              <a:gd name="connsiteX1" fmla="*/ 3002637 w 3002637"/>
              <a:gd name="connsiteY1" fmla="*/ 0 h 1511374"/>
              <a:gd name="connsiteX2" fmla="*/ 3002637 w 3002637"/>
              <a:gd name="connsiteY2" fmla="*/ 1511374 h 1511374"/>
              <a:gd name="connsiteX3" fmla="*/ 0 w 3002637"/>
              <a:gd name="connsiteY3" fmla="*/ 1511374 h 1511374"/>
            </a:gdLst>
            <a:ahLst/>
            <a:cxnLst>
              <a:cxn ang="0">
                <a:pos x="connsiteX0" y="connsiteY0"/>
              </a:cxn>
              <a:cxn ang="0">
                <a:pos x="connsiteX1" y="connsiteY1"/>
              </a:cxn>
              <a:cxn ang="0">
                <a:pos x="connsiteX2" y="connsiteY2"/>
              </a:cxn>
              <a:cxn ang="0">
                <a:pos x="connsiteX3" y="connsiteY3"/>
              </a:cxn>
            </a:cxnLst>
            <a:rect l="l" t="t" r="r" b="b"/>
            <a:pathLst>
              <a:path w="3002637" h="1511374">
                <a:moveTo>
                  <a:pt x="0" y="0"/>
                </a:moveTo>
                <a:lnTo>
                  <a:pt x="3002637" y="0"/>
                </a:lnTo>
                <a:lnTo>
                  <a:pt x="3002637" y="1511374"/>
                </a:lnTo>
                <a:lnTo>
                  <a:pt x="0" y="1511374"/>
                </a:lnTo>
                <a:close/>
              </a:path>
            </a:pathLst>
          </a:custGeom>
        </p:spPr>
      </p:pic>
    </p:spTree>
    <p:extLst>
      <p:ext uri="{BB962C8B-B14F-4D97-AF65-F5344CB8AC3E}">
        <p14:creationId xmlns:p14="http://schemas.microsoft.com/office/powerpoint/2010/main" val="3769113253"/>
      </p:ext>
    </p:extLst>
  </p:cSld>
  <p:clrMapOvr>
    <a:masterClrMapping/>
  </p:clrMapOvr>
  <p:transition spd="med">
    <p:pull/>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三段三图</a:t>
            </a:r>
          </a:p>
        </p:txBody>
      </p:sp>
      <p:pic>
        <p:nvPicPr>
          <p:cNvPr id="18" name="图片占位符 16">
            <a:extLst>
              <a:ext uri="{FF2B5EF4-FFF2-40B4-BE49-F238E27FC236}">
                <a16:creationId xmlns:a16="http://schemas.microsoft.com/office/drawing/2014/main" id="{4304AFCB-F7DF-49A4-8AE3-2642DEC2B05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4597394" y="1186896"/>
            <a:ext cx="2997198" cy="3159728"/>
          </a:xfrm>
          <a:prstGeom prst="rect">
            <a:avLst/>
          </a:prstGeom>
        </p:spPr>
      </p:pic>
      <p:sp>
        <p:nvSpPr>
          <p:cNvPr id="19" name="文本框 18">
            <a:extLst>
              <a:ext uri="{FF2B5EF4-FFF2-40B4-BE49-F238E27FC236}">
                <a16:creationId xmlns:a16="http://schemas.microsoft.com/office/drawing/2014/main" id="{C7007142-0C87-4940-9183-2517675EE619}"/>
              </a:ext>
            </a:extLst>
          </p:cNvPr>
          <p:cNvSpPr txBox="1"/>
          <p:nvPr/>
        </p:nvSpPr>
        <p:spPr>
          <a:xfrm>
            <a:off x="660401" y="4629150"/>
            <a:ext cx="2997198" cy="1422400"/>
          </a:xfrm>
          <a:prstGeom prst="rect">
            <a:avLst/>
          </a:prstGeom>
          <a:noFill/>
        </p:spPr>
        <p:txBody>
          <a:bodyPr wrap="square" lIns="0" tIns="0" rIns="0" bIns="0" rtlCol="0">
            <a:norm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关于这张图片的一些简短说明北京理工大学的前身是</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年</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9</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月中国共产党在延安创办的自然科学院</a:t>
            </a:r>
          </a:p>
        </p:txBody>
      </p:sp>
      <p:sp>
        <p:nvSpPr>
          <p:cNvPr id="20" name="文本框 19">
            <a:extLst>
              <a:ext uri="{FF2B5EF4-FFF2-40B4-BE49-F238E27FC236}">
                <a16:creationId xmlns:a16="http://schemas.microsoft.com/office/drawing/2014/main" id="{D78A03F7-1EEB-4103-A342-AA0472E202C0}"/>
              </a:ext>
            </a:extLst>
          </p:cNvPr>
          <p:cNvSpPr txBox="1"/>
          <p:nvPr/>
        </p:nvSpPr>
        <p:spPr>
          <a:xfrm>
            <a:off x="4597398" y="4629150"/>
            <a:ext cx="2997198" cy="1422400"/>
          </a:xfrm>
          <a:prstGeom prst="rect">
            <a:avLst/>
          </a:prstGeom>
          <a:noFill/>
        </p:spPr>
        <p:txBody>
          <a:bodyPr wrap="square" lIns="0" tIns="0" rIns="0" bIns="0" rtlCol="0">
            <a:norm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关于这张图片的一些简短说明北京理工大学的前身是</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年</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9</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月中国共产党在延安创办的自然科学院</a:t>
            </a:r>
          </a:p>
        </p:txBody>
      </p:sp>
      <p:sp>
        <p:nvSpPr>
          <p:cNvPr id="21" name="文本框 20">
            <a:extLst>
              <a:ext uri="{FF2B5EF4-FFF2-40B4-BE49-F238E27FC236}">
                <a16:creationId xmlns:a16="http://schemas.microsoft.com/office/drawing/2014/main" id="{C73A5CC7-3F33-48DC-B8FB-3060474A9DD6}"/>
              </a:ext>
            </a:extLst>
          </p:cNvPr>
          <p:cNvSpPr txBox="1"/>
          <p:nvPr/>
        </p:nvSpPr>
        <p:spPr>
          <a:xfrm>
            <a:off x="8534401" y="4629150"/>
            <a:ext cx="2997198" cy="1422400"/>
          </a:xfrm>
          <a:prstGeom prst="rect">
            <a:avLst/>
          </a:prstGeom>
          <a:noFill/>
        </p:spPr>
        <p:txBody>
          <a:bodyPr wrap="square" lIns="0" tIns="0" rIns="0" bIns="0" rtlCol="0">
            <a:normAutofit/>
          </a:bodyPr>
          <a:lstStyle/>
          <a:p>
            <a:pPr marL="0" marR="0" lvl="0" indent="0" algn="just" defTabSz="914400" rtl="0" eaLnBrk="1" fontAlgn="base" latinLnBrk="0" hangingPunct="1">
              <a:lnSpc>
                <a:spcPct val="150000"/>
              </a:lnSpc>
              <a:spcBef>
                <a:spcPct val="0"/>
              </a:spcBef>
              <a:spcAft>
                <a:spcPct val="0"/>
              </a:spcAft>
              <a:buClrTx/>
              <a:buSzTx/>
              <a:buFontTx/>
              <a:buNone/>
              <a:tabLst/>
              <a:defRPr/>
            </a:pP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关于这张图片的一些简短说明北京理工大学的前身是</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1940</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年</a:t>
            </a:r>
            <a:r>
              <a:rPr kumimoji="0" lang="en-US" altLang="zh-CN" sz="1600" b="0" i="0" u="none" strike="noStrike" kern="1200" cap="none" spc="100" normalizeH="0" baseline="0" noProof="0" dirty="0">
                <a:ln>
                  <a:noFill/>
                </a:ln>
                <a:solidFill>
                  <a:prstClr val="black"/>
                </a:solidFill>
                <a:effectLst/>
                <a:uLnTx/>
                <a:uFillTx/>
                <a:latin typeface="微软雅黑"/>
                <a:ea typeface="微软雅黑"/>
                <a:cs typeface="+mn-cs"/>
              </a:rPr>
              <a:t>9</a:t>
            </a:r>
            <a:r>
              <a:rPr kumimoji="0" lang="zh-CN" altLang="en-US" sz="1600" b="0" i="0" u="none" strike="noStrike" kern="1200" cap="none" spc="100" normalizeH="0" baseline="0" noProof="0" dirty="0">
                <a:ln>
                  <a:noFill/>
                </a:ln>
                <a:solidFill>
                  <a:prstClr val="black"/>
                </a:solidFill>
                <a:effectLst/>
                <a:uLnTx/>
                <a:uFillTx/>
                <a:latin typeface="微软雅黑"/>
                <a:ea typeface="微软雅黑"/>
                <a:cs typeface="+mn-cs"/>
              </a:rPr>
              <a:t>月中国共产党在延安创办的自然科学院</a:t>
            </a:r>
          </a:p>
        </p:txBody>
      </p:sp>
      <p:pic>
        <p:nvPicPr>
          <p:cNvPr id="22" name="图片占位符 22">
            <a:extLst>
              <a:ext uri="{FF2B5EF4-FFF2-40B4-BE49-F238E27FC236}">
                <a16:creationId xmlns:a16="http://schemas.microsoft.com/office/drawing/2014/main" id="{1EAEF017-7B5E-4C38-99FA-D09701FF14B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8534402" y="1186895"/>
            <a:ext cx="2997199" cy="3159727"/>
          </a:xfrm>
          <a:prstGeom prst="rect">
            <a:avLst/>
          </a:prstGeom>
        </p:spPr>
      </p:pic>
      <p:pic>
        <p:nvPicPr>
          <p:cNvPr id="23" name="图片占位符 28">
            <a:extLst>
              <a:ext uri="{FF2B5EF4-FFF2-40B4-BE49-F238E27FC236}">
                <a16:creationId xmlns:a16="http://schemas.microsoft.com/office/drawing/2014/main" id="{A6B04C0D-43E6-494A-9978-D7B8ACBB556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a:stretch/>
        </p:blipFill>
        <p:spPr>
          <a:xfrm>
            <a:off x="660393" y="1186896"/>
            <a:ext cx="2997198" cy="3159728"/>
          </a:xfrm>
          <a:prstGeom prst="rect">
            <a:avLst/>
          </a:prstGeom>
        </p:spPr>
      </p:pic>
      <p:sp>
        <p:nvSpPr>
          <p:cNvPr id="39" name="文本框 38">
            <a:extLst>
              <a:ext uri="{FF2B5EF4-FFF2-40B4-BE49-F238E27FC236}">
                <a16:creationId xmlns:a16="http://schemas.microsoft.com/office/drawing/2014/main" id="{37D4F076-9EAD-4B9D-95CF-66500BE65635}"/>
              </a:ext>
            </a:extLst>
          </p:cNvPr>
          <p:cNvSpPr txBox="1"/>
          <p:nvPr/>
        </p:nvSpPr>
        <p:spPr>
          <a:xfrm>
            <a:off x="1858891" y="4089464"/>
            <a:ext cx="1798710" cy="468000"/>
          </a:xfrm>
          <a:prstGeom prst="rect">
            <a:avLst/>
          </a:prstGeom>
          <a:solidFill>
            <a:schemeClr val="accent1"/>
          </a:solidFill>
          <a:ln>
            <a:noFill/>
          </a:ln>
        </p:spPr>
        <p:txBody>
          <a:bodyPr wrap="square" lIns="0" tIns="0" rIns="0" bIns="0" rtlCol="0" anchor="t" anchorCtr="0">
            <a:normAutofit/>
          </a:bodyPr>
          <a:lstStyle/>
          <a:p>
            <a:pPr marL="0" marR="0" lvl="0" indent="0" algn="ctr" defTabSz="914400" rtl="0" eaLnBrk="0" fontAlgn="base" latinLnBrk="0" hangingPunct="0">
              <a:lnSpc>
                <a:spcPct val="150000"/>
              </a:lnSpc>
              <a:spcBef>
                <a:spcPct val="0"/>
              </a:spcBef>
              <a:spcAft>
                <a:spcPct val="0"/>
              </a:spcAft>
              <a:buClrTx/>
              <a:buSzTx/>
              <a:buFontTx/>
              <a:buNone/>
              <a:tabLst/>
              <a:defRPr/>
            </a:pPr>
            <a:r>
              <a:rPr kumimoji="0" lang="zh-CN" altLang="en-US" sz="1800" b="1" i="0" u="none" strike="noStrike" kern="1200" cap="none" spc="1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图片关键词</a:t>
            </a:r>
          </a:p>
        </p:txBody>
      </p:sp>
      <p:sp>
        <p:nvSpPr>
          <p:cNvPr id="40" name="文本框 39">
            <a:extLst>
              <a:ext uri="{FF2B5EF4-FFF2-40B4-BE49-F238E27FC236}">
                <a16:creationId xmlns:a16="http://schemas.microsoft.com/office/drawing/2014/main" id="{116715DA-4176-4E93-9239-7E4D0E6FD191}"/>
              </a:ext>
            </a:extLst>
          </p:cNvPr>
          <p:cNvSpPr txBox="1"/>
          <p:nvPr/>
        </p:nvSpPr>
        <p:spPr>
          <a:xfrm>
            <a:off x="5795889" y="4089464"/>
            <a:ext cx="1798710" cy="468000"/>
          </a:xfrm>
          <a:prstGeom prst="rect">
            <a:avLst/>
          </a:prstGeom>
          <a:solidFill>
            <a:schemeClr val="accent1"/>
          </a:solidFill>
          <a:ln>
            <a:noFill/>
          </a:ln>
        </p:spPr>
        <p:txBody>
          <a:bodyPr wrap="square" lIns="0" tIns="0" rIns="0" bIns="0" rtlCol="0" anchor="t" anchorCtr="0">
            <a:normAutofit/>
          </a:bodyPr>
          <a:lstStyle/>
          <a:p>
            <a:pPr marL="0" marR="0" lvl="0" indent="0" algn="ctr" defTabSz="914400" rtl="0" eaLnBrk="0" fontAlgn="base" latinLnBrk="0" hangingPunct="0">
              <a:lnSpc>
                <a:spcPct val="150000"/>
              </a:lnSpc>
              <a:spcBef>
                <a:spcPct val="0"/>
              </a:spcBef>
              <a:spcAft>
                <a:spcPct val="0"/>
              </a:spcAft>
              <a:buClrTx/>
              <a:buSzTx/>
              <a:buFontTx/>
              <a:buNone/>
              <a:tabLst/>
              <a:defRPr/>
            </a:pPr>
            <a:r>
              <a:rPr kumimoji="0" lang="zh-CN" altLang="en-US" sz="1800" b="1" i="0" u="none" strike="noStrike" kern="1200" cap="none" spc="1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图片关键词</a:t>
            </a:r>
          </a:p>
        </p:txBody>
      </p:sp>
      <p:sp>
        <p:nvSpPr>
          <p:cNvPr id="41" name="文本框 40">
            <a:extLst>
              <a:ext uri="{FF2B5EF4-FFF2-40B4-BE49-F238E27FC236}">
                <a16:creationId xmlns:a16="http://schemas.microsoft.com/office/drawing/2014/main" id="{87967180-D7D3-4896-8D50-AF710341CB06}"/>
              </a:ext>
            </a:extLst>
          </p:cNvPr>
          <p:cNvSpPr txBox="1"/>
          <p:nvPr/>
        </p:nvSpPr>
        <p:spPr>
          <a:xfrm>
            <a:off x="9732893" y="4089464"/>
            <a:ext cx="1798710" cy="468000"/>
          </a:xfrm>
          <a:prstGeom prst="rect">
            <a:avLst/>
          </a:prstGeom>
          <a:solidFill>
            <a:schemeClr val="accent1"/>
          </a:solidFill>
          <a:ln>
            <a:noFill/>
          </a:ln>
        </p:spPr>
        <p:txBody>
          <a:bodyPr wrap="square" lIns="0" tIns="0" rIns="0" bIns="0" rtlCol="0" anchor="t" anchorCtr="0">
            <a:normAutofit/>
          </a:bodyPr>
          <a:lstStyle/>
          <a:p>
            <a:pPr marL="0" marR="0" lvl="0" indent="0" algn="ctr" defTabSz="914400" rtl="0" eaLnBrk="0" fontAlgn="base" latinLnBrk="0" hangingPunct="0">
              <a:lnSpc>
                <a:spcPct val="150000"/>
              </a:lnSpc>
              <a:spcBef>
                <a:spcPct val="0"/>
              </a:spcBef>
              <a:spcAft>
                <a:spcPct val="0"/>
              </a:spcAft>
              <a:buClrTx/>
              <a:buSzTx/>
              <a:buFontTx/>
              <a:buNone/>
              <a:tabLst/>
              <a:defRPr/>
            </a:pPr>
            <a:r>
              <a:rPr kumimoji="0" lang="zh-CN" altLang="en-US" sz="1800" b="1" i="0" u="none" strike="noStrike" kern="1200" cap="none" spc="1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图片关键词</a:t>
            </a:r>
          </a:p>
        </p:txBody>
      </p:sp>
    </p:spTree>
    <p:extLst>
      <p:ext uri="{BB962C8B-B14F-4D97-AF65-F5344CB8AC3E}">
        <p14:creationId xmlns:p14="http://schemas.microsoft.com/office/powerpoint/2010/main" val="591760662"/>
      </p:ext>
    </p:extLst>
  </p:cSld>
  <p:clrMapOvr>
    <a:masterClrMapping/>
  </p:clrMapOvr>
  <p:transition spd="med">
    <p:pull/>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四段四图</a:t>
            </a:r>
          </a:p>
        </p:txBody>
      </p:sp>
      <p:sp>
        <p:nvSpPr>
          <p:cNvPr id="24" name="矩形 23">
            <a:extLst>
              <a:ext uri="{FF2B5EF4-FFF2-40B4-BE49-F238E27FC236}">
                <a16:creationId xmlns:a16="http://schemas.microsoft.com/office/drawing/2014/main" id="{62C073CC-8802-4F4F-BEAC-EF965384F410}"/>
              </a:ext>
            </a:extLst>
          </p:cNvPr>
          <p:cNvSpPr/>
          <p:nvPr/>
        </p:nvSpPr>
        <p:spPr>
          <a:xfrm>
            <a:off x="3399367" y="1180755"/>
            <a:ext cx="2654300" cy="2305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5" name="矩形 24">
            <a:extLst>
              <a:ext uri="{FF2B5EF4-FFF2-40B4-BE49-F238E27FC236}">
                <a16:creationId xmlns:a16="http://schemas.microsoft.com/office/drawing/2014/main" id="{C61C313B-48C9-4546-82BC-7371C4800DFF}"/>
              </a:ext>
            </a:extLst>
          </p:cNvPr>
          <p:cNvSpPr/>
          <p:nvPr/>
        </p:nvSpPr>
        <p:spPr>
          <a:xfrm>
            <a:off x="8877300" y="1180755"/>
            <a:ext cx="2654300" cy="2305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6" name="矩形 25">
            <a:extLst>
              <a:ext uri="{FF2B5EF4-FFF2-40B4-BE49-F238E27FC236}">
                <a16:creationId xmlns:a16="http://schemas.microsoft.com/office/drawing/2014/main" id="{F6649CFC-DB39-40FC-B685-9EBBD62F74A8}"/>
              </a:ext>
            </a:extLst>
          </p:cNvPr>
          <p:cNvSpPr/>
          <p:nvPr/>
        </p:nvSpPr>
        <p:spPr>
          <a:xfrm>
            <a:off x="660400" y="3567263"/>
            <a:ext cx="2654300" cy="23050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7" name="矩形 26">
            <a:extLst>
              <a:ext uri="{FF2B5EF4-FFF2-40B4-BE49-F238E27FC236}">
                <a16:creationId xmlns:a16="http://schemas.microsoft.com/office/drawing/2014/main" id="{6BA10E57-5CF1-4FCB-8A59-1101033D06A5}"/>
              </a:ext>
            </a:extLst>
          </p:cNvPr>
          <p:cNvSpPr/>
          <p:nvPr/>
        </p:nvSpPr>
        <p:spPr>
          <a:xfrm>
            <a:off x="6138334" y="3567263"/>
            <a:ext cx="2654300" cy="23050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8" name="文本占位符 26">
            <a:extLst>
              <a:ext uri="{FF2B5EF4-FFF2-40B4-BE49-F238E27FC236}">
                <a16:creationId xmlns:a16="http://schemas.microsoft.com/office/drawing/2014/main" id="{BE01E752-9522-4156-BF35-4D4D5D24A3F9}"/>
              </a:ext>
            </a:extLst>
          </p:cNvPr>
          <p:cNvSpPr txBox="1">
            <a:spLocks/>
          </p:cNvSpPr>
          <p:nvPr/>
        </p:nvSpPr>
        <p:spPr>
          <a:xfrm>
            <a:off x="3659339" y="2430954"/>
            <a:ext cx="2107477" cy="787839"/>
          </a:xfrm>
          <a:prstGeom prst="rect">
            <a:avLst/>
          </a:prstGeom>
        </p:spPr>
        <p:txBody>
          <a:bodyPr>
            <a:normAutofit fontScale="85000" lnSpcReduction="10000"/>
          </a:bodyPr>
          <a:lstStyle>
            <a:lvl1pPr marL="0" indent="0" algn="just" rtl="0" eaLnBrk="0" fontAlgn="base" hangingPunct="0">
              <a:lnSpc>
                <a:spcPct val="130000"/>
              </a:lnSpc>
              <a:spcBef>
                <a:spcPts val="0"/>
              </a:spcBef>
              <a:spcAft>
                <a:spcPct val="0"/>
              </a:spcAft>
              <a:buFontTx/>
              <a:buNone/>
              <a:defRPr lang="zh-CN" altLang="en-US" sz="2000" kern="1200" spc="300" dirty="0">
                <a:solidFill>
                  <a:schemeClr val="bg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30000"/>
              </a:lnSpc>
              <a:spcBef>
                <a:spcPts val="0"/>
              </a:spcBef>
              <a:spcAft>
                <a:spcPct val="0"/>
              </a:spcAft>
              <a:buClrTx/>
              <a:buSzTx/>
              <a:buFontTx/>
              <a:buNone/>
              <a:tabLst/>
              <a:defRPr/>
            </a:pPr>
            <a:r>
              <a:rPr kumimoji="0" lang="zh-CN" altLang="en-US" sz="2000" b="0" i="0" u="none" strike="noStrike" kern="1200" cap="none" spc="300" normalizeH="0" baseline="0" noProof="0" dirty="0">
                <a:ln>
                  <a:noFill/>
                </a:ln>
                <a:solidFill>
                  <a:prstClr val="white"/>
                </a:solidFill>
                <a:effectLst/>
                <a:uLnTx/>
                <a:uFillTx/>
                <a:latin typeface="微软雅黑"/>
                <a:ea typeface="微软雅黑"/>
                <a:cs typeface="+mn-cs"/>
              </a:rPr>
              <a:t>请在这里输入你的内容图片可改</a:t>
            </a:r>
          </a:p>
        </p:txBody>
      </p:sp>
      <p:sp>
        <p:nvSpPr>
          <p:cNvPr id="29" name="文本占位符 26">
            <a:extLst>
              <a:ext uri="{FF2B5EF4-FFF2-40B4-BE49-F238E27FC236}">
                <a16:creationId xmlns:a16="http://schemas.microsoft.com/office/drawing/2014/main" id="{3C0DFD3F-57CF-4986-981C-6C76758D2F00}"/>
              </a:ext>
            </a:extLst>
          </p:cNvPr>
          <p:cNvSpPr txBox="1">
            <a:spLocks/>
          </p:cNvSpPr>
          <p:nvPr/>
        </p:nvSpPr>
        <p:spPr>
          <a:xfrm>
            <a:off x="9150711" y="2430954"/>
            <a:ext cx="2107477" cy="787839"/>
          </a:xfrm>
          <a:prstGeom prst="rect">
            <a:avLst/>
          </a:prstGeom>
        </p:spPr>
        <p:txBody>
          <a:bodyPr>
            <a:normAutofit fontScale="85000" lnSpcReduction="10000"/>
          </a:bodyPr>
          <a:lstStyle>
            <a:lvl1pPr marL="0" indent="0" algn="just" rtl="0" eaLnBrk="0" fontAlgn="base" hangingPunct="0">
              <a:lnSpc>
                <a:spcPct val="130000"/>
              </a:lnSpc>
              <a:spcBef>
                <a:spcPts val="0"/>
              </a:spcBef>
              <a:spcAft>
                <a:spcPct val="0"/>
              </a:spcAft>
              <a:buFontTx/>
              <a:buNone/>
              <a:defRPr lang="zh-CN" altLang="en-US" sz="2000" kern="1200" spc="300" dirty="0">
                <a:solidFill>
                  <a:schemeClr val="bg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30000"/>
              </a:lnSpc>
              <a:spcBef>
                <a:spcPts val="0"/>
              </a:spcBef>
              <a:spcAft>
                <a:spcPct val="0"/>
              </a:spcAft>
              <a:buClrTx/>
              <a:buSzTx/>
              <a:buFontTx/>
              <a:buNone/>
              <a:tabLst/>
              <a:defRPr/>
            </a:pPr>
            <a:r>
              <a:rPr kumimoji="0" lang="zh-CN" altLang="en-US" sz="2000" b="0" i="0" u="none" strike="noStrike" kern="1200" cap="none" spc="300" normalizeH="0" baseline="0" noProof="0" dirty="0">
                <a:ln>
                  <a:noFill/>
                </a:ln>
                <a:solidFill>
                  <a:prstClr val="white"/>
                </a:solidFill>
                <a:effectLst/>
                <a:uLnTx/>
                <a:uFillTx/>
                <a:latin typeface="微软雅黑"/>
                <a:ea typeface="微软雅黑"/>
                <a:cs typeface="+mn-cs"/>
              </a:rPr>
              <a:t>请在这里输入你的内容图片可改</a:t>
            </a:r>
          </a:p>
        </p:txBody>
      </p:sp>
      <p:sp>
        <p:nvSpPr>
          <p:cNvPr id="30" name="文本占位符 31">
            <a:extLst>
              <a:ext uri="{FF2B5EF4-FFF2-40B4-BE49-F238E27FC236}">
                <a16:creationId xmlns:a16="http://schemas.microsoft.com/office/drawing/2014/main" id="{F15F6FE1-3EAC-4607-BFF6-476BC6A052AD}"/>
              </a:ext>
            </a:extLst>
          </p:cNvPr>
          <p:cNvSpPr txBox="1">
            <a:spLocks/>
          </p:cNvSpPr>
          <p:nvPr/>
        </p:nvSpPr>
        <p:spPr>
          <a:xfrm>
            <a:off x="3659339" y="1180755"/>
            <a:ext cx="2107477" cy="1238250"/>
          </a:xfrm>
          <a:prstGeom prst="rect">
            <a:avLst/>
          </a:prstGeom>
        </p:spPr>
        <p:txBody>
          <a:bodyPr/>
          <a:lstStyle>
            <a:lvl1pPr marL="0" indent="0" algn="l" rtl="0" eaLnBrk="0" fontAlgn="base" hangingPunct="0">
              <a:lnSpc>
                <a:spcPct val="90000"/>
              </a:lnSpc>
              <a:spcBef>
                <a:spcPts val="1000"/>
              </a:spcBef>
              <a:spcAft>
                <a:spcPct val="0"/>
              </a:spcAft>
              <a:buFontTx/>
              <a:buNone/>
              <a:defRPr lang="zh-CN" altLang="en-US" sz="7200" kern="1200" spc="300" dirty="0" smtClean="0">
                <a:solidFill>
                  <a:schemeClr val="bg1">
                    <a:alpha val="16000"/>
                  </a:schemeClr>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0" fontAlgn="base" latinLnBrk="0" hangingPunct="0">
              <a:lnSpc>
                <a:spcPct val="90000"/>
              </a:lnSpc>
              <a:spcBef>
                <a:spcPts val="1000"/>
              </a:spcBef>
              <a:spcAft>
                <a:spcPct val="0"/>
              </a:spcAft>
              <a:buClrTx/>
              <a:buSzTx/>
              <a:buFontTx/>
              <a:buNone/>
              <a:tabLst/>
              <a:defRPr/>
            </a:pPr>
            <a:r>
              <a:rPr kumimoji="0" lang="en-US" altLang="zh-CN" sz="7200" b="0" i="0" u="none" strike="noStrike" kern="1200" cap="none" spc="300" normalizeH="0" baseline="0" noProof="0" dirty="0">
                <a:ln>
                  <a:noFill/>
                </a:ln>
                <a:solidFill>
                  <a:prstClr val="white">
                    <a:alpha val="16000"/>
                  </a:prstClr>
                </a:solidFill>
                <a:effectLst/>
                <a:uLnTx/>
                <a:uFillTx/>
                <a:latin typeface="微软雅黑"/>
                <a:ea typeface="微软雅黑"/>
                <a:cs typeface="+mn-cs"/>
              </a:rPr>
              <a:t>02</a:t>
            </a:r>
            <a:endParaRPr kumimoji="0" lang="zh-CN" altLang="en-US" sz="7200" b="0" i="0" u="none" strike="noStrike" kern="1200" cap="none" spc="300" normalizeH="0" baseline="0" noProof="0" dirty="0">
              <a:ln>
                <a:noFill/>
              </a:ln>
              <a:solidFill>
                <a:prstClr val="white">
                  <a:alpha val="16000"/>
                </a:prstClr>
              </a:solidFill>
              <a:effectLst/>
              <a:uLnTx/>
              <a:uFillTx/>
              <a:latin typeface="微软雅黑"/>
              <a:ea typeface="微软雅黑"/>
              <a:cs typeface="+mn-cs"/>
            </a:endParaRPr>
          </a:p>
        </p:txBody>
      </p:sp>
      <p:sp>
        <p:nvSpPr>
          <p:cNvPr id="31" name="文本占位符 31">
            <a:extLst>
              <a:ext uri="{FF2B5EF4-FFF2-40B4-BE49-F238E27FC236}">
                <a16:creationId xmlns:a16="http://schemas.microsoft.com/office/drawing/2014/main" id="{528BBA87-564E-4C6D-80A9-A047EDE13016}"/>
              </a:ext>
            </a:extLst>
          </p:cNvPr>
          <p:cNvSpPr txBox="1">
            <a:spLocks/>
          </p:cNvSpPr>
          <p:nvPr/>
        </p:nvSpPr>
        <p:spPr>
          <a:xfrm>
            <a:off x="9150710" y="1180755"/>
            <a:ext cx="2107477" cy="1238250"/>
          </a:xfrm>
          <a:prstGeom prst="rect">
            <a:avLst/>
          </a:prstGeom>
        </p:spPr>
        <p:txBody>
          <a:bodyPr/>
          <a:lstStyle>
            <a:lvl1pPr marL="0" indent="0" algn="l" rtl="0" eaLnBrk="0" fontAlgn="base" hangingPunct="0">
              <a:lnSpc>
                <a:spcPct val="90000"/>
              </a:lnSpc>
              <a:spcBef>
                <a:spcPts val="1000"/>
              </a:spcBef>
              <a:spcAft>
                <a:spcPct val="0"/>
              </a:spcAft>
              <a:buFontTx/>
              <a:buNone/>
              <a:defRPr lang="zh-CN" altLang="en-US" sz="7200" kern="1200" spc="300" dirty="0" smtClean="0">
                <a:solidFill>
                  <a:schemeClr val="bg1">
                    <a:alpha val="16000"/>
                  </a:schemeClr>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0" fontAlgn="base" latinLnBrk="0" hangingPunct="0">
              <a:lnSpc>
                <a:spcPct val="90000"/>
              </a:lnSpc>
              <a:spcBef>
                <a:spcPts val="1000"/>
              </a:spcBef>
              <a:spcAft>
                <a:spcPct val="0"/>
              </a:spcAft>
              <a:buClrTx/>
              <a:buSzTx/>
              <a:buFontTx/>
              <a:buNone/>
              <a:tabLst/>
              <a:defRPr/>
            </a:pPr>
            <a:r>
              <a:rPr kumimoji="0" lang="en-US" altLang="zh-CN" sz="7200" b="0" i="0" u="none" strike="noStrike" kern="1200" cap="none" spc="300" normalizeH="0" baseline="0" noProof="0" dirty="0">
                <a:ln>
                  <a:noFill/>
                </a:ln>
                <a:solidFill>
                  <a:prstClr val="white">
                    <a:alpha val="16000"/>
                  </a:prstClr>
                </a:solidFill>
                <a:effectLst/>
                <a:uLnTx/>
                <a:uFillTx/>
                <a:latin typeface="微软雅黑"/>
                <a:ea typeface="微软雅黑"/>
                <a:cs typeface="+mn-cs"/>
              </a:rPr>
              <a:t>04</a:t>
            </a:r>
            <a:endParaRPr kumimoji="0" lang="zh-CN" altLang="en-US" sz="7200" b="0" i="0" u="none" strike="noStrike" kern="1200" cap="none" spc="300" normalizeH="0" baseline="0" noProof="0" dirty="0">
              <a:ln>
                <a:noFill/>
              </a:ln>
              <a:solidFill>
                <a:prstClr val="white">
                  <a:alpha val="16000"/>
                </a:prstClr>
              </a:solidFill>
              <a:effectLst/>
              <a:uLnTx/>
              <a:uFillTx/>
              <a:latin typeface="微软雅黑"/>
              <a:ea typeface="微软雅黑"/>
              <a:cs typeface="+mn-cs"/>
            </a:endParaRPr>
          </a:p>
        </p:txBody>
      </p:sp>
      <p:sp>
        <p:nvSpPr>
          <p:cNvPr id="32" name="文本占位符 26">
            <a:extLst>
              <a:ext uri="{FF2B5EF4-FFF2-40B4-BE49-F238E27FC236}">
                <a16:creationId xmlns:a16="http://schemas.microsoft.com/office/drawing/2014/main" id="{BE01E752-9522-4156-BF35-4D4D5D24A3F9}"/>
              </a:ext>
            </a:extLst>
          </p:cNvPr>
          <p:cNvSpPr txBox="1">
            <a:spLocks/>
          </p:cNvSpPr>
          <p:nvPr/>
        </p:nvSpPr>
        <p:spPr>
          <a:xfrm>
            <a:off x="933812" y="4821868"/>
            <a:ext cx="2107477" cy="787839"/>
          </a:xfrm>
          <a:prstGeom prst="rect">
            <a:avLst/>
          </a:prstGeom>
        </p:spPr>
        <p:txBody>
          <a:bodyPr>
            <a:normAutofit fontScale="85000" lnSpcReduction="10000"/>
          </a:bodyPr>
          <a:lstStyle>
            <a:lvl1pPr marL="0" indent="0" algn="just" rtl="0" eaLnBrk="0" fontAlgn="base" hangingPunct="0">
              <a:lnSpc>
                <a:spcPct val="130000"/>
              </a:lnSpc>
              <a:spcBef>
                <a:spcPts val="0"/>
              </a:spcBef>
              <a:spcAft>
                <a:spcPct val="0"/>
              </a:spcAft>
              <a:buFontTx/>
              <a:buNone/>
              <a:defRPr lang="zh-CN" altLang="en-US" sz="2000" kern="1200" spc="300" dirty="0">
                <a:solidFill>
                  <a:schemeClr val="bg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30000"/>
              </a:lnSpc>
              <a:spcBef>
                <a:spcPts val="0"/>
              </a:spcBef>
              <a:spcAft>
                <a:spcPct val="0"/>
              </a:spcAft>
              <a:buClrTx/>
              <a:buSzTx/>
              <a:buFontTx/>
              <a:buNone/>
              <a:tabLst/>
              <a:defRPr/>
            </a:pPr>
            <a:r>
              <a:rPr kumimoji="0" lang="zh-CN" altLang="en-US" sz="2000" b="0" i="0" u="none" strike="noStrike" kern="1200" cap="none" spc="300" normalizeH="0" baseline="0" noProof="0" dirty="0">
                <a:ln>
                  <a:noFill/>
                </a:ln>
                <a:solidFill>
                  <a:prstClr val="white"/>
                </a:solidFill>
                <a:effectLst/>
                <a:uLnTx/>
                <a:uFillTx/>
                <a:latin typeface="微软雅黑"/>
                <a:ea typeface="微软雅黑"/>
                <a:cs typeface="+mn-cs"/>
              </a:rPr>
              <a:t>请在这里输入你的内容图片可改</a:t>
            </a:r>
          </a:p>
        </p:txBody>
      </p:sp>
      <p:sp>
        <p:nvSpPr>
          <p:cNvPr id="33" name="文本占位符 26">
            <a:extLst>
              <a:ext uri="{FF2B5EF4-FFF2-40B4-BE49-F238E27FC236}">
                <a16:creationId xmlns:a16="http://schemas.microsoft.com/office/drawing/2014/main" id="{3C0DFD3F-57CF-4986-981C-6C76758D2F00}"/>
              </a:ext>
            </a:extLst>
          </p:cNvPr>
          <p:cNvSpPr txBox="1">
            <a:spLocks/>
          </p:cNvSpPr>
          <p:nvPr/>
        </p:nvSpPr>
        <p:spPr>
          <a:xfrm>
            <a:off x="6411746" y="4821868"/>
            <a:ext cx="2107477" cy="787839"/>
          </a:xfrm>
          <a:prstGeom prst="rect">
            <a:avLst/>
          </a:prstGeom>
        </p:spPr>
        <p:txBody>
          <a:bodyPr>
            <a:normAutofit fontScale="85000" lnSpcReduction="10000"/>
          </a:bodyPr>
          <a:lstStyle>
            <a:lvl1pPr marL="0" indent="0" algn="just" rtl="0" eaLnBrk="0" fontAlgn="base" hangingPunct="0">
              <a:lnSpc>
                <a:spcPct val="130000"/>
              </a:lnSpc>
              <a:spcBef>
                <a:spcPts val="0"/>
              </a:spcBef>
              <a:spcAft>
                <a:spcPct val="0"/>
              </a:spcAft>
              <a:buFontTx/>
              <a:buNone/>
              <a:defRPr lang="zh-CN" altLang="en-US" sz="2000" kern="1200" spc="300" dirty="0">
                <a:solidFill>
                  <a:schemeClr val="bg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30000"/>
              </a:lnSpc>
              <a:spcBef>
                <a:spcPts val="0"/>
              </a:spcBef>
              <a:spcAft>
                <a:spcPct val="0"/>
              </a:spcAft>
              <a:buClrTx/>
              <a:buSzTx/>
              <a:buFontTx/>
              <a:buNone/>
              <a:tabLst/>
              <a:defRPr/>
            </a:pPr>
            <a:r>
              <a:rPr kumimoji="0" lang="zh-CN" altLang="en-US" sz="2000" b="0" i="0" u="none" strike="noStrike" kern="1200" cap="none" spc="300" normalizeH="0" baseline="0" noProof="0" dirty="0">
                <a:ln>
                  <a:noFill/>
                </a:ln>
                <a:solidFill>
                  <a:prstClr val="white"/>
                </a:solidFill>
                <a:effectLst/>
                <a:uLnTx/>
                <a:uFillTx/>
                <a:latin typeface="微软雅黑"/>
                <a:ea typeface="微软雅黑"/>
                <a:cs typeface="+mn-cs"/>
              </a:rPr>
              <a:t>请在这里输入你的内容图片可改</a:t>
            </a:r>
          </a:p>
        </p:txBody>
      </p:sp>
      <p:sp>
        <p:nvSpPr>
          <p:cNvPr id="34" name="文本占位符 31">
            <a:extLst>
              <a:ext uri="{FF2B5EF4-FFF2-40B4-BE49-F238E27FC236}">
                <a16:creationId xmlns:a16="http://schemas.microsoft.com/office/drawing/2014/main" id="{F15F6FE1-3EAC-4607-BFF6-476BC6A052AD}"/>
              </a:ext>
            </a:extLst>
          </p:cNvPr>
          <p:cNvSpPr txBox="1">
            <a:spLocks/>
          </p:cNvSpPr>
          <p:nvPr/>
        </p:nvSpPr>
        <p:spPr>
          <a:xfrm>
            <a:off x="933812" y="3571669"/>
            <a:ext cx="2107477" cy="1238250"/>
          </a:xfrm>
          <a:prstGeom prst="rect">
            <a:avLst/>
          </a:prstGeom>
        </p:spPr>
        <p:txBody>
          <a:bodyPr/>
          <a:lstStyle>
            <a:lvl1pPr marL="0" indent="0" algn="l" rtl="0" eaLnBrk="0" fontAlgn="base" hangingPunct="0">
              <a:lnSpc>
                <a:spcPct val="90000"/>
              </a:lnSpc>
              <a:spcBef>
                <a:spcPts val="1000"/>
              </a:spcBef>
              <a:spcAft>
                <a:spcPct val="0"/>
              </a:spcAft>
              <a:buFontTx/>
              <a:buNone/>
              <a:defRPr lang="zh-CN" altLang="en-US" sz="7200" kern="1200" spc="300" dirty="0" smtClean="0">
                <a:solidFill>
                  <a:schemeClr val="bg1">
                    <a:alpha val="16000"/>
                  </a:schemeClr>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0" fontAlgn="base" latinLnBrk="0" hangingPunct="0">
              <a:lnSpc>
                <a:spcPct val="90000"/>
              </a:lnSpc>
              <a:spcBef>
                <a:spcPts val="1000"/>
              </a:spcBef>
              <a:spcAft>
                <a:spcPct val="0"/>
              </a:spcAft>
              <a:buClrTx/>
              <a:buSzTx/>
              <a:buFontTx/>
              <a:buNone/>
              <a:tabLst/>
              <a:defRPr/>
            </a:pPr>
            <a:r>
              <a:rPr kumimoji="0" lang="en-US" altLang="zh-CN" sz="7200" b="0" i="0" u="none" strike="noStrike" kern="1200" cap="none" spc="300" normalizeH="0" baseline="0" noProof="0" dirty="0">
                <a:ln>
                  <a:noFill/>
                </a:ln>
                <a:solidFill>
                  <a:prstClr val="white">
                    <a:alpha val="16000"/>
                  </a:prstClr>
                </a:solidFill>
                <a:effectLst/>
                <a:uLnTx/>
                <a:uFillTx/>
                <a:latin typeface="微软雅黑"/>
                <a:ea typeface="微软雅黑"/>
                <a:cs typeface="+mn-cs"/>
              </a:rPr>
              <a:t>01</a:t>
            </a:r>
            <a:endParaRPr kumimoji="0" lang="zh-CN" altLang="en-US" sz="7200" b="0" i="0" u="none" strike="noStrike" kern="1200" cap="none" spc="300" normalizeH="0" baseline="0" noProof="0" dirty="0">
              <a:ln>
                <a:noFill/>
              </a:ln>
              <a:solidFill>
                <a:prstClr val="white">
                  <a:alpha val="16000"/>
                </a:prstClr>
              </a:solidFill>
              <a:effectLst/>
              <a:uLnTx/>
              <a:uFillTx/>
              <a:latin typeface="微软雅黑"/>
              <a:ea typeface="微软雅黑"/>
              <a:cs typeface="+mn-cs"/>
            </a:endParaRPr>
          </a:p>
        </p:txBody>
      </p:sp>
      <p:sp>
        <p:nvSpPr>
          <p:cNvPr id="35" name="文本占位符 31">
            <a:extLst>
              <a:ext uri="{FF2B5EF4-FFF2-40B4-BE49-F238E27FC236}">
                <a16:creationId xmlns:a16="http://schemas.microsoft.com/office/drawing/2014/main" id="{528BBA87-564E-4C6D-80A9-A047EDE13016}"/>
              </a:ext>
            </a:extLst>
          </p:cNvPr>
          <p:cNvSpPr txBox="1">
            <a:spLocks/>
          </p:cNvSpPr>
          <p:nvPr/>
        </p:nvSpPr>
        <p:spPr>
          <a:xfrm>
            <a:off x="6411746" y="3571669"/>
            <a:ext cx="2107477" cy="1238250"/>
          </a:xfrm>
          <a:prstGeom prst="rect">
            <a:avLst/>
          </a:prstGeom>
        </p:spPr>
        <p:txBody>
          <a:bodyPr/>
          <a:lstStyle>
            <a:lvl1pPr marL="0" indent="0" algn="l" rtl="0" eaLnBrk="0" fontAlgn="base" hangingPunct="0">
              <a:lnSpc>
                <a:spcPct val="90000"/>
              </a:lnSpc>
              <a:spcBef>
                <a:spcPts val="1000"/>
              </a:spcBef>
              <a:spcAft>
                <a:spcPct val="0"/>
              </a:spcAft>
              <a:buFontTx/>
              <a:buNone/>
              <a:defRPr lang="zh-CN" altLang="en-US" sz="7200" kern="1200" spc="300" dirty="0" smtClean="0">
                <a:solidFill>
                  <a:schemeClr val="bg1">
                    <a:alpha val="16000"/>
                  </a:schemeClr>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0" fontAlgn="base" latinLnBrk="0" hangingPunct="0">
              <a:lnSpc>
                <a:spcPct val="90000"/>
              </a:lnSpc>
              <a:spcBef>
                <a:spcPts val="1000"/>
              </a:spcBef>
              <a:spcAft>
                <a:spcPct val="0"/>
              </a:spcAft>
              <a:buClrTx/>
              <a:buSzTx/>
              <a:buFontTx/>
              <a:buNone/>
              <a:tabLst/>
              <a:defRPr/>
            </a:pPr>
            <a:r>
              <a:rPr kumimoji="0" lang="en-US" altLang="zh-CN" sz="7200" b="0" i="0" u="none" strike="noStrike" kern="1200" cap="none" spc="300" normalizeH="0" baseline="0" noProof="0" dirty="0">
                <a:ln>
                  <a:noFill/>
                </a:ln>
                <a:solidFill>
                  <a:prstClr val="white">
                    <a:alpha val="16000"/>
                  </a:prstClr>
                </a:solidFill>
                <a:effectLst/>
                <a:uLnTx/>
                <a:uFillTx/>
                <a:latin typeface="微软雅黑"/>
                <a:ea typeface="微软雅黑"/>
                <a:cs typeface="+mn-cs"/>
              </a:rPr>
              <a:t>03</a:t>
            </a:r>
            <a:endParaRPr kumimoji="0" lang="zh-CN" altLang="en-US" sz="7200" b="0" i="0" u="none" strike="noStrike" kern="1200" cap="none" spc="300" normalizeH="0" baseline="0" noProof="0" dirty="0">
              <a:ln>
                <a:noFill/>
              </a:ln>
              <a:solidFill>
                <a:prstClr val="white">
                  <a:alpha val="16000"/>
                </a:prstClr>
              </a:solidFill>
              <a:effectLst/>
              <a:uLnTx/>
              <a:uFillTx/>
              <a:latin typeface="微软雅黑"/>
              <a:ea typeface="微软雅黑"/>
              <a:cs typeface="+mn-cs"/>
            </a:endParaRPr>
          </a:p>
        </p:txBody>
      </p:sp>
      <p:pic>
        <p:nvPicPr>
          <p:cNvPr id="40" name="图片占位符 17">
            <a:extLst>
              <a:ext uri="{FF2B5EF4-FFF2-40B4-BE49-F238E27FC236}">
                <a16:creationId xmlns:a16="http://schemas.microsoft.com/office/drawing/2014/main" id="{32B3EB3A-2C0A-4821-B638-A75D0E8B720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660399" y="1186513"/>
            <a:ext cx="2639919" cy="2305050"/>
          </a:xfrm>
          <a:custGeom>
            <a:avLst/>
            <a:gdLst>
              <a:gd name="connsiteX0" fmla="*/ 0 w 2654300"/>
              <a:gd name="connsiteY0" fmla="*/ 0 h 2305050"/>
              <a:gd name="connsiteX1" fmla="*/ 2654300 w 2654300"/>
              <a:gd name="connsiteY1" fmla="*/ 0 h 2305050"/>
              <a:gd name="connsiteX2" fmla="*/ 2654300 w 2654300"/>
              <a:gd name="connsiteY2" fmla="*/ 2305050 h 2305050"/>
              <a:gd name="connsiteX3" fmla="*/ 0 w 2654300"/>
              <a:gd name="connsiteY3" fmla="*/ 2305050 h 2305050"/>
            </a:gdLst>
            <a:ahLst/>
            <a:cxnLst>
              <a:cxn ang="0">
                <a:pos x="connsiteX0" y="connsiteY0"/>
              </a:cxn>
              <a:cxn ang="0">
                <a:pos x="connsiteX1" y="connsiteY1"/>
              </a:cxn>
              <a:cxn ang="0">
                <a:pos x="connsiteX2" y="connsiteY2"/>
              </a:cxn>
              <a:cxn ang="0">
                <a:pos x="connsiteX3" y="connsiteY3"/>
              </a:cxn>
            </a:cxnLst>
            <a:rect l="l" t="t" r="r" b="b"/>
            <a:pathLst>
              <a:path w="2654300" h="2305050">
                <a:moveTo>
                  <a:pt x="0" y="0"/>
                </a:moveTo>
                <a:lnTo>
                  <a:pt x="2654300" y="0"/>
                </a:lnTo>
                <a:lnTo>
                  <a:pt x="2654300" y="2305050"/>
                </a:lnTo>
                <a:lnTo>
                  <a:pt x="0" y="2305050"/>
                </a:lnTo>
                <a:close/>
              </a:path>
            </a:pathLst>
          </a:custGeom>
        </p:spPr>
      </p:pic>
      <p:pic>
        <p:nvPicPr>
          <p:cNvPr id="41" name="图片占位符 31">
            <a:extLst>
              <a:ext uri="{FF2B5EF4-FFF2-40B4-BE49-F238E27FC236}">
                <a16:creationId xmlns:a16="http://schemas.microsoft.com/office/drawing/2014/main" id="{2345D0B0-2404-41B4-AA3C-6476F30B2B59}"/>
              </a:ext>
            </a:extLst>
          </p:cNvPr>
          <p:cNvPicPr>
            <a:picLocks noChangeAspect="1"/>
          </p:cNvPicPr>
          <p:nvPr/>
        </p:nvPicPr>
        <p:blipFill>
          <a:blip r:embed="rId4" cstate="hqprint">
            <a:extLst>
              <a:ext uri="{28A0092B-C50C-407E-A947-70E740481C1C}">
                <a14:useLocalDpi xmlns:a14="http://schemas.microsoft.com/office/drawing/2010/main"/>
              </a:ext>
            </a:extLst>
          </a:blip>
          <a:srcRect/>
          <a:stretch>
            <a:fillRect/>
          </a:stretch>
        </p:blipFill>
        <p:spPr>
          <a:xfrm>
            <a:off x="6152715" y="1186513"/>
            <a:ext cx="2654300" cy="2305050"/>
          </a:xfrm>
          <a:custGeom>
            <a:avLst/>
            <a:gdLst>
              <a:gd name="connsiteX0" fmla="*/ 0 w 2654300"/>
              <a:gd name="connsiteY0" fmla="*/ 0 h 2305050"/>
              <a:gd name="connsiteX1" fmla="*/ 2654300 w 2654300"/>
              <a:gd name="connsiteY1" fmla="*/ 0 h 2305050"/>
              <a:gd name="connsiteX2" fmla="*/ 2654300 w 2654300"/>
              <a:gd name="connsiteY2" fmla="*/ 2305050 h 2305050"/>
              <a:gd name="connsiteX3" fmla="*/ 0 w 2654300"/>
              <a:gd name="connsiteY3" fmla="*/ 2305050 h 2305050"/>
            </a:gdLst>
            <a:ahLst/>
            <a:cxnLst>
              <a:cxn ang="0">
                <a:pos x="connsiteX0" y="connsiteY0"/>
              </a:cxn>
              <a:cxn ang="0">
                <a:pos x="connsiteX1" y="connsiteY1"/>
              </a:cxn>
              <a:cxn ang="0">
                <a:pos x="connsiteX2" y="connsiteY2"/>
              </a:cxn>
              <a:cxn ang="0">
                <a:pos x="connsiteX3" y="connsiteY3"/>
              </a:cxn>
            </a:cxnLst>
            <a:rect l="l" t="t" r="r" b="b"/>
            <a:pathLst>
              <a:path w="2654300" h="2305050">
                <a:moveTo>
                  <a:pt x="0" y="0"/>
                </a:moveTo>
                <a:lnTo>
                  <a:pt x="2654300" y="0"/>
                </a:lnTo>
                <a:lnTo>
                  <a:pt x="2654300" y="2305050"/>
                </a:lnTo>
                <a:lnTo>
                  <a:pt x="0" y="2305050"/>
                </a:lnTo>
                <a:close/>
              </a:path>
            </a:pathLst>
          </a:custGeom>
        </p:spPr>
      </p:pic>
      <p:pic>
        <p:nvPicPr>
          <p:cNvPr id="42" name="图片占位符 25">
            <a:extLst>
              <a:ext uri="{FF2B5EF4-FFF2-40B4-BE49-F238E27FC236}">
                <a16:creationId xmlns:a16="http://schemas.microsoft.com/office/drawing/2014/main" id="{D014983E-9F5B-4B20-ADB2-6729CD299384}"/>
              </a:ext>
            </a:extLst>
          </p:cNvPr>
          <p:cNvPicPr>
            <a:picLocks noChangeAspect="1"/>
          </p:cNvPicPr>
          <p:nvPr/>
        </p:nvPicPr>
        <p:blipFill>
          <a:blip r:embed="rId5" cstate="hqprint">
            <a:extLst>
              <a:ext uri="{28A0092B-C50C-407E-A947-70E740481C1C}">
                <a14:useLocalDpi xmlns:a14="http://schemas.microsoft.com/office/drawing/2010/main"/>
              </a:ext>
            </a:extLst>
          </a:blip>
          <a:srcRect/>
          <a:stretch>
            <a:fillRect/>
          </a:stretch>
        </p:blipFill>
        <p:spPr>
          <a:xfrm>
            <a:off x="3400308" y="3573021"/>
            <a:ext cx="2654300" cy="2305050"/>
          </a:xfrm>
          <a:custGeom>
            <a:avLst/>
            <a:gdLst>
              <a:gd name="connsiteX0" fmla="*/ 0 w 2654300"/>
              <a:gd name="connsiteY0" fmla="*/ 0 h 2305050"/>
              <a:gd name="connsiteX1" fmla="*/ 2654300 w 2654300"/>
              <a:gd name="connsiteY1" fmla="*/ 0 h 2305050"/>
              <a:gd name="connsiteX2" fmla="*/ 2654300 w 2654300"/>
              <a:gd name="connsiteY2" fmla="*/ 2305050 h 2305050"/>
              <a:gd name="connsiteX3" fmla="*/ 0 w 2654300"/>
              <a:gd name="connsiteY3" fmla="*/ 2305050 h 2305050"/>
            </a:gdLst>
            <a:ahLst/>
            <a:cxnLst>
              <a:cxn ang="0">
                <a:pos x="connsiteX0" y="connsiteY0"/>
              </a:cxn>
              <a:cxn ang="0">
                <a:pos x="connsiteX1" y="connsiteY1"/>
              </a:cxn>
              <a:cxn ang="0">
                <a:pos x="connsiteX2" y="connsiteY2"/>
              </a:cxn>
              <a:cxn ang="0">
                <a:pos x="connsiteX3" y="connsiteY3"/>
              </a:cxn>
            </a:cxnLst>
            <a:rect l="l" t="t" r="r" b="b"/>
            <a:pathLst>
              <a:path w="2654300" h="2305050">
                <a:moveTo>
                  <a:pt x="0" y="0"/>
                </a:moveTo>
                <a:lnTo>
                  <a:pt x="2654300" y="0"/>
                </a:lnTo>
                <a:lnTo>
                  <a:pt x="2654300" y="2305050"/>
                </a:lnTo>
                <a:lnTo>
                  <a:pt x="0" y="2305050"/>
                </a:lnTo>
                <a:close/>
              </a:path>
            </a:pathLst>
          </a:custGeom>
        </p:spPr>
      </p:pic>
      <p:pic>
        <p:nvPicPr>
          <p:cNvPr id="43" name="图片占位符 27">
            <a:extLst>
              <a:ext uri="{FF2B5EF4-FFF2-40B4-BE49-F238E27FC236}">
                <a16:creationId xmlns:a16="http://schemas.microsoft.com/office/drawing/2014/main" id="{DFE34951-4F3E-4415-954D-1A9C4A347696}"/>
              </a:ext>
            </a:extLst>
          </p:cNvPr>
          <p:cNvPicPr>
            <a:picLocks noChangeAspect="1"/>
          </p:cNvPicPr>
          <p:nvPr/>
        </p:nvPicPr>
        <p:blipFill>
          <a:blip r:embed="rId6" cstate="hqprint">
            <a:extLst>
              <a:ext uri="{28A0092B-C50C-407E-A947-70E740481C1C}">
                <a14:useLocalDpi xmlns:a14="http://schemas.microsoft.com/office/drawing/2010/main"/>
              </a:ext>
            </a:extLst>
          </a:blip>
          <a:srcRect/>
          <a:stretch>
            <a:fillRect/>
          </a:stretch>
        </p:blipFill>
        <p:spPr>
          <a:xfrm>
            <a:off x="8878242" y="3573021"/>
            <a:ext cx="2654300" cy="2305050"/>
          </a:xfrm>
          <a:custGeom>
            <a:avLst/>
            <a:gdLst>
              <a:gd name="connsiteX0" fmla="*/ 0 w 2654300"/>
              <a:gd name="connsiteY0" fmla="*/ 0 h 2305050"/>
              <a:gd name="connsiteX1" fmla="*/ 2654300 w 2654300"/>
              <a:gd name="connsiteY1" fmla="*/ 0 h 2305050"/>
              <a:gd name="connsiteX2" fmla="*/ 2654300 w 2654300"/>
              <a:gd name="connsiteY2" fmla="*/ 2305050 h 2305050"/>
              <a:gd name="connsiteX3" fmla="*/ 0 w 2654300"/>
              <a:gd name="connsiteY3" fmla="*/ 2305050 h 2305050"/>
            </a:gdLst>
            <a:ahLst/>
            <a:cxnLst>
              <a:cxn ang="0">
                <a:pos x="connsiteX0" y="connsiteY0"/>
              </a:cxn>
              <a:cxn ang="0">
                <a:pos x="connsiteX1" y="connsiteY1"/>
              </a:cxn>
              <a:cxn ang="0">
                <a:pos x="connsiteX2" y="connsiteY2"/>
              </a:cxn>
              <a:cxn ang="0">
                <a:pos x="connsiteX3" y="connsiteY3"/>
              </a:cxn>
            </a:cxnLst>
            <a:rect l="l" t="t" r="r" b="b"/>
            <a:pathLst>
              <a:path w="2654300" h="2305050">
                <a:moveTo>
                  <a:pt x="0" y="0"/>
                </a:moveTo>
                <a:lnTo>
                  <a:pt x="2654300" y="0"/>
                </a:lnTo>
                <a:lnTo>
                  <a:pt x="2654300" y="2305050"/>
                </a:lnTo>
                <a:lnTo>
                  <a:pt x="0" y="2305050"/>
                </a:lnTo>
                <a:close/>
              </a:path>
            </a:pathLst>
          </a:custGeom>
        </p:spPr>
      </p:pic>
    </p:spTree>
    <p:extLst>
      <p:ext uri="{BB962C8B-B14F-4D97-AF65-F5344CB8AC3E}">
        <p14:creationId xmlns:p14="http://schemas.microsoft.com/office/powerpoint/2010/main" val="3528954261"/>
      </p:ext>
    </p:extLst>
  </p:cSld>
  <p:clrMapOvr>
    <a:masterClrMapping/>
  </p:clrMapOvr>
  <p:transition spd="med">
    <p:pull/>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五段五图</a:t>
            </a:r>
          </a:p>
        </p:txBody>
      </p:sp>
      <p:cxnSp>
        <p:nvCxnSpPr>
          <p:cNvPr id="60" name="直接连接符 59">
            <a:extLst>
              <a:ext uri="{FF2B5EF4-FFF2-40B4-BE49-F238E27FC236}">
                <a16:creationId xmlns:a16="http://schemas.microsoft.com/office/drawing/2014/main" id="{A9C0843E-6068-4FB6-ADC0-7D5805FCB0F8}"/>
              </a:ext>
            </a:extLst>
          </p:cNvPr>
          <p:cNvCxnSpPr/>
          <p:nvPr/>
        </p:nvCxnSpPr>
        <p:spPr>
          <a:xfrm>
            <a:off x="2482290" y="3081273"/>
            <a:ext cx="1042655" cy="100738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B6D78331-5117-4367-8E4A-F1CE250E6B2A}"/>
              </a:ext>
            </a:extLst>
          </p:cNvPr>
          <p:cNvCxnSpPr/>
          <p:nvPr/>
        </p:nvCxnSpPr>
        <p:spPr>
          <a:xfrm flipV="1">
            <a:off x="4543179" y="3081273"/>
            <a:ext cx="1049504" cy="100738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8C27C8DB-839F-4849-9024-6701D973B7C7}"/>
              </a:ext>
            </a:extLst>
          </p:cNvPr>
          <p:cNvCxnSpPr/>
          <p:nvPr/>
        </p:nvCxnSpPr>
        <p:spPr>
          <a:xfrm>
            <a:off x="6610917" y="3081273"/>
            <a:ext cx="1046079" cy="100738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738B7411-86EE-4DE5-82A4-448D2D478B1D}"/>
              </a:ext>
            </a:extLst>
          </p:cNvPr>
          <p:cNvCxnSpPr/>
          <p:nvPr/>
        </p:nvCxnSpPr>
        <p:spPr>
          <a:xfrm flipV="1">
            <a:off x="8675230" y="3082953"/>
            <a:ext cx="1046080" cy="1005704"/>
          </a:xfrm>
          <a:prstGeom prst="line">
            <a:avLst/>
          </a:prstGeom>
          <a:ln w="22225"/>
        </p:spPr>
        <p:style>
          <a:lnRef idx="1">
            <a:schemeClr val="accent1"/>
          </a:lnRef>
          <a:fillRef idx="0">
            <a:schemeClr val="accent1"/>
          </a:fillRef>
          <a:effectRef idx="0">
            <a:schemeClr val="accent1"/>
          </a:effectRef>
          <a:fontRef idx="minor">
            <a:schemeClr val="tx1"/>
          </a:fontRef>
        </p:style>
      </p:cxnSp>
      <p:pic>
        <p:nvPicPr>
          <p:cNvPr id="64" name="图片占位符 9">
            <a:extLst>
              <a:ext uri="{FF2B5EF4-FFF2-40B4-BE49-F238E27FC236}">
                <a16:creationId xmlns:a16="http://schemas.microsoft.com/office/drawing/2014/main" id="{51C72088-DFE5-4844-AAF9-72F7248C5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a:stretch/>
        </p:blipFill>
        <p:spPr>
          <a:xfrm>
            <a:off x="1257826" y="1854396"/>
            <a:ext cx="1440000" cy="1440000"/>
          </a:xfrm>
          <a:custGeom>
            <a:avLst/>
            <a:gdLst>
              <a:gd name="connsiteX0" fmla="*/ 720000 w 1440000"/>
              <a:gd name="connsiteY0" fmla="*/ 0 h 1440000"/>
              <a:gd name="connsiteX1" fmla="*/ 1440000 w 1440000"/>
              <a:gd name="connsiteY1" fmla="*/ 720000 h 1440000"/>
              <a:gd name="connsiteX2" fmla="*/ 720000 w 1440000"/>
              <a:gd name="connsiteY2" fmla="*/ 1440000 h 1440000"/>
              <a:gd name="connsiteX3" fmla="*/ 0 w 1440000"/>
              <a:gd name="connsiteY3" fmla="*/ 720000 h 1440000"/>
              <a:gd name="connsiteX4" fmla="*/ 720000 w 1440000"/>
              <a:gd name="connsiteY4" fmla="*/ 0 h 14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0000" h="1440000">
                <a:moveTo>
                  <a:pt x="720000" y="0"/>
                </a:moveTo>
                <a:cubicBezTo>
                  <a:pt x="1117645" y="0"/>
                  <a:pt x="1440000" y="322355"/>
                  <a:pt x="1440000" y="720000"/>
                </a:cubicBezTo>
                <a:cubicBezTo>
                  <a:pt x="1440000" y="1117645"/>
                  <a:pt x="1117645" y="1440000"/>
                  <a:pt x="720000" y="1440000"/>
                </a:cubicBezTo>
                <a:cubicBezTo>
                  <a:pt x="322355" y="1440000"/>
                  <a:pt x="0" y="1117645"/>
                  <a:pt x="0" y="720000"/>
                </a:cubicBezTo>
                <a:cubicBezTo>
                  <a:pt x="0" y="322355"/>
                  <a:pt x="322355" y="0"/>
                  <a:pt x="720000" y="0"/>
                </a:cubicBezTo>
                <a:close/>
              </a:path>
            </a:pathLst>
          </a:custGeom>
          <a:ln w="25400">
            <a:solidFill>
              <a:srgbClr val="006C39"/>
            </a:solidFill>
          </a:ln>
        </p:spPr>
      </p:pic>
      <p:pic>
        <p:nvPicPr>
          <p:cNvPr id="65" name="图片占位符 13">
            <a:extLst>
              <a:ext uri="{FF2B5EF4-FFF2-40B4-BE49-F238E27FC236}">
                <a16:creationId xmlns:a16="http://schemas.microsoft.com/office/drawing/2014/main" id="{1D805DD4-E6C2-4A2E-A753-44AB4077FC9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5383009" y="1857968"/>
            <a:ext cx="1440000" cy="1440000"/>
          </a:xfrm>
          <a:custGeom>
            <a:avLst/>
            <a:gdLst>
              <a:gd name="connsiteX0" fmla="*/ 720000 w 1440000"/>
              <a:gd name="connsiteY0" fmla="*/ 0 h 1440000"/>
              <a:gd name="connsiteX1" fmla="*/ 1440000 w 1440000"/>
              <a:gd name="connsiteY1" fmla="*/ 720000 h 1440000"/>
              <a:gd name="connsiteX2" fmla="*/ 720000 w 1440000"/>
              <a:gd name="connsiteY2" fmla="*/ 1440000 h 1440000"/>
              <a:gd name="connsiteX3" fmla="*/ 0 w 1440000"/>
              <a:gd name="connsiteY3" fmla="*/ 720000 h 1440000"/>
              <a:gd name="connsiteX4" fmla="*/ 720000 w 1440000"/>
              <a:gd name="connsiteY4" fmla="*/ 0 h 14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0000" h="1440000">
                <a:moveTo>
                  <a:pt x="720000" y="0"/>
                </a:moveTo>
                <a:cubicBezTo>
                  <a:pt x="1117645" y="0"/>
                  <a:pt x="1440000" y="322355"/>
                  <a:pt x="1440000" y="720000"/>
                </a:cubicBezTo>
                <a:cubicBezTo>
                  <a:pt x="1440000" y="1117645"/>
                  <a:pt x="1117645" y="1440000"/>
                  <a:pt x="720000" y="1440000"/>
                </a:cubicBezTo>
                <a:cubicBezTo>
                  <a:pt x="322355" y="1440000"/>
                  <a:pt x="0" y="1117645"/>
                  <a:pt x="0" y="720000"/>
                </a:cubicBezTo>
                <a:cubicBezTo>
                  <a:pt x="0" y="322355"/>
                  <a:pt x="322355" y="0"/>
                  <a:pt x="720000" y="0"/>
                </a:cubicBezTo>
                <a:close/>
              </a:path>
            </a:pathLst>
          </a:custGeom>
          <a:ln w="25400">
            <a:solidFill>
              <a:srgbClr val="006C39"/>
            </a:solidFill>
          </a:ln>
        </p:spPr>
      </p:pic>
      <p:pic>
        <p:nvPicPr>
          <p:cNvPr id="66" name="图片占位符 20">
            <a:extLst>
              <a:ext uri="{FF2B5EF4-FFF2-40B4-BE49-F238E27FC236}">
                <a16:creationId xmlns:a16="http://schemas.microsoft.com/office/drawing/2014/main" id="{4A8568B1-022E-4A58-98D2-2CC6E6B8767B}"/>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a:stretch/>
        </p:blipFill>
        <p:spPr>
          <a:xfrm>
            <a:off x="9510426" y="1854396"/>
            <a:ext cx="1440000" cy="1440000"/>
          </a:xfrm>
          <a:custGeom>
            <a:avLst/>
            <a:gdLst>
              <a:gd name="connsiteX0" fmla="*/ 720000 w 1440000"/>
              <a:gd name="connsiteY0" fmla="*/ 0 h 1440000"/>
              <a:gd name="connsiteX1" fmla="*/ 1440000 w 1440000"/>
              <a:gd name="connsiteY1" fmla="*/ 720000 h 1440000"/>
              <a:gd name="connsiteX2" fmla="*/ 720000 w 1440000"/>
              <a:gd name="connsiteY2" fmla="*/ 1440000 h 1440000"/>
              <a:gd name="connsiteX3" fmla="*/ 0 w 1440000"/>
              <a:gd name="connsiteY3" fmla="*/ 720000 h 1440000"/>
              <a:gd name="connsiteX4" fmla="*/ 720000 w 1440000"/>
              <a:gd name="connsiteY4" fmla="*/ 0 h 14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0000" h="1440000">
                <a:moveTo>
                  <a:pt x="720000" y="0"/>
                </a:moveTo>
                <a:cubicBezTo>
                  <a:pt x="1117645" y="0"/>
                  <a:pt x="1440000" y="322355"/>
                  <a:pt x="1440000" y="720000"/>
                </a:cubicBezTo>
                <a:cubicBezTo>
                  <a:pt x="1440000" y="1117645"/>
                  <a:pt x="1117645" y="1440000"/>
                  <a:pt x="720000" y="1440000"/>
                </a:cubicBezTo>
                <a:cubicBezTo>
                  <a:pt x="322355" y="1440000"/>
                  <a:pt x="0" y="1117645"/>
                  <a:pt x="0" y="720000"/>
                </a:cubicBezTo>
                <a:cubicBezTo>
                  <a:pt x="0" y="322355"/>
                  <a:pt x="322355" y="0"/>
                  <a:pt x="720000" y="0"/>
                </a:cubicBezTo>
                <a:close/>
              </a:path>
            </a:pathLst>
          </a:custGeom>
          <a:ln w="25400">
            <a:solidFill>
              <a:srgbClr val="006C39"/>
            </a:solidFill>
          </a:ln>
        </p:spPr>
      </p:pic>
      <p:pic>
        <p:nvPicPr>
          <p:cNvPr id="67" name="图片占位符 23">
            <a:extLst>
              <a:ext uri="{FF2B5EF4-FFF2-40B4-BE49-F238E27FC236}">
                <a16:creationId xmlns:a16="http://schemas.microsoft.com/office/drawing/2014/main" id="{C32DB8DE-50E5-4101-9DF4-C9D984DA25A7}"/>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a:stretch/>
        </p:blipFill>
        <p:spPr>
          <a:xfrm>
            <a:off x="7446113" y="3871962"/>
            <a:ext cx="1440000" cy="1440000"/>
          </a:xfrm>
          <a:custGeom>
            <a:avLst/>
            <a:gdLst>
              <a:gd name="connsiteX0" fmla="*/ 720000 w 1440000"/>
              <a:gd name="connsiteY0" fmla="*/ 0 h 1440000"/>
              <a:gd name="connsiteX1" fmla="*/ 1440000 w 1440000"/>
              <a:gd name="connsiteY1" fmla="*/ 720000 h 1440000"/>
              <a:gd name="connsiteX2" fmla="*/ 720000 w 1440000"/>
              <a:gd name="connsiteY2" fmla="*/ 1440000 h 1440000"/>
              <a:gd name="connsiteX3" fmla="*/ 0 w 1440000"/>
              <a:gd name="connsiteY3" fmla="*/ 720000 h 1440000"/>
              <a:gd name="connsiteX4" fmla="*/ 720000 w 1440000"/>
              <a:gd name="connsiteY4" fmla="*/ 0 h 14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0000" h="1440000">
                <a:moveTo>
                  <a:pt x="720000" y="0"/>
                </a:moveTo>
                <a:cubicBezTo>
                  <a:pt x="1117645" y="0"/>
                  <a:pt x="1440000" y="322355"/>
                  <a:pt x="1440000" y="720000"/>
                </a:cubicBezTo>
                <a:cubicBezTo>
                  <a:pt x="1440000" y="1117645"/>
                  <a:pt x="1117645" y="1440000"/>
                  <a:pt x="720000" y="1440000"/>
                </a:cubicBezTo>
                <a:cubicBezTo>
                  <a:pt x="322355" y="1440000"/>
                  <a:pt x="0" y="1117645"/>
                  <a:pt x="0" y="720000"/>
                </a:cubicBezTo>
                <a:cubicBezTo>
                  <a:pt x="0" y="322355"/>
                  <a:pt x="322355" y="0"/>
                  <a:pt x="720000" y="0"/>
                </a:cubicBezTo>
                <a:close/>
              </a:path>
            </a:pathLst>
          </a:custGeom>
          <a:ln w="25400">
            <a:solidFill>
              <a:srgbClr val="006C39"/>
            </a:solidFill>
          </a:ln>
        </p:spPr>
      </p:pic>
      <p:pic>
        <p:nvPicPr>
          <p:cNvPr id="68" name="图片占位符 25">
            <a:extLst>
              <a:ext uri="{FF2B5EF4-FFF2-40B4-BE49-F238E27FC236}">
                <a16:creationId xmlns:a16="http://schemas.microsoft.com/office/drawing/2014/main" id="{D3158BF3-D97B-4F62-B5C7-31A1A289A67C}"/>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a:stretch/>
        </p:blipFill>
        <p:spPr>
          <a:xfrm>
            <a:off x="3302538" y="3877774"/>
            <a:ext cx="1440000" cy="1440000"/>
          </a:xfrm>
          <a:custGeom>
            <a:avLst/>
            <a:gdLst>
              <a:gd name="connsiteX0" fmla="*/ 720000 w 1440000"/>
              <a:gd name="connsiteY0" fmla="*/ 0 h 1440000"/>
              <a:gd name="connsiteX1" fmla="*/ 1440000 w 1440000"/>
              <a:gd name="connsiteY1" fmla="*/ 720000 h 1440000"/>
              <a:gd name="connsiteX2" fmla="*/ 720000 w 1440000"/>
              <a:gd name="connsiteY2" fmla="*/ 1440000 h 1440000"/>
              <a:gd name="connsiteX3" fmla="*/ 0 w 1440000"/>
              <a:gd name="connsiteY3" fmla="*/ 720000 h 1440000"/>
              <a:gd name="connsiteX4" fmla="*/ 720000 w 1440000"/>
              <a:gd name="connsiteY4" fmla="*/ 0 h 14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0000" h="1440000">
                <a:moveTo>
                  <a:pt x="720000" y="0"/>
                </a:moveTo>
                <a:cubicBezTo>
                  <a:pt x="1117645" y="0"/>
                  <a:pt x="1440000" y="322355"/>
                  <a:pt x="1440000" y="720000"/>
                </a:cubicBezTo>
                <a:cubicBezTo>
                  <a:pt x="1440000" y="1117645"/>
                  <a:pt x="1117645" y="1440000"/>
                  <a:pt x="720000" y="1440000"/>
                </a:cubicBezTo>
                <a:cubicBezTo>
                  <a:pt x="322355" y="1440000"/>
                  <a:pt x="0" y="1117645"/>
                  <a:pt x="0" y="720000"/>
                </a:cubicBezTo>
                <a:cubicBezTo>
                  <a:pt x="0" y="322355"/>
                  <a:pt x="322355" y="0"/>
                  <a:pt x="720000" y="0"/>
                </a:cubicBezTo>
                <a:close/>
              </a:path>
            </a:pathLst>
          </a:custGeom>
          <a:ln w="25400">
            <a:solidFill>
              <a:srgbClr val="006C39"/>
            </a:solidFill>
          </a:ln>
        </p:spPr>
      </p:pic>
      <p:grpSp>
        <p:nvGrpSpPr>
          <p:cNvPr id="69" name="组合 68">
            <a:extLst>
              <a:ext uri="{FF2B5EF4-FFF2-40B4-BE49-F238E27FC236}">
                <a16:creationId xmlns:a16="http://schemas.microsoft.com/office/drawing/2014/main" id="{B6E94A82-5E1C-49A1-9A68-B2EE34F5A2FE}"/>
              </a:ext>
            </a:extLst>
          </p:cNvPr>
          <p:cNvGrpSpPr/>
          <p:nvPr/>
        </p:nvGrpSpPr>
        <p:grpSpPr>
          <a:xfrm>
            <a:off x="959233" y="3943214"/>
            <a:ext cx="2037186" cy="1244895"/>
            <a:chOff x="673100" y="3812589"/>
            <a:chExt cx="2037186" cy="1244895"/>
          </a:xfrm>
        </p:grpSpPr>
        <p:sp>
          <p:nvSpPr>
            <p:cNvPr id="70" name="îŝḻîdé">
              <a:extLst>
                <a:ext uri="{FF2B5EF4-FFF2-40B4-BE49-F238E27FC236}">
                  <a16:creationId xmlns:a16="http://schemas.microsoft.com/office/drawing/2014/main" id="{7F26A260-3147-4E50-A8F0-2E78C237952C}"/>
                </a:ext>
              </a:extLst>
            </p:cNvPr>
            <p:cNvSpPr/>
            <p:nvPr/>
          </p:nvSpPr>
          <p:spPr bwMode="auto">
            <a:xfrm>
              <a:off x="673100" y="4193499"/>
              <a:ext cx="2037186" cy="863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归纳一下简单文字</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做个简要描述即可</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71" name="ïṩḷîdê">
              <a:extLst>
                <a:ext uri="{FF2B5EF4-FFF2-40B4-BE49-F238E27FC236}">
                  <a16:creationId xmlns:a16="http://schemas.microsoft.com/office/drawing/2014/main" id="{D492529E-5CC6-4B32-AF92-18441E27D9C0}"/>
                </a:ext>
              </a:extLst>
            </p:cNvPr>
            <p:cNvSpPr txBox="1"/>
            <p:nvPr/>
          </p:nvSpPr>
          <p:spPr bwMode="auto">
            <a:xfrm>
              <a:off x="813805" y="3812589"/>
              <a:ext cx="1755776" cy="38091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ctr">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00000"/>
                </a:lnSpc>
                <a:spcBef>
                  <a:spcPct val="0"/>
                </a:spcBef>
                <a:spcAft>
                  <a:spcPts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Arial"/>
                  <a:ea typeface="微软雅黑"/>
                  <a:cs typeface="+mn-cs"/>
                </a:rPr>
                <a:t>关键词</a:t>
              </a:r>
              <a:endParaRPr kumimoji="0" lang="en-US" altLang="zh-CN" sz="2000" b="1" i="0" u="none" strike="noStrike" kern="1200" cap="none" spc="100" normalizeH="0" baseline="0" noProof="0" dirty="0">
                <a:ln>
                  <a:noFill/>
                </a:ln>
                <a:solidFill>
                  <a:srgbClr val="A13F0B"/>
                </a:solidFill>
                <a:effectLst/>
                <a:uLnTx/>
                <a:uFillTx/>
                <a:latin typeface="Arial"/>
                <a:ea typeface="微软雅黑"/>
                <a:cs typeface="+mn-cs"/>
              </a:endParaRPr>
            </a:p>
          </p:txBody>
        </p:sp>
      </p:grpSp>
      <p:grpSp>
        <p:nvGrpSpPr>
          <p:cNvPr id="72" name="组合 71">
            <a:extLst>
              <a:ext uri="{FF2B5EF4-FFF2-40B4-BE49-F238E27FC236}">
                <a16:creationId xmlns:a16="http://schemas.microsoft.com/office/drawing/2014/main" id="{263D4A1A-ACA0-4CF1-A985-C7D10A8A561E}"/>
              </a:ext>
            </a:extLst>
          </p:cNvPr>
          <p:cNvGrpSpPr/>
          <p:nvPr/>
        </p:nvGrpSpPr>
        <p:grpSpPr>
          <a:xfrm>
            <a:off x="5082602" y="3943214"/>
            <a:ext cx="2037186" cy="1244895"/>
            <a:chOff x="673100" y="3812589"/>
            <a:chExt cx="2037186" cy="1244895"/>
          </a:xfrm>
        </p:grpSpPr>
        <p:sp>
          <p:nvSpPr>
            <p:cNvPr id="73" name="îŝḻîdé">
              <a:extLst>
                <a:ext uri="{FF2B5EF4-FFF2-40B4-BE49-F238E27FC236}">
                  <a16:creationId xmlns:a16="http://schemas.microsoft.com/office/drawing/2014/main" id="{B92DE41F-761C-4766-9AB0-20B1801FB5D7}"/>
                </a:ext>
              </a:extLst>
            </p:cNvPr>
            <p:cNvSpPr/>
            <p:nvPr/>
          </p:nvSpPr>
          <p:spPr bwMode="auto">
            <a:xfrm>
              <a:off x="673100" y="4193499"/>
              <a:ext cx="2037186" cy="863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归纳一下简单文字</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做个简要描述即可</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74" name="ïṩḷîdê">
              <a:extLst>
                <a:ext uri="{FF2B5EF4-FFF2-40B4-BE49-F238E27FC236}">
                  <a16:creationId xmlns:a16="http://schemas.microsoft.com/office/drawing/2014/main" id="{708CB039-682A-4291-8DEA-F0483C8BA334}"/>
                </a:ext>
              </a:extLst>
            </p:cNvPr>
            <p:cNvSpPr txBox="1"/>
            <p:nvPr/>
          </p:nvSpPr>
          <p:spPr bwMode="auto">
            <a:xfrm>
              <a:off x="813805" y="3812589"/>
              <a:ext cx="1755776" cy="38091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ctr">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00000"/>
                </a:lnSpc>
                <a:spcBef>
                  <a:spcPct val="0"/>
                </a:spcBef>
                <a:spcAft>
                  <a:spcPts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Arial"/>
                  <a:ea typeface="微软雅黑"/>
                  <a:cs typeface="+mn-cs"/>
                </a:rPr>
                <a:t>关键词</a:t>
              </a:r>
              <a:endParaRPr kumimoji="0" lang="en-US" altLang="zh-CN" sz="2000" b="1" i="0" u="none" strike="noStrike" kern="1200" cap="none" spc="100" normalizeH="0" baseline="0" noProof="0" dirty="0">
                <a:ln>
                  <a:noFill/>
                </a:ln>
                <a:solidFill>
                  <a:srgbClr val="A13F0B"/>
                </a:solidFill>
                <a:effectLst/>
                <a:uLnTx/>
                <a:uFillTx/>
                <a:latin typeface="Arial"/>
                <a:ea typeface="微软雅黑"/>
                <a:cs typeface="+mn-cs"/>
              </a:endParaRPr>
            </a:p>
          </p:txBody>
        </p:sp>
      </p:grpSp>
      <p:grpSp>
        <p:nvGrpSpPr>
          <p:cNvPr id="75" name="组合 74">
            <a:extLst>
              <a:ext uri="{FF2B5EF4-FFF2-40B4-BE49-F238E27FC236}">
                <a16:creationId xmlns:a16="http://schemas.microsoft.com/office/drawing/2014/main" id="{D171F06A-7424-4CB5-B8EE-D791BEBF0808}"/>
              </a:ext>
            </a:extLst>
          </p:cNvPr>
          <p:cNvGrpSpPr/>
          <p:nvPr/>
        </p:nvGrpSpPr>
        <p:grpSpPr>
          <a:xfrm>
            <a:off x="9211834" y="3943214"/>
            <a:ext cx="2037186" cy="1244895"/>
            <a:chOff x="673100" y="3812589"/>
            <a:chExt cx="2037186" cy="1244895"/>
          </a:xfrm>
        </p:grpSpPr>
        <p:sp>
          <p:nvSpPr>
            <p:cNvPr id="76" name="îŝḻîdé">
              <a:extLst>
                <a:ext uri="{FF2B5EF4-FFF2-40B4-BE49-F238E27FC236}">
                  <a16:creationId xmlns:a16="http://schemas.microsoft.com/office/drawing/2014/main" id="{EBEF5B77-3008-422F-9907-1D1E36BEEA4C}"/>
                </a:ext>
              </a:extLst>
            </p:cNvPr>
            <p:cNvSpPr/>
            <p:nvPr/>
          </p:nvSpPr>
          <p:spPr bwMode="auto">
            <a:xfrm>
              <a:off x="673100" y="4193499"/>
              <a:ext cx="2037186" cy="863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归纳一下简单文字</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做个简要描述即可</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77" name="ïṩḷîdê">
              <a:extLst>
                <a:ext uri="{FF2B5EF4-FFF2-40B4-BE49-F238E27FC236}">
                  <a16:creationId xmlns:a16="http://schemas.microsoft.com/office/drawing/2014/main" id="{E51532F7-76F7-47BD-8341-3DAEB4258C8C}"/>
                </a:ext>
              </a:extLst>
            </p:cNvPr>
            <p:cNvSpPr txBox="1"/>
            <p:nvPr/>
          </p:nvSpPr>
          <p:spPr bwMode="auto">
            <a:xfrm>
              <a:off x="813805" y="3812589"/>
              <a:ext cx="1755776" cy="38091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ctr">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00000"/>
                </a:lnSpc>
                <a:spcBef>
                  <a:spcPct val="0"/>
                </a:spcBef>
                <a:spcAft>
                  <a:spcPts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Arial"/>
                  <a:ea typeface="微软雅黑"/>
                  <a:cs typeface="+mn-cs"/>
                </a:rPr>
                <a:t>关键词</a:t>
              </a:r>
              <a:endParaRPr kumimoji="0" lang="en-US" altLang="zh-CN" sz="2000" b="1" i="0" u="none" strike="noStrike" kern="1200" cap="none" spc="100" normalizeH="0" baseline="0" noProof="0" dirty="0">
                <a:ln>
                  <a:noFill/>
                </a:ln>
                <a:solidFill>
                  <a:srgbClr val="A13F0B"/>
                </a:solidFill>
                <a:effectLst/>
                <a:uLnTx/>
                <a:uFillTx/>
                <a:latin typeface="Arial"/>
                <a:ea typeface="微软雅黑"/>
                <a:cs typeface="+mn-cs"/>
              </a:endParaRPr>
            </a:p>
          </p:txBody>
        </p:sp>
      </p:grpSp>
      <p:grpSp>
        <p:nvGrpSpPr>
          <p:cNvPr id="78" name="组合 77">
            <a:extLst>
              <a:ext uri="{FF2B5EF4-FFF2-40B4-BE49-F238E27FC236}">
                <a16:creationId xmlns:a16="http://schemas.microsoft.com/office/drawing/2014/main" id="{2E8E5DBD-5888-44D3-B395-1F62D65ECE7D}"/>
              </a:ext>
            </a:extLst>
          </p:cNvPr>
          <p:cNvGrpSpPr/>
          <p:nvPr/>
        </p:nvGrpSpPr>
        <p:grpSpPr>
          <a:xfrm>
            <a:off x="7148125" y="1842252"/>
            <a:ext cx="2037186" cy="1364341"/>
            <a:chOff x="7148125" y="1813223"/>
            <a:chExt cx="2037186" cy="1364341"/>
          </a:xfrm>
        </p:grpSpPr>
        <p:sp>
          <p:nvSpPr>
            <p:cNvPr id="79" name="îŝḻîdé">
              <a:extLst>
                <a:ext uri="{FF2B5EF4-FFF2-40B4-BE49-F238E27FC236}">
                  <a16:creationId xmlns:a16="http://schemas.microsoft.com/office/drawing/2014/main" id="{E7117E88-A628-4214-9E3E-5FC30AA76390}"/>
                </a:ext>
              </a:extLst>
            </p:cNvPr>
            <p:cNvSpPr/>
            <p:nvPr/>
          </p:nvSpPr>
          <p:spPr bwMode="auto">
            <a:xfrm>
              <a:off x="7148125" y="1813223"/>
              <a:ext cx="2037186" cy="863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归纳一下简单文字</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a:ea typeface="微软雅黑"/>
                  <a:cs typeface="+mn-cs"/>
                </a:rPr>
                <a:t>做个简要描述即可</a:t>
              </a:r>
              <a:endParaRPr kumimoji="0" lang="en-US" altLang="zh-CN" sz="16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80" name="ïṩḷîdê">
              <a:extLst>
                <a:ext uri="{FF2B5EF4-FFF2-40B4-BE49-F238E27FC236}">
                  <a16:creationId xmlns:a16="http://schemas.microsoft.com/office/drawing/2014/main" id="{A87BB2F9-D78C-4D61-AB9B-85D76096387D}"/>
                </a:ext>
              </a:extLst>
            </p:cNvPr>
            <p:cNvSpPr txBox="1"/>
            <p:nvPr/>
          </p:nvSpPr>
          <p:spPr bwMode="auto">
            <a:xfrm>
              <a:off x="7288830" y="2796653"/>
              <a:ext cx="1755776" cy="38091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ctr">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00000"/>
                </a:lnSpc>
                <a:spcBef>
                  <a:spcPct val="0"/>
                </a:spcBef>
                <a:spcAft>
                  <a:spcPts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Arial"/>
                  <a:ea typeface="微软雅黑"/>
                  <a:cs typeface="+mn-cs"/>
                </a:rPr>
                <a:t>关键词</a:t>
              </a:r>
              <a:endParaRPr kumimoji="0" lang="en-US" altLang="zh-CN" sz="2000" b="1" i="0" u="none" strike="noStrike" kern="1200" cap="none" spc="100" normalizeH="0" baseline="0" noProof="0" dirty="0">
                <a:ln>
                  <a:noFill/>
                </a:ln>
                <a:solidFill>
                  <a:srgbClr val="A13F0B"/>
                </a:solidFill>
                <a:effectLst/>
                <a:uLnTx/>
                <a:uFillTx/>
                <a:latin typeface="Arial"/>
                <a:ea typeface="微软雅黑"/>
                <a:cs typeface="+mn-cs"/>
              </a:endParaRPr>
            </a:p>
          </p:txBody>
        </p:sp>
      </p:grpSp>
      <p:grpSp>
        <p:nvGrpSpPr>
          <p:cNvPr id="81" name="组合 80">
            <a:extLst>
              <a:ext uri="{FF2B5EF4-FFF2-40B4-BE49-F238E27FC236}">
                <a16:creationId xmlns:a16="http://schemas.microsoft.com/office/drawing/2014/main" id="{63D94ED0-E0C2-4596-A973-9C3171DE5C14}"/>
              </a:ext>
            </a:extLst>
          </p:cNvPr>
          <p:cNvGrpSpPr/>
          <p:nvPr/>
        </p:nvGrpSpPr>
        <p:grpSpPr>
          <a:xfrm>
            <a:off x="3015469" y="1842252"/>
            <a:ext cx="2037186" cy="1364341"/>
            <a:chOff x="3015469" y="1813223"/>
            <a:chExt cx="2037186" cy="1364341"/>
          </a:xfrm>
        </p:grpSpPr>
        <p:sp>
          <p:nvSpPr>
            <p:cNvPr id="82" name="îŝḻîdé">
              <a:extLst>
                <a:ext uri="{FF2B5EF4-FFF2-40B4-BE49-F238E27FC236}">
                  <a16:creationId xmlns:a16="http://schemas.microsoft.com/office/drawing/2014/main" id="{2FBA24FA-4176-4A81-9853-A9F5A61CEF35}"/>
                </a:ext>
              </a:extLst>
            </p:cNvPr>
            <p:cNvSpPr/>
            <p:nvPr/>
          </p:nvSpPr>
          <p:spPr bwMode="auto">
            <a:xfrm>
              <a:off x="3015469" y="1813223"/>
              <a:ext cx="2037186" cy="863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微软雅黑"/>
                  <a:ea typeface="微软雅黑"/>
                  <a:cs typeface="+mn-cs"/>
                </a:rPr>
                <a:t>归纳一下简单文字</a:t>
              </a:r>
              <a:endParaRPr kumimoji="0" lang="en-US" altLang="zh-CN" sz="1600" b="0" i="0" u="none" strike="noStrike" kern="1200" cap="none" spc="0" normalizeH="0" baseline="0" noProof="0" dirty="0">
                <a:ln>
                  <a:noFill/>
                </a:ln>
                <a:solidFill>
                  <a:prstClr val="black"/>
                </a:solidFill>
                <a:effectLst/>
                <a:uLnTx/>
                <a:uFillTx/>
                <a:latin typeface="微软雅黑"/>
                <a:ea typeface="微软雅黑"/>
                <a:cs typeface="+mn-cs"/>
              </a:endParaRPr>
            </a:p>
            <a:p>
              <a:pPr marL="0" marR="0" lvl="0" indent="0" algn="ctr" defTabSz="914377" rtl="0" eaLnBrk="1" fontAlgn="auto" latinLnBrk="0" hangingPunct="1">
                <a:lnSpc>
                  <a:spcPct val="150000"/>
                </a:lnSpc>
                <a:spcBef>
                  <a:spcPct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微软雅黑"/>
                  <a:ea typeface="微软雅黑"/>
                  <a:cs typeface="+mn-cs"/>
                </a:rPr>
                <a:t>做个简要描述即可</a:t>
              </a:r>
              <a:endParaRPr kumimoji="0" lang="en-US" altLang="zh-CN" sz="1600" b="0" i="0" u="none" strike="noStrike" kern="1200" cap="none" spc="0" normalizeH="0" baseline="0" noProof="0" dirty="0">
                <a:ln>
                  <a:noFill/>
                </a:ln>
                <a:solidFill>
                  <a:prstClr val="black"/>
                </a:solidFill>
                <a:effectLst/>
                <a:uLnTx/>
                <a:uFillTx/>
                <a:latin typeface="微软雅黑"/>
                <a:ea typeface="微软雅黑"/>
                <a:cs typeface="+mn-cs"/>
              </a:endParaRPr>
            </a:p>
          </p:txBody>
        </p:sp>
        <p:sp>
          <p:nvSpPr>
            <p:cNvPr id="83" name="ïṩḷîdê">
              <a:extLst>
                <a:ext uri="{FF2B5EF4-FFF2-40B4-BE49-F238E27FC236}">
                  <a16:creationId xmlns:a16="http://schemas.microsoft.com/office/drawing/2014/main" id="{7C5952B1-4929-41C7-8319-6FA2DD3B4AB8}"/>
                </a:ext>
              </a:extLst>
            </p:cNvPr>
            <p:cNvSpPr txBox="1"/>
            <p:nvPr/>
          </p:nvSpPr>
          <p:spPr bwMode="auto">
            <a:xfrm>
              <a:off x="3156174" y="2796653"/>
              <a:ext cx="1755776" cy="380911"/>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ctr">
              <a:normAutofit lnSpcReduction="10000"/>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marL="0" marR="0" lvl="0" indent="0" algn="ctr" defTabSz="914377" rtl="0" eaLnBrk="1" fontAlgn="auto" latinLnBrk="0" hangingPunct="1">
                <a:lnSpc>
                  <a:spcPct val="100000"/>
                </a:lnSpc>
                <a:spcBef>
                  <a:spcPct val="0"/>
                </a:spcBef>
                <a:spcAft>
                  <a:spcPts val="0"/>
                </a:spcAft>
                <a:buClrTx/>
                <a:buSzTx/>
                <a:buFontTx/>
                <a:buNone/>
                <a:tabLst/>
                <a:defRPr/>
              </a:pPr>
              <a:r>
                <a:rPr kumimoji="0" lang="zh-CN" altLang="en-US" sz="2000" b="1" i="0" u="none" strike="noStrike" kern="1200" cap="none" spc="100" normalizeH="0" baseline="0" noProof="0" dirty="0">
                  <a:ln>
                    <a:noFill/>
                  </a:ln>
                  <a:solidFill>
                    <a:srgbClr val="A13F0B"/>
                  </a:solidFill>
                  <a:effectLst/>
                  <a:uLnTx/>
                  <a:uFillTx/>
                  <a:latin typeface="Arial"/>
                  <a:ea typeface="微软雅黑"/>
                  <a:cs typeface="+mn-cs"/>
                </a:rPr>
                <a:t>关键词</a:t>
              </a:r>
              <a:endParaRPr kumimoji="0" lang="en-US" altLang="zh-CN" sz="2000" b="1" i="0" u="none" strike="noStrike" kern="1200" cap="none" spc="100" normalizeH="0" baseline="0" noProof="0" dirty="0">
                <a:ln>
                  <a:noFill/>
                </a:ln>
                <a:solidFill>
                  <a:srgbClr val="A13F0B"/>
                </a:solidFill>
                <a:effectLst/>
                <a:uLnTx/>
                <a:uFillTx/>
                <a:latin typeface="Arial"/>
                <a:ea typeface="微软雅黑"/>
                <a:cs typeface="+mn-cs"/>
              </a:endParaRPr>
            </a:p>
          </p:txBody>
        </p:sp>
      </p:grpSp>
      <p:sp>
        <p:nvSpPr>
          <p:cNvPr id="84" name="等腰三角形 83">
            <a:extLst>
              <a:ext uri="{FF2B5EF4-FFF2-40B4-BE49-F238E27FC236}">
                <a16:creationId xmlns:a16="http://schemas.microsoft.com/office/drawing/2014/main" id="{93787F9A-98B7-4A46-BEFD-3DC80A39A102}"/>
              </a:ext>
            </a:extLst>
          </p:cNvPr>
          <p:cNvSpPr/>
          <p:nvPr/>
        </p:nvSpPr>
        <p:spPr>
          <a:xfrm>
            <a:off x="1857722" y="3462518"/>
            <a:ext cx="252545" cy="217711"/>
          </a:xfrm>
          <a:prstGeom prst="triangle">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Arial"/>
              <a:ea typeface="微软雅黑"/>
              <a:cs typeface="+mn-cs"/>
            </a:endParaRPr>
          </a:p>
        </p:txBody>
      </p:sp>
      <p:sp>
        <p:nvSpPr>
          <p:cNvPr id="85" name="等腰三角形 84">
            <a:extLst>
              <a:ext uri="{FF2B5EF4-FFF2-40B4-BE49-F238E27FC236}">
                <a16:creationId xmlns:a16="http://schemas.microsoft.com/office/drawing/2014/main" id="{3773EABD-7009-459D-AD2E-0F1941CFB3C8}"/>
              </a:ext>
            </a:extLst>
          </p:cNvPr>
          <p:cNvSpPr/>
          <p:nvPr/>
        </p:nvSpPr>
        <p:spPr>
          <a:xfrm>
            <a:off x="5969727" y="3462518"/>
            <a:ext cx="252545" cy="217711"/>
          </a:xfrm>
          <a:prstGeom prst="triangle">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Arial"/>
              <a:ea typeface="微软雅黑"/>
              <a:cs typeface="+mn-cs"/>
            </a:endParaRPr>
          </a:p>
        </p:txBody>
      </p:sp>
      <p:sp>
        <p:nvSpPr>
          <p:cNvPr id="86" name="等腰三角形 85">
            <a:extLst>
              <a:ext uri="{FF2B5EF4-FFF2-40B4-BE49-F238E27FC236}">
                <a16:creationId xmlns:a16="http://schemas.microsoft.com/office/drawing/2014/main" id="{1D1090C1-166B-4C02-9A60-CEAB70465259}"/>
              </a:ext>
            </a:extLst>
          </p:cNvPr>
          <p:cNvSpPr/>
          <p:nvPr/>
        </p:nvSpPr>
        <p:spPr>
          <a:xfrm>
            <a:off x="10104154" y="3462518"/>
            <a:ext cx="252545" cy="217711"/>
          </a:xfrm>
          <a:prstGeom prst="triangle">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Arial"/>
              <a:ea typeface="微软雅黑"/>
              <a:cs typeface="+mn-cs"/>
            </a:endParaRPr>
          </a:p>
        </p:txBody>
      </p:sp>
      <p:sp>
        <p:nvSpPr>
          <p:cNvPr id="87" name="等腰三角形 86">
            <a:extLst>
              <a:ext uri="{FF2B5EF4-FFF2-40B4-BE49-F238E27FC236}">
                <a16:creationId xmlns:a16="http://schemas.microsoft.com/office/drawing/2014/main" id="{5E8A4634-7670-43E8-B943-10D9D63D44F3}"/>
              </a:ext>
            </a:extLst>
          </p:cNvPr>
          <p:cNvSpPr/>
          <p:nvPr/>
        </p:nvSpPr>
        <p:spPr>
          <a:xfrm flipV="1">
            <a:off x="8039841" y="3462518"/>
            <a:ext cx="252545" cy="217711"/>
          </a:xfrm>
          <a:prstGeom prst="triangle">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Arial"/>
              <a:ea typeface="微软雅黑"/>
              <a:cs typeface="+mn-cs"/>
            </a:endParaRPr>
          </a:p>
        </p:txBody>
      </p:sp>
      <p:sp>
        <p:nvSpPr>
          <p:cNvPr id="88" name="等腰三角形 87">
            <a:extLst>
              <a:ext uri="{FF2B5EF4-FFF2-40B4-BE49-F238E27FC236}">
                <a16:creationId xmlns:a16="http://schemas.microsoft.com/office/drawing/2014/main" id="{3EB5F085-4D88-4B32-B676-AAEB5B14A255}"/>
              </a:ext>
            </a:extLst>
          </p:cNvPr>
          <p:cNvSpPr/>
          <p:nvPr/>
        </p:nvSpPr>
        <p:spPr>
          <a:xfrm flipV="1">
            <a:off x="3902346" y="3462518"/>
            <a:ext cx="252545" cy="217711"/>
          </a:xfrm>
          <a:prstGeom prst="triangle">
            <a:avLst/>
          </a:prstGeom>
          <a:solidFill>
            <a:schemeClr val="accent4"/>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Arial"/>
              <a:ea typeface="微软雅黑"/>
              <a:cs typeface="+mn-cs"/>
            </a:endParaRPr>
          </a:p>
        </p:txBody>
      </p:sp>
    </p:spTree>
    <p:extLst>
      <p:ext uri="{BB962C8B-B14F-4D97-AF65-F5344CB8AC3E}">
        <p14:creationId xmlns:p14="http://schemas.microsoft.com/office/powerpoint/2010/main" val="599662520"/>
      </p:ext>
    </p:extLst>
  </p:cSld>
  <p:clrMapOvr>
    <a:masterClrMapping/>
  </p:clrMapOvr>
  <p:transition spd="med">
    <p:pull/>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四段时间轴</a:t>
            </a:r>
          </a:p>
        </p:txBody>
      </p:sp>
      <p:sp>
        <p:nvSpPr>
          <p:cNvPr id="19" name="矩形 18">
            <a:extLst>
              <a:ext uri="{FF2B5EF4-FFF2-40B4-BE49-F238E27FC236}">
                <a16:creationId xmlns:a16="http://schemas.microsoft.com/office/drawing/2014/main" id="{D1512B7B-601D-497F-AA32-82848DBDF36A}"/>
              </a:ext>
            </a:extLst>
          </p:cNvPr>
          <p:cNvSpPr/>
          <p:nvPr/>
        </p:nvSpPr>
        <p:spPr>
          <a:xfrm>
            <a:off x="745392" y="1234412"/>
            <a:ext cx="2620107" cy="4644000"/>
          </a:xfrm>
          <a:prstGeom prst="rect">
            <a:avLst/>
          </a:prstGeom>
          <a:solidFill>
            <a:schemeClr val="accent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20" name="直接箭头连接符 19">
            <a:extLst>
              <a:ext uri="{FF2B5EF4-FFF2-40B4-BE49-F238E27FC236}">
                <a16:creationId xmlns:a16="http://schemas.microsoft.com/office/drawing/2014/main" id="{9BC8F23B-A4A9-499F-B708-B07DF0860A17}"/>
              </a:ext>
            </a:extLst>
          </p:cNvPr>
          <p:cNvCxnSpPr/>
          <p:nvPr/>
        </p:nvCxnSpPr>
        <p:spPr>
          <a:xfrm>
            <a:off x="660400" y="5944324"/>
            <a:ext cx="108585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46F54B2-AA33-4AC0-95A7-15991AD7F073}"/>
              </a:ext>
            </a:extLst>
          </p:cNvPr>
          <p:cNvCxnSpPr/>
          <p:nvPr/>
        </p:nvCxnSpPr>
        <p:spPr>
          <a:xfrm flipV="1">
            <a:off x="660400" y="1084217"/>
            <a:ext cx="0" cy="4860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B5F52328-0669-4724-9D75-8DFF0803504A}"/>
              </a:ext>
            </a:extLst>
          </p:cNvPr>
          <p:cNvSpPr/>
          <p:nvPr/>
        </p:nvSpPr>
        <p:spPr>
          <a:xfrm>
            <a:off x="3424114" y="1234412"/>
            <a:ext cx="2620107" cy="4644000"/>
          </a:xfrm>
          <a:prstGeom prst="rect">
            <a:avLst/>
          </a:prstGeom>
          <a:solidFill>
            <a:schemeClr val="accent1">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3" name="矩形 22">
            <a:extLst>
              <a:ext uri="{FF2B5EF4-FFF2-40B4-BE49-F238E27FC236}">
                <a16:creationId xmlns:a16="http://schemas.microsoft.com/office/drawing/2014/main" id="{2D094091-8BDD-4433-B3FD-8B2F283D646F}"/>
              </a:ext>
            </a:extLst>
          </p:cNvPr>
          <p:cNvSpPr/>
          <p:nvPr/>
        </p:nvSpPr>
        <p:spPr>
          <a:xfrm>
            <a:off x="6102836" y="1234412"/>
            <a:ext cx="2620107" cy="4644000"/>
          </a:xfrm>
          <a:prstGeom prst="rect">
            <a:avLst/>
          </a:prstGeom>
          <a:solidFill>
            <a:schemeClr val="accent1">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6" name="矩形 35">
            <a:extLst>
              <a:ext uri="{FF2B5EF4-FFF2-40B4-BE49-F238E27FC236}">
                <a16:creationId xmlns:a16="http://schemas.microsoft.com/office/drawing/2014/main" id="{68C54280-A2DE-4092-9763-C0C1B2D760D2}"/>
              </a:ext>
            </a:extLst>
          </p:cNvPr>
          <p:cNvSpPr/>
          <p:nvPr/>
        </p:nvSpPr>
        <p:spPr>
          <a:xfrm>
            <a:off x="8781557" y="1234412"/>
            <a:ext cx="2620107" cy="464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7" name="任意多边形: 形状 12">
            <a:extLst>
              <a:ext uri="{FF2B5EF4-FFF2-40B4-BE49-F238E27FC236}">
                <a16:creationId xmlns:a16="http://schemas.microsoft.com/office/drawing/2014/main" id="{1EBD128D-EC9E-443A-96DC-AD9C6B4BBCB2}"/>
              </a:ext>
            </a:extLst>
          </p:cNvPr>
          <p:cNvSpPr/>
          <p:nvPr/>
        </p:nvSpPr>
        <p:spPr>
          <a:xfrm>
            <a:off x="703385" y="2483086"/>
            <a:ext cx="10785230" cy="2297723"/>
          </a:xfrm>
          <a:custGeom>
            <a:avLst/>
            <a:gdLst>
              <a:gd name="connsiteX0" fmla="*/ 0 w 6858000"/>
              <a:gd name="connsiteY0" fmla="*/ 2297723 h 2297723"/>
              <a:gd name="connsiteX1" fmla="*/ 1828800 w 6858000"/>
              <a:gd name="connsiteY1" fmla="*/ 1066800 h 2297723"/>
              <a:gd name="connsiteX2" fmla="*/ 4712677 w 6858000"/>
              <a:gd name="connsiteY2" fmla="*/ 1664676 h 2297723"/>
              <a:gd name="connsiteX3" fmla="*/ 6858000 w 6858000"/>
              <a:gd name="connsiteY3" fmla="*/ 0 h 2297723"/>
            </a:gdLst>
            <a:ahLst/>
            <a:cxnLst>
              <a:cxn ang="0">
                <a:pos x="connsiteX0" y="connsiteY0"/>
              </a:cxn>
              <a:cxn ang="0">
                <a:pos x="connsiteX1" y="connsiteY1"/>
              </a:cxn>
              <a:cxn ang="0">
                <a:pos x="connsiteX2" y="connsiteY2"/>
              </a:cxn>
              <a:cxn ang="0">
                <a:pos x="connsiteX3" y="connsiteY3"/>
              </a:cxn>
            </a:cxnLst>
            <a:rect l="l" t="t" r="r" b="b"/>
            <a:pathLst>
              <a:path w="6858000" h="2297723">
                <a:moveTo>
                  <a:pt x="0" y="2297723"/>
                </a:moveTo>
                <a:cubicBezTo>
                  <a:pt x="521677" y="1735015"/>
                  <a:pt x="1043354" y="1172308"/>
                  <a:pt x="1828800" y="1066800"/>
                </a:cubicBezTo>
                <a:cubicBezTo>
                  <a:pt x="2614246" y="961292"/>
                  <a:pt x="3874477" y="1842476"/>
                  <a:pt x="4712677" y="1664676"/>
                </a:cubicBezTo>
                <a:cubicBezTo>
                  <a:pt x="5550877" y="1486876"/>
                  <a:pt x="6204438" y="743438"/>
                  <a:pt x="6858000" y="0"/>
                </a:cubicBezTo>
              </a:path>
            </a:pathLst>
          </a:cu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8" name="文本框 37">
            <a:extLst>
              <a:ext uri="{FF2B5EF4-FFF2-40B4-BE49-F238E27FC236}">
                <a16:creationId xmlns:a16="http://schemas.microsoft.com/office/drawing/2014/main" id="{081A0BBE-B18F-47BC-8511-BA14930AC2E9}"/>
              </a:ext>
            </a:extLst>
          </p:cNvPr>
          <p:cNvSpPr txBox="1"/>
          <p:nvPr/>
        </p:nvSpPr>
        <p:spPr>
          <a:xfrm>
            <a:off x="921569" y="4822417"/>
            <a:ext cx="2241376" cy="81253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前期调研</a:t>
            </a:r>
            <a:endParaRPr kumimoji="0" lang="en-US" altLang="zh-CN"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2019/01-2019/03</a:t>
            </a:r>
            <a:endParaRPr kumimoji="0" lang="zh-CN" altLang="en-US"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endParaRPr>
          </a:p>
        </p:txBody>
      </p:sp>
      <p:sp>
        <p:nvSpPr>
          <p:cNvPr id="39" name="文本框 38">
            <a:extLst>
              <a:ext uri="{FF2B5EF4-FFF2-40B4-BE49-F238E27FC236}">
                <a16:creationId xmlns:a16="http://schemas.microsoft.com/office/drawing/2014/main" id="{FE1B553C-EF94-495C-9A39-767771FDECEA}"/>
              </a:ext>
            </a:extLst>
          </p:cNvPr>
          <p:cNvSpPr txBox="1"/>
          <p:nvPr/>
        </p:nvSpPr>
        <p:spPr>
          <a:xfrm>
            <a:off x="3613479" y="4822417"/>
            <a:ext cx="2241376" cy="81253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文献研究</a:t>
            </a:r>
            <a:endParaRPr kumimoji="0" lang="en-US" altLang="zh-CN"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2019/04-2019/06</a:t>
            </a:r>
            <a:endParaRPr kumimoji="0" lang="zh-CN" altLang="en-US"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endParaRPr>
          </a:p>
        </p:txBody>
      </p:sp>
      <p:sp>
        <p:nvSpPr>
          <p:cNvPr id="44" name="文本框 43">
            <a:extLst>
              <a:ext uri="{FF2B5EF4-FFF2-40B4-BE49-F238E27FC236}">
                <a16:creationId xmlns:a16="http://schemas.microsoft.com/office/drawing/2014/main" id="{299A37A8-2D93-41DC-88AE-24284CD4776B}"/>
              </a:ext>
            </a:extLst>
          </p:cNvPr>
          <p:cNvSpPr txBox="1"/>
          <p:nvPr/>
        </p:nvSpPr>
        <p:spPr>
          <a:xfrm>
            <a:off x="6292201" y="4822417"/>
            <a:ext cx="2241376" cy="81253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教学实践</a:t>
            </a:r>
            <a:r>
              <a:rPr kumimoji="0" lang="en-US" altLang="zh-CN"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2019/09-2019/11</a:t>
            </a:r>
            <a:endParaRPr kumimoji="0" lang="zh-CN" altLang="en-US"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endParaRPr>
          </a:p>
        </p:txBody>
      </p:sp>
      <p:sp>
        <p:nvSpPr>
          <p:cNvPr id="45" name="文本框 44">
            <a:extLst>
              <a:ext uri="{FF2B5EF4-FFF2-40B4-BE49-F238E27FC236}">
                <a16:creationId xmlns:a16="http://schemas.microsoft.com/office/drawing/2014/main" id="{06CAFFEB-9961-4EA4-973C-66D8924FCD27}"/>
              </a:ext>
            </a:extLst>
          </p:cNvPr>
          <p:cNvSpPr txBox="1"/>
          <p:nvPr/>
        </p:nvSpPr>
        <p:spPr>
          <a:xfrm>
            <a:off x="8970922" y="4822417"/>
            <a:ext cx="2241376" cy="81253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分析总结</a:t>
            </a:r>
            <a:endParaRPr kumimoji="0" lang="en-US" altLang="zh-CN"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2019/12-2020/01</a:t>
            </a:r>
            <a:endParaRPr kumimoji="0" lang="zh-CN" altLang="en-US" sz="8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endParaRPr>
          </a:p>
        </p:txBody>
      </p:sp>
      <p:sp>
        <p:nvSpPr>
          <p:cNvPr id="46" name="文本框 45">
            <a:extLst>
              <a:ext uri="{FF2B5EF4-FFF2-40B4-BE49-F238E27FC236}">
                <a16:creationId xmlns:a16="http://schemas.microsoft.com/office/drawing/2014/main" id="{98E4D59B-4B21-4C6E-82BD-65E8FF60B6BC}"/>
              </a:ext>
            </a:extLst>
          </p:cNvPr>
          <p:cNvSpPr txBox="1"/>
          <p:nvPr/>
        </p:nvSpPr>
        <p:spPr>
          <a:xfrm>
            <a:off x="1015055" y="1471317"/>
            <a:ext cx="2080780" cy="788806"/>
          </a:xfrm>
          <a:prstGeom prst="rect">
            <a:avLst/>
          </a:prstGeom>
          <a:noFill/>
        </p:spPr>
        <p:txBody>
          <a:bodyPr wrap="square"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2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这里输入一段文字，介绍这个阶段你做了什么，怎么做的</a:t>
            </a:r>
          </a:p>
        </p:txBody>
      </p:sp>
      <p:sp>
        <p:nvSpPr>
          <p:cNvPr id="47" name="文本框 46">
            <a:extLst>
              <a:ext uri="{FF2B5EF4-FFF2-40B4-BE49-F238E27FC236}">
                <a16:creationId xmlns:a16="http://schemas.microsoft.com/office/drawing/2014/main" id="{C2C718DE-2C99-4837-87A2-07F58EA378E0}"/>
              </a:ext>
            </a:extLst>
          </p:cNvPr>
          <p:cNvSpPr txBox="1"/>
          <p:nvPr/>
        </p:nvSpPr>
        <p:spPr>
          <a:xfrm>
            <a:off x="3698628" y="1471317"/>
            <a:ext cx="2080780" cy="788806"/>
          </a:xfrm>
          <a:prstGeom prst="rect">
            <a:avLst/>
          </a:prstGeom>
          <a:noFill/>
        </p:spPr>
        <p:txBody>
          <a:bodyPr wrap="square"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2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这里输入一段文字，介绍这个阶段你做了什么，怎么做的</a:t>
            </a:r>
          </a:p>
        </p:txBody>
      </p:sp>
      <p:sp>
        <p:nvSpPr>
          <p:cNvPr id="48" name="文本框 47">
            <a:extLst>
              <a:ext uri="{FF2B5EF4-FFF2-40B4-BE49-F238E27FC236}">
                <a16:creationId xmlns:a16="http://schemas.microsoft.com/office/drawing/2014/main" id="{FB5120D7-B888-4D4F-8DDB-87C317DD2B34}"/>
              </a:ext>
            </a:extLst>
          </p:cNvPr>
          <p:cNvSpPr txBox="1"/>
          <p:nvPr/>
        </p:nvSpPr>
        <p:spPr>
          <a:xfrm>
            <a:off x="6372499" y="1471317"/>
            <a:ext cx="2080780" cy="788806"/>
          </a:xfrm>
          <a:prstGeom prst="rect">
            <a:avLst/>
          </a:prstGeom>
          <a:noFill/>
        </p:spPr>
        <p:txBody>
          <a:bodyPr wrap="square"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2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这里输入一段文字，介绍这个阶段你做了什么，怎么做的</a:t>
            </a:r>
          </a:p>
        </p:txBody>
      </p:sp>
      <p:sp>
        <p:nvSpPr>
          <p:cNvPr id="49" name="文本框 48">
            <a:extLst>
              <a:ext uri="{FF2B5EF4-FFF2-40B4-BE49-F238E27FC236}">
                <a16:creationId xmlns:a16="http://schemas.microsoft.com/office/drawing/2014/main" id="{E69F2D03-7CBF-40DA-B4DA-EAC0F738588E}"/>
              </a:ext>
            </a:extLst>
          </p:cNvPr>
          <p:cNvSpPr txBox="1"/>
          <p:nvPr/>
        </p:nvSpPr>
        <p:spPr>
          <a:xfrm>
            <a:off x="9049297" y="1471317"/>
            <a:ext cx="2080780" cy="788806"/>
          </a:xfrm>
          <a:prstGeom prst="rect">
            <a:avLst/>
          </a:prstGeom>
          <a:noFill/>
        </p:spPr>
        <p:txBody>
          <a:bodyPr wrap="square"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200" b="0" i="0" u="none" strike="noStrike" kern="1200" cap="none" spc="300" normalizeH="0" baseline="0" noProof="0" dirty="0">
                <a:ln>
                  <a:noFill/>
                </a:ln>
                <a:solidFill>
                  <a:prstClr val="white"/>
                </a:solidFill>
                <a:effectLst/>
                <a:uLnTx/>
                <a:uFillTx/>
                <a:latin typeface="Century Gothic" panose="020B0502020202020204" pitchFamily="34" charset="0"/>
                <a:ea typeface="微软雅黑" panose="020B0503020204020204" pitchFamily="34" charset="-122"/>
                <a:cs typeface="+mn-cs"/>
              </a:rPr>
              <a:t>这里输入一段文字，介绍这个阶段你做了什么，怎么做的</a:t>
            </a:r>
          </a:p>
        </p:txBody>
      </p:sp>
    </p:spTree>
    <p:extLst>
      <p:ext uri="{BB962C8B-B14F-4D97-AF65-F5344CB8AC3E}">
        <p14:creationId xmlns:p14="http://schemas.microsoft.com/office/powerpoint/2010/main" val="299028819"/>
      </p:ext>
    </p:extLst>
  </p:cSld>
  <p:clrMapOvr>
    <a:masterClrMapping/>
  </p:clrMapOvr>
  <p:transition spd="med">
    <p:pull/>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五段时间轴</a:t>
            </a:r>
          </a:p>
        </p:txBody>
      </p:sp>
      <p:sp>
        <p:nvSpPr>
          <p:cNvPr id="18" name="矩形 17">
            <a:extLst>
              <a:ext uri="{FF2B5EF4-FFF2-40B4-BE49-F238E27FC236}">
                <a16:creationId xmlns:a16="http://schemas.microsoft.com/office/drawing/2014/main" id="{27BE1C98-D69E-4198-8080-8C3EC0C4A11B}"/>
              </a:ext>
            </a:extLst>
          </p:cNvPr>
          <p:cNvSpPr/>
          <p:nvPr/>
        </p:nvSpPr>
        <p:spPr>
          <a:xfrm>
            <a:off x="660400" y="1035414"/>
            <a:ext cx="10858500" cy="5003800"/>
          </a:xfrm>
          <a:prstGeom prst="rect">
            <a:avLst/>
          </a:prstGeom>
          <a:solidFill>
            <a:schemeClr val="bg1"/>
          </a:solidFill>
          <a:ln>
            <a:noFill/>
          </a:ln>
          <a:effectLst>
            <a:outerShdw blurRad="165100" sx="101000" sy="101000" algn="ctr" rotWithShape="0">
              <a:prstClr val="black">
                <a:alpha val="1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4" name="任意多边形: 形状 5">
            <a:extLst>
              <a:ext uri="{FF2B5EF4-FFF2-40B4-BE49-F238E27FC236}">
                <a16:creationId xmlns:a16="http://schemas.microsoft.com/office/drawing/2014/main" id="{C7447A84-8FCE-492E-ABFD-D19DFC9C4ACC}"/>
              </a:ext>
            </a:extLst>
          </p:cNvPr>
          <p:cNvSpPr/>
          <p:nvPr/>
        </p:nvSpPr>
        <p:spPr>
          <a:xfrm>
            <a:off x="660401" y="2847607"/>
            <a:ext cx="10769599" cy="199292"/>
          </a:xfrm>
          <a:custGeom>
            <a:avLst/>
            <a:gdLst>
              <a:gd name="connsiteX0" fmla="*/ 0 w 9683261"/>
              <a:gd name="connsiteY0" fmla="*/ 211015 h 211015"/>
              <a:gd name="connsiteX1" fmla="*/ 9683261 w 9683261"/>
              <a:gd name="connsiteY1" fmla="*/ 211015 h 211015"/>
              <a:gd name="connsiteX2" fmla="*/ 9319846 w 9683261"/>
              <a:gd name="connsiteY2" fmla="*/ 0 h 211015"/>
            </a:gdLst>
            <a:ahLst/>
            <a:cxnLst>
              <a:cxn ang="0">
                <a:pos x="connsiteX0" y="connsiteY0"/>
              </a:cxn>
              <a:cxn ang="0">
                <a:pos x="connsiteX1" y="connsiteY1"/>
              </a:cxn>
              <a:cxn ang="0">
                <a:pos x="connsiteX2" y="connsiteY2"/>
              </a:cxn>
            </a:cxnLst>
            <a:rect l="l" t="t" r="r" b="b"/>
            <a:pathLst>
              <a:path w="9683261" h="211015">
                <a:moveTo>
                  <a:pt x="0" y="211015"/>
                </a:moveTo>
                <a:lnTo>
                  <a:pt x="9683261" y="211015"/>
                </a:lnTo>
                <a:lnTo>
                  <a:pt x="9319846" y="0"/>
                </a:lnTo>
              </a:path>
            </a:pathLst>
          </a:cu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5" name="椭圆 24">
            <a:extLst>
              <a:ext uri="{FF2B5EF4-FFF2-40B4-BE49-F238E27FC236}">
                <a16:creationId xmlns:a16="http://schemas.microsoft.com/office/drawing/2014/main" id="{FEC03B8C-AA0D-419C-B5FF-3BD1CC0B3A96}"/>
              </a:ext>
            </a:extLst>
          </p:cNvPr>
          <p:cNvSpPr/>
          <p:nvPr/>
        </p:nvSpPr>
        <p:spPr>
          <a:xfrm>
            <a:off x="1664680" y="2601422"/>
            <a:ext cx="914400" cy="914400"/>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800" b="0" i="0" u="none" strike="noStrike" kern="1200" cap="none" spc="300" normalizeH="0" baseline="0" noProof="0" dirty="0">
                <a:ln>
                  <a:noFill/>
                </a:ln>
                <a:solidFill>
                  <a:prstClr val="white"/>
                </a:solidFill>
                <a:effectLst/>
                <a:uLnTx/>
                <a:uFillTx/>
                <a:latin typeface="微软雅黑"/>
                <a:ea typeface="微软雅黑"/>
                <a:cs typeface="+mn-cs"/>
              </a:rPr>
              <a:t>01</a:t>
            </a:r>
            <a:endParaRPr kumimoji="0" lang="zh-CN" altLang="en-US" sz="1800" b="0" i="0" u="none" strike="noStrike" kern="1200" cap="none" spc="300" normalizeH="0" baseline="0" noProof="0" dirty="0">
              <a:ln>
                <a:noFill/>
              </a:ln>
              <a:solidFill>
                <a:prstClr val="white"/>
              </a:solidFill>
              <a:effectLst/>
              <a:uLnTx/>
              <a:uFillTx/>
              <a:latin typeface="微软雅黑"/>
              <a:ea typeface="微软雅黑"/>
              <a:cs typeface="+mn-cs"/>
            </a:endParaRPr>
          </a:p>
        </p:txBody>
      </p:sp>
      <p:sp>
        <p:nvSpPr>
          <p:cNvPr id="26" name="椭圆 25">
            <a:extLst>
              <a:ext uri="{FF2B5EF4-FFF2-40B4-BE49-F238E27FC236}">
                <a16:creationId xmlns:a16="http://schemas.microsoft.com/office/drawing/2014/main" id="{CE206E47-54ED-441B-9BE1-DF699F86D91A}"/>
              </a:ext>
            </a:extLst>
          </p:cNvPr>
          <p:cNvSpPr/>
          <p:nvPr/>
        </p:nvSpPr>
        <p:spPr>
          <a:xfrm>
            <a:off x="3651740" y="2601422"/>
            <a:ext cx="914400" cy="914400"/>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800" b="0" i="0" u="none" strike="noStrike" kern="1200" cap="none" spc="300" normalizeH="0" baseline="0" noProof="0" dirty="0">
                <a:ln>
                  <a:noFill/>
                </a:ln>
                <a:solidFill>
                  <a:prstClr val="white"/>
                </a:solidFill>
                <a:effectLst/>
                <a:uLnTx/>
                <a:uFillTx/>
                <a:latin typeface="微软雅黑"/>
                <a:ea typeface="微软雅黑"/>
                <a:cs typeface="+mn-cs"/>
              </a:rPr>
              <a:t>02</a:t>
            </a:r>
            <a:endParaRPr kumimoji="0" lang="zh-CN" altLang="en-US" sz="1800" b="0" i="0" u="none" strike="noStrike" kern="1200" cap="none" spc="300" normalizeH="0" baseline="0" noProof="0" dirty="0">
              <a:ln>
                <a:noFill/>
              </a:ln>
              <a:solidFill>
                <a:prstClr val="white"/>
              </a:solidFill>
              <a:effectLst/>
              <a:uLnTx/>
              <a:uFillTx/>
              <a:latin typeface="微软雅黑"/>
              <a:ea typeface="微软雅黑"/>
              <a:cs typeface="+mn-cs"/>
            </a:endParaRPr>
          </a:p>
        </p:txBody>
      </p:sp>
      <p:sp>
        <p:nvSpPr>
          <p:cNvPr id="27" name="椭圆 26">
            <a:extLst>
              <a:ext uri="{FF2B5EF4-FFF2-40B4-BE49-F238E27FC236}">
                <a16:creationId xmlns:a16="http://schemas.microsoft.com/office/drawing/2014/main" id="{99F32620-BC6D-4AAD-B2EA-AF5F3E32D3AC}"/>
              </a:ext>
            </a:extLst>
          </p:cNvPr>
          <p:cNvSpPr/>
          <p:nvPr/>
        </p:nvSpPr>
        <p:spPr>
          <a:xfrm>
            <a:off x="5638800" y="2601422"/>
            <a:ext cx="914400" cy="914400"/>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800" b="0" i="0" u="none" strike="noStrike" kern="1200" cap="none" spc="300" normalizeH="0" baseline="0" noProof="0" dirty="0">
                <a:ln>
                  <a:noFill/>
                </a:ln>
                <a:solidFill>
                  <a:prstClr val="white"/>
                </a:solidFill>
                <a:effectLst/>
                <a:uLnTx/>
                <a:uFillTx/>
                <a:latin typeface="微软雅黑"/>
                <a:ea typeface="微软雅黑"/>
                <a:cs typeface="+mn-cs"/>
              </a:rPr>
              <a:t>03</a:t>
            </a:r>
            <a:endParaRPr kumimoji="0" lang="zh-CN" altLang="en-US" sz="1800" b="0" i="0" u="none" strike="noStrike" kern="1200" cap="none" spc="300" normalizeH="0" baseline="0" noProof="0" dirty="0">
              <a:ln>
                <a:noFill/>
              </a:ln>
              <a:solidFill>
                <a:prstClr val="white"/>
              </a:solidFill>
              <a:effectLst/>
              <a:uLnTx/>
              <a:uFillTx/>
              <a:latin typeface="微软雅黑"/>
              <a:ea typeface="微软雅黑"/>
              <a:cs typeface="+mn-cs"/>
            </a:endParaRPr>
          </a:p>
        </p:txBody>
      </p:sp>
      <p:sp>
        <p:nvSpPr>
          <p:cNvPr id="28" name="椭圆 27">
            <a:extLst>
              <a:ext uri="{FF2B5EF4-FFF2-40B4-BE49-F238E27FC236}">
                <a16:creationId xmlns:a16="http://schemas.microsoft.com/office/drawing/2014/main" id="{1EAA1B52-CBF1-4015-82F0-3F8BB31780F2}"/>
              </a:ext>
            </a:extLst>
          </p:cNvPr>
          <p:cNvSpPr/>
          <p:nvPr/>
        </p:nvSpPr>
        <p:spPr>
          <a:xfrm>
            <a:off x="7625860" y="2601422"/>
            <a:ext cx="914400" cy="914400"/>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800" b="0" i="0" u="none" strike="noStrike" kern="1200" cap="none" spc="300" normalizeH="0" baseline="0" noProof="0" dirty="0">
                <a:ln>
                  <a:noFill/>
                </a:ln>
                <a:solidFill>
                  <a:prstClr val="white"/>
                </a:solidFill>
                <a:effectLst/>
                <a:uLnTx/>
                <a:uFillTx/>
                <a:latin typeface="微软雅黑"/>
                <a:ea typeface="微软雅黑"/>
                <a:cs typeface="+mn-cs"/>
              </a:rPr>
              <a:t>04</a:t>
            </a:r>
            <a:endParaRPr kumimoji="0" lang="zh-CN" altLang="en-US" sz="1800" b="0" i="0" u="none" strike="noStrike" kern="1200" cap="none" spc="300" normalizeH="0" baseline="0" noProof="0" dirty="0">
              <a:ln>
                <a:noFill/>
              </a:ln>
              <a:solidFill>
                <a:prstClr val="white"/>
              </a:solidFill>
              <a:effectLst/>
              <a:uLnTx/>
              <a:uFillTx/>
              <a:latin typeface="微软雅黑"/>
              <a:ea typeface="微软雅黑"/>
              <a:cs typeface="+mn-cs"/>
            </a:endParaRPr>
          </a:p>
        </p:txBody>
      </p:sp>
      <p:sp>
        <p:nvSpPr>
          <p:cNvPr id="29" name="椭圆 28">
            <a:extLst>
              <a:ext uri="{FF2B5EF4-FFF2-40B4-BE49-F238E27FC236}">
                <a16:creationId xmlns:a16="http://schemas.microsoft.com/office/drawing/2014/main" id="{9BA2D12F-FB9D-4D98-BCCA-CCCB4FBD1B72}"/>
              </a:ext>
            </a:extLst>
          </p:cNvPr>
          <p:cNvSpPr/>
          <p:nvPr/>
        </p:nvSpPr>
        <p:spPr>
          <a:xfrm>
            <a:off x="9614334" y="2601422"/>
            <a:ext cx="914400" cy="914400"/>
          </a:xfrm>
          <a:prstGeom prst="ellipse">
            <a:avLst/>
          </a:prstGeom>
          <a:solidFill>
            <a:schemeClr val="accent4"/>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800" b="0" i="0" u="none" strike="noStrike" kern="1200" cap="none" spc="300" normalizeH="0" baseline="0" noProof="0" dirty="0">
                <a:ln>
                  <a:noFill/>
                </a:ln>
                <a:solidFill>
                  <a:prstClr val="white"/>
                </a:solidFill>
                <a:effectLst/>
                <a:uLnTx/>
                <a:uFillTx/>
                <a:latin typeface="微软雅黑"/>
                <a:ea typeface="微软雅黑"/>
                <a:cs typeface="+mn-cs"/>
              </a:rPr>
              <a:t>05</a:t>
            </a:r>
            <a:endParaRPr kumimoji="0" lang="zh-CN" altLang="en-US" sz="1800" b="0" i="0" u="none" strike="noStrike" kern="1200" cap="none" spc="300" normalizeH="0" baseline="0" noProof="0" dirty="0">
              <a:ln>
                <a:noFill/>
              </a:ln>
              <a:solidFill>
                <a:prstClr val="white"/>
              </a:solidFill>
              <a:effectLst/>
              <a:uLnTx/>
              <a:uFillTx/>
              <a:latin typeface="微软雅黑"/>
              <a:ea typeface="微软雅黑"/>
              <a:cs typeface="+mn-cs"/>
            </a:endParaRPr>
          </a:p>
        </p:txBody>
      </p:sp>
      <p:sp>
        <p:nvSpPr>
          <p:cNvPr id="30" name="文本框 29">
            <a:extLst>
              <a:ext uri="{FF2B5EF4-FFF2-40B4-BE49-F238E27FC236}">
                <a16:creationId xmlns:a16="http://schemas.microsoft.com/office/drawing/2014/main" id="{055AD509-2F33-419B-9476-4684F56BF68B}"/>
              </a:ext>
            </a:extLst>
          </p:cNvPr>
          <p:cNvSpPr txBox="1"/>
          <p:nvPr/>
        </p:nvSpPr>
        <p:spPr>
          <a:xfrm>
            <a:off x="1162410" y="1781960"/>
            <a:ext cx="1918939"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现状调查</a:t>
            </a:r>
          </a:p>
        </p:txBody>
      </p:sp>
      <p:sp>
        <p:nvSpPr>
          <p:cNvPr id="31" name="文本框 30">
            <a:extLst>
              <a:ext uri="{FF2B5EF4-FFF2-40B4-BE49-F238E27FC236}">
                <a16:creationId xmlns:a16="http://schemas.microsoft.com/office/drawing/2014/main" id="{6DD53B01-968A-473F-A0B6-DE60E56F4D49}"/>
              </a:ext>
            </a:extLst>
          </p:cNvPr>
          <p:cNvSpPr txBox="1"/>
          <p:nvPr/>
        </p:nvSpPr>
        <p:spPr>
          <a:xfrm>
            <a:off x="1138964" y="3961299"/>
            <a:ext cx="1918939" cy="1372683"/>
          </a:xfrm>
          <a:prstGeom prst="rect">
            <a:avLst/>
          </a:prstGeom>
          <a:noFill/>
        </p:spPr>
        <p:txBody>
          <a:bodyPr wrap="square"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学生情况</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老师情况</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学校情况</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教育部门</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p:txBody>
      </p:sp>
      <p:sp>
        <p:nvSpPr>
          <p:cNvPr id="32" name="文本框 31">
            <a:extLst>
              <a:ext uri="{FF2B5EF4-FFF2-40B4-BE49-F238E27FC236}">
                <a16:creationId xmlns:a16="http://schemas.microsoft.com/office/drawing/2014/main" id="{F9110F6F-90A6-4C43-940A-43559437E9BF}"/>
              </a:ext>
            </a:extLst>
          </p:cNvPr>
          <p:cNvSpPr txBox="1"/>
          <p:nvPr/>
        </p:nvSpPr>
        <p:spPr>
          <a:xfrm>
            <a:off x="5138751" y="1781960"/>
            <a:ext cx="1918939"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实验设计</a:t>
            </a:r>
          </a:p>
        </p:txBody>
      </p:sp>
      <p:sp>
        <p:nvSpPr>
          <p:cNvPr id="33" name="文本框 32">
            <a:extLst>
              <a:ext uri="{FF2B5EF4-FFF2-40B4-BE49-F238E27FC236}">
                <a16:creationId xmlns:a16="http://schemas.microsoft.com/office/drawing/2014/main" id="{9E99A0B9-345A-4B16-ADDF-9D002B5871CD}"/>
              </a:ext>
            </a:extLst>
          </p:cNvPr>
          <p:cNvSpPr txBox="1"/>
          <p:nvPr/>
        </p:nvSpPr>
        <p:spPr>
          <a:xfrm>
            <a:off x="7136629" y="1781960"/>
            <a:ext cx="1918939"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教学实践</a:t>
            </a:r>
          </a:p>
        </p:txBody>
      </p:sp>
      <p:sp>
        <p:nvSpPr>
          <p:cNvPr id="34" name="文本框 33">
            <a:extLst>
              <a:ext uri="{FF2B5EF4-FFF2-40B4-BE49-F238E27FC236}">
                <a16:creationId xmlns:a16="http://schemas.microsoft.com/office/drawing/2014/main" id="{60C74E22-670C-4A73-8B0D-95289608290F}"/>
              </a:ext>
            </a:extLst>
          </p:cNvPr>
          <p:cNvSpPr txBox="1"/>
          <p:nvPr/>
        </p:nvSpPr>
        <p:spPr>
          <a:xfrm>
            <a:off x="9112065" y="1781960"/>
            <a:ext cx="1918939"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反思提升</a:t>
            </a:r>
          </a:p>
        </p:txBody>
      </p:sp>
      <p:sp>
        <p:nvSpPr>
          <p:cNvPr id="35" name="文本框 34">
            <a:extLst>
              <a:ext uri="{FF2B5EF4-FFF2-40B4-BE49-F238E27FC236}">
                <a16:creationId xmlns:a16="http://schemas.microsoft.com/office/drawing/2014/main" id="{1E0283E2-F76D-4960-BEF7-BAC8030BF795}"/>
              </a:ext>
            </a:extLst>
          </p:cNvPr>
          <p:cNvSpPr txBox="1"/>
          <p:nvPr/>
        </p:nvSpPr>
        <p:spPr>
          <a:xfrm>
            <a:off x="3149470" y="3961299"/>
            <a:ext cx="1918939" cy="1372683"/>
          </a:xfrm>
          <a:prstGeom prst="rect">
            <a:avLst/>
          </a:prstGeom>
          <a:noFill/>
        </p:spPr>
        <p:txBody>
          <a:bodyPr wrap="square"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七年级上册</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语文二单元</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项目学习</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共</a:t>
            </a:r>
            <a:r>
              <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16</a:t>
            </a: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课时</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p:txBody>
      </p:sp>
      <p:sp>
        <p:nvSpPr>
          <p:cNvPr id="40" name="文本框 39">
            <a:extLst>
              <a:ext uri="{FF2B5EF4-FFF2-40B4-BE49-F238E27FC236}">
                <a16:creationId xmlns:a16="http://schemas.microsoft.com/office/drawing/2014/main" id="{C56286A3-4399-43AB-83AB-2EC0D1CFEBC7}"/>
              </a:ext>
            </a:extLst>
          </p:cNvPr>
          <p:cNvSpPr txBox="1"/>
          <p:nvPr/>
        </p:nvSpPr>
        <p:spPr>
          <a:xfrm>
            <a:off x="5142625" y="3961299"/>
            <a:ext cx="1918939" cy="1372683"/>
          </a:xfrm>
          <a:prstGeom prst="rect">
            <a:avLst/>
          </a:prstGeom>
          <a:noFill/>
        </p:spPr>
        <p:txBody>
          <a:bodyPr wrap="square"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学生人数</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男女比例</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实验对照</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还有什么</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p:txBody>
      </p:sp>
      <p:sp>
        <p:nvSpPr>
          <p:cNvPr id="41" name="文本框 40">
            <a:extLst>
              <a:ext uri="{FF2B5EF4-FFF2-40B4-BE49-F238E27FC236}">
                <a16:creationId xmlns:a16="http://schemas.microsoft.com/office/drawing/2014/main" id="{1BC70971-BC25-4B7F-8456-F886BE8555B0}"/>
              </a:ext>
            </a:extLst>
          </p:cNvPr>
          <p:cNvSpPr txBox="1"/>
          <p:nvPr/>
        </p:nvSpPr>
        <p:spPr>
          <a:xfrm>
            <a:off x="7117024" y="3961299"/>
            <a:ext cx="1918939" cy="1372683"/>
          </a:xfrm>
          <a:prstGeom prst="rect">
            <a:avLst/>
          </a:prstGeom>
          <a:noFill/>
        </p:spPr>
        <p:txBody>
          <a:bodyPr wrap="square"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资料准备</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反复磨课</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上课试讲</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收集数据</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p:txBody>
      </p:sp>
      <p:sp>
        <p:nvSpPr>
          <p:cNvPr id="42" name="文本框 41">
            <a:extLst>
              <a:ext uri="{FF2B5EF4-FFF2-40B4-BE49-F238E27FC236}">
                <a16:creationId xmlns:a16="http://schemas.microsoft.com/office/drawing/2014/main" id="{F49A7B12-CB39-43C5-8AB3-F1EE4A1570DA}"/>
              </a:ext>
            </a:extLst>
          </p:cNvPr>
          <p:cNvSpPr txBox="1"/>
          <p:nvPr/>
        </p:nvSpPr>
        <p:spPr>
          <a:xfrm>
            <a:off x="9112065" y="3961299"/>
            <a:ext cx="1918939" cy="1372683"/>
          </a:xfrm>
          <a:prstGeom prst="rect">
            <a:avLst/>
          </a:prstGeom>
          <a:noFill/>
        </p:spPr>
        <p:txBody>
          <a:bodyPr wrap="square"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教学反思</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说课汇报</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改进教学</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再次试讲</a:t>
            </a:r>
            <a:endParaRPr kumimoji="0" lang="en-US" altLang="zh-CN" sz="16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endParaRPr>
          </a:p>
        </p:txBody>
      </p:sp>
      <p:sp>
        <p:nvSpPr>
          <p:cNvPr id="43" name="文本框 42">
            <a:extLst>
              <a:ext uri="{FF2B5EF4-FFF2-40B4-BE49-F238E27FC236}">
                <a16:creationId xmlns:a16="http://schemas.microsoft.com/office/drawing/2014/main" id="{0B27D5C7-61A2-4D9E-B474-30E6B8659165}"/>
              </a:ext>
            </a:extLst>
          </p:cNvPr>
          <p:cNvSpPr txBox="1"/>
          <p:nvPr/>
        </p:nvSpPr>
        <p:spPr>
          <a:xfrm>
            <a:off x="3158976" y="1781960"/>
            <a:ext cx="1918939" cy="620170"/>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教学设计</a:t>
            </a:r>
          </a:p>
        </p:txBody>
      </p:sp>
      <p:cxnSp>
        <p:nvCxnSpPr>
          <p:cNvPr id="50" name="直接连接符 49">
            <a:extLst>
              <a:ext uri="{FF2B5EF4-FFF2-40B4-BE49-F238E27FC236}">
                <a16:creationId xmlns:a16="http://schemas.microsoft.com/office/drawing/2014/main" id="{4C8B936F-6B64-426C-A55B-5C3E34BA53BA}"/>
              </a:ext>
            </a:extLst>
          </p:cNvPr>
          <p:cNvCxnSpPr/>
          <p:nvPr/>
        </p:nvCxnSpPr>
        <p:spPr>
          <a:xfrm>
            <a:off x="1833742" y="5698386"/>
            <a:ext cx="504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4C8B936F-6B64-426C-A55B-5C3E34BA53BA}"/>
              </a:ext>
            </a:extLst>
          </p:cNvPr>
          <p:cNvCxnSpPr/>
          <p:nvPr/>
        </p:nvCxnSpPr>
        <p:spPr>
          <a:xfrm>
            <a:off x="3833230" y="5698386"/>
            <a:ext cx="504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4C8B936F-6B64-426C-A55B-5C3E34BA53BA}"/>
              </a:ext>
            </a:extLst>
          </p:cNvPr>
          <p:cNvCxnSpPr/>
          <p:nvPr/>
        </p:nvCxnSpPr>
        <p:spPr>
          <a:xfrm>
            <a:off x="5844000" y="5698386"/>
            <a:ext cx="504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4C8B936F-6B64-426C-A55B-5C3E34BA53BA}"/>
              </a:ext>
            </a:extLst>
          </p:cNvPr>
          <p:cNvCxnSpPr/>
          <p:nvPr/>
        </p:nvCxnSpPr>
        <p:spPr>
          <a:xfrm>
            <a:off x="7843488" y="5698386"/>
            <a:ext cx="5040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4C8B936F-6B64-426C-A55B-5C3E34BA53BA}"/>
              </a:ext>
            </a:extLst>
          </p:cNvPr>
          <p:cNvCxnSpPr/>
          <p:nvPr/>
        </p:nvCxnSpPr>
        <p:spPr>
          <a:xfrm>
            <a:off x="9818592" y="5698386"/>
            <a:ext cx="5040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5105810"/>
      </p:ext>
    </p:extLst>
  </p:cSld>
  <p:clrMapOvr>
    <a:masterClrMapping/>
  </p:clrMapOvr>
  <p:transition spd="med">
    <p:pull/>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五段时间轴</a:t>
            </a:r>
          </a:p>
        </p:txBody>
      </p:sp>
      <p:grpSp>
        <p:nvGrpSpPr>
          <p:cNvPr id="36" name="组合 35"/>
          <p:cNvGrpSpPr/>
          <p:nvPr/>
        </p:nvGrpSpPr>
        <p:grpSpPr>
          <a:xfrm>
            <a:off x="336430" y="4966731"/>
            <a:ext cx="11516264" cy="444500"/>
            <a:chOff x="0" y="3314700"/>
            <a:chExt cx="12192000" cy="444500"/>
          </a:xfrm>
          <a:solidFill>
            <a:schemeClr val="accent4"/>
          </a:solidFill>
        </p:grpSpPr>
        <p:sp>
          <p:nvSpPr>
            <p:cNvPr id="37" name="任意多边形 36"/>
            <p:cNvSpPr/>
            <p:nvPr/>
          </p:nvSpPr>
          <p:spPr>
            <a:xfrm>
              <a:off x="0" y="3314700"/>
              <a:ext cx="12192000" cy="444500"/>
            </a:xfrm>
            <a:custGeom>
              <a:avLst/>
              <a:gdLst>
                <a:gd name="connsiteX0" fmla="*/ 0 w 12192000"/>
                <a:gd name="connsiteY0" fmla="*/ 0 h 444500"/>
                <a:gd name="connsiteX1" fmla="*/ 11654397 w 12192000"/>
                <a:gd name="connsiteY1" fmla="*/ 0 h 444500"/>
                <a:gd name="connsiteX2" fmla="*/ 12192000 w 12192000"/>
                <a:gd name="connsiteY2" fmla="*/ 218904 h 444500"/>
                <a:gd name="connsiteX3" fmla="*/ 12192000 w 12192000"/>
                <a:gd name="connsiteY3" fmla="*/ 222250 h 444500"/>
                <a:gd name="connsiteX4" fmla="*/ 11646180 w 12192000"/>
                <a:gd name="connsiteY4" fmla="*/ 444500 h 444500"/>
                <a:gd name="connsiteX5" fmla="*/ 0 w 12192000"/>
                <a:gd name="connsiteY5" fmla="*/ 444500 h 44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44500">
                  <a:moveTo>
                    <a:pt x="0" y="0"/>
                  </a:moveTo>
                  <a:lnTo>
                    <a:pt x="11654397" y="0"/>
                  </a:lnTo>
                  <a:lnTo>
                    <a:pt x="12192000" y="218904"/>
                  </a:lnTo>
                  <a:lnTo>
                    <a:pt x="12192000" y="222250"/>
                  </a:lnTo>
                  <a:lnTo>
                    <a:pt x="11646180" y="444500"/>
                  </a:lnTo>
                  <a:lnTo>
                    <a:pt x="0" y="44450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38" name="直接连接符 37"/>
            <p:cNvCxnSpPr/>
            <p:nvPr/>
          </p:nvCxnSpPr>
          <p:spPr>
            <a:xfrm>
              <a:off x="66040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86921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1078034"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286851"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1495668"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1704485"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1913302"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2122119"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2330936"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2539753"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a:off x="274857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95738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3166204"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3375021"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3583838"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792655"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4001472"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210289"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4419106"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a:off x="4627923"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7" name="直接连接符 66"/>
            <p:cNvCxnSpPr/>
            <p:nvPr/>
          </p:nvCxnSpPr>
          <p:spPr>
            <a:xfrm>
              <a:off x="483674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8" name="直接连接符 67"/>
            <p:cNvCxnSpPr/>
            <p:nvPr/>
          </p:nvCxnSpPr>
          <p:spPr>
            <a:xfrm>
              <a:off x="504555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5254374"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5463191"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5672008"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a:off x="5880825"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6089642"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a:xfrm>
              <a:off x="6298459"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6507276"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a:off x="6716093"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a:off x="692491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a:off x="713372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p:nvPr/>
          </p:nvCxnSpPr>
          <p:spPr>
            <a:xfrm>
              <a:off x="7342544"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a:off x="7551361"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p:nvPr/>
          </p:nvCxnSpPr>
          <p:spPr>
            <a:xfrm>
              <a:off x="7760178"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a:off x="7968995"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8177812"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4" name="直接连接符 83"/>
            <p:cNvCxnSpPr/>
            <p:nvPr/>
          </p:nvCxnSpPr>
          <p:spPr>
            <a:xfrm>
              <a:off x="8386629"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p:cNvCxnSpPr/>
            <p:nvPr/>
          </p:nvCxnSpPr>
          <p:spPr>
            <a:xfrm>
              <a:off x="8595446"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8804263"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901308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922189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9" name="直接连接符 88"/>
            <p:cNvCxnSpPr/>
            <p:nvPr/>
          </p:nvCxnSpPr>
          <p:spPr>
            <a:xfrm>
              <a:off x="9430714"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p:nvCxnSpPr>
          <p:spPr>
            <a:xfrm>
              <a:off x="9639531"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9848348"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2" name="直接连接符 91"/>
            <p:cNvCxnSpPr/>
            <p:nvPr/>
          </p:nvCxnSpPr>
          <p:spPr>
            <a:xfrm>
              <a:off x="10057165"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3" name="直接连接符 92"/>
            <p:cNvCxnSpPr/>
            <p:nvPr/>
          </p:nvCxnSpPr>
          <p:spPr>
            <a:xfrm>
              <a:off x="10265982"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4" name="直接连接符 93"/>
            <p:cNvCxnSpPr/>
            <p:nvPr/>
          </p:nvCxnSpPr>
          <p:spPr>
            <a:xfrm>
              <a:off x="10474799"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5" name="直接连接符 94"/>
            <p:cNvCxnSpPr/>
            <p:nvPr/>
          </p:nvCxnSpPr>
          <p:spPr>
            <a:xfrm>
              <a:off x="10683616"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6" name="直接连接符 95"/>
            <p:cNvCxnSpPr/>
            <p:nvPr/>
          </p:nvCxnSpPr>
          <p:spPr>
            <a:xfrm>
              <a:off x="10892433"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7" name="直接连接符 96"/>
            <p:cNvCxnSpPr/>
            <p:nvPr/>
          </p:nvCxnSpPr>
          <p:spPr>
            <a:xfrm>
              <a:off x="1110125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8" name="直接连接符 97"/>
            <p:cNvCxnSpPr/>
            <p:nvPr/>
          </p:nvCxnSpPr>
          <p:spPr>
            <a:xfrm>
              <a:off x="11310067"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9" name="直接连接符 98"/>
            <p:cNvCxnSpPr/>
            <p:nvPr/>
          </p:nvCxnSpPr>
          <p:spPr>
            <a:xfrm>
              <a:off x="11518900" y="3467100"/>
              <a:ext cx="0" cy="144000"/>
            </a:xfrm>
            <a:prstGeom prst="line">
              <a:avLst/>
            </a:prstGeom>
            <a:grpFill/>
            <a:ln w="76200" cap="rnd">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00" name="文本占位符 11">
            <a:extLst>
              <a:ext uri="{FF2B5EF4-FFF2-40B4-BE49-F238E27FC236}">
                <a16:creationId xmlns:a16="http://schemas.microsoft.com/office/drawing/2014/main" id="{F3736761-C8E0-48EE-8521-4BE1F3C85110}"/>
              </a:ext>
            </a:extLst>
          </p:cNvPr>
          <p:cNvSpPr txBox="1">
            <a:spLocks/>
          </p:cNvSpPr>
          <p:nvPr/>
        </p:nvSpPr>
        <p:spPr>
          <a:xfrm>
            <a:off x="1034490" y="3844408"/>
            <a:ext cx="1863453" cy="728481"/>
          </a:xfrm>
          <a:prstGeom prst="rect">
            <a:avLst/>
          </a:prstGeom>
        </p:spPr>
        <p:txBody>
          <a:bodyPr lIns="0" tIns="0" rIns="0" bIns="0" anchor="t"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p:txBody>
      </p:sp>
      <p:sp>
        <p:nvSpPr>
          <p:cNvPr id="101" name="文本占位符 6">
            <a:extLst>
              <a:ext uri="{FF2B5EF4-FFF2-40B4-BE49-F238E27FC236}">
                <a16:creationId xmlns:a16="http://schemas.microsoft.com/office/drawing/2014/main" id="{5D8D9A45-5BD7-4FF8-AAEF-A268ADF4D75A}"/>
              </a:ext>
            </a:extLst>
          </p:cNvPr>
          <p:cNvSpPr txBox="1">
            <a:spLocks/>
          </p:cNvSpPr>
          <p:nvPr/>
        </p:nvSpPr>
        <p:spPr>
          <a:xfrm>
            <a:off x="1034490" y="3335750"/>
            <a:ext cx="1906997"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rPr>
              <a:t>关键词</a:t>
            </a:r>
          </a:p>
        </p:txBody>
      </p:sp>
      <p:grpSp>
        <p:nvGrpSpPr>
          <p:cNvPr id="102" name="组合 101"/>
          <p:cNvGrpSpPr/>
          <p:nvPr/>
        </p:nvGrpSpPr>
        <p:grpSpPr>
          <a:xfrm>
            <a:off x="738939" y="3549603"/>
            <a:ext cx="144000" cy="1424804"/>
            <a:chOff x="714105" y="1885096"/>
            <a:chExt cx="144000" cy="1424804"/>
          </a:xfrm>
        </p:grpSpPr>
        <p:cxnSp>
          <p:nvCxnSpPr>
            <p:cNvPr id="103" name="直接连接符 102">
              <a:extLst>
                <a:ext uri="{FF2B5EF4-FFF2-40B4-BE49-F238E27FC236}">
                  <a16:creationId xmlns:a16="http://schemas.microsoft.com/office/drawing/2014/main" id="{6D18B69C-8BE4-4228-B573-90403C237464}"/>
                </a:ext>
              </a:extLst>
            </p:cNvPr>
            <p:cNvCxnSpPr>
              <a:cxnSpLocks/>
            </p:cNvCxnSpPr>
            <p:nvPr/>
          </p:nvCxnSpPr>
          <p:spPr>
            <a:xfrm>
              <a:off x="784054" y="1921096"/>
              <a:ext cx="0" cy="1388804"/>
            </a:xfrm>
            <a:prstGeom prst="line">
              <a:avLst/>
            </a:prstGeom>
            <a:solidFill>
              <a:srgbClr val="9663C0"/>
            </a:solidFill>
            <a:ln w="3175">
              <a:solidFill>
                <a:schemeClr val="accent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4" name="直接连接符 103"/>
            <p:cNvCxnSpPr/>
            <p:nvPr/>
          </p:nvCxnSpPr>
          <p:spPr>
            <a:xfrm rot="5400000">
              <a:off x="786105" y="1813096"/>
              <a:ext cx="0" cy="144000"/>
            </a:xfrm>
            <a:prstGeom prst="line">
              <a:avLst/>
            </a:prstGeom>
            <a:ln w="127000" cap="rnd">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05" name="直接连接符 104">
            <a:extLst>
              <a:ext uri="{FF2B5EF4-FFF2-40B4-BE49-F238E27FC236}">
                <a16:creationId xmlns:a16="http://schemas.microsoft.com/office/drawing/2014/main" id="{6D18B69C-8BE4-4228-B573-90403C237464}"/>
              </a:ext>
            </a:extLst>
          </p:cNvPr>
          <p:cNvCxnSpPr>
            <a:cxnSpLocks/>
          </p:cNvCxnSpPr>
          <p:nvPr/>
        </p:nvCxnSpPr>
        <p:spPr>
          <a:xfrm>
            <a:off x="5104990" y="2857131"/>
            <a:ext cx="0" cy="2109600"/>
          </a:xfrm>
          <a:prstGeom prst="line">
            <a:avLst/>
          </a:prstGeom>
          <a:solidFill>
            <a:srgbClr val="9663C0"/>
          </a:solidFill>
          <a:ln w="3175">
            <a:solidFill>
              <a:schemeClr val="accent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6D18B69C-8BE4-4228-B573-90403C237464}"/>
              </a:ext>
            </a:extLst>
          </p:cNvPr>
          <p:cNvCxnSpPr>
            <a:cxnSpLocks/>
          </p:cNvCxnSpPr>
          <p:nvPr/>
        </p:nvCxnSpPr>
        <p:spPr>
          <a:xfrm>
            <a:off x="9401092" y="2153485"/>
            <a:ext cx="0" cy="2829600"/>
          </a:xfrm>
          <a:prstGeom prst="line">
            <a:avLst/>
          </a:prstGeom>
          <a:solidFill>
            <a:srgbClr val="9663C0"/>
          </a:solidFill>
          <a:ln w="3175">
            <a:solidFill>
              <a:schemeClr val="accent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6D18B69C-8BE4-4228-B573-90403C237464}"/>
              </a:ext>
            </a:extLst>
          </p:cNvPr>
          <p:cNvCxnSpPr>
            <a:cxnSpLocks/>
          </p:cNvCxnSpPr>
          <p:nvPr/>
        </p:nvCxnSpPr>
        <p:spPr>
          <a:xfrm>
            <a:off x="2956939" y="3223752"/>
            <a:ext cx="0" cy="1749600"/>
          </a:xfrm>
          <a:prstGeom prst="line">
            <a:avLst/>
          </a:prstGeom>
          <a:solidFill>
            <a:srgbClr val="9663C0"/>
          </a:solidFill>
          <a:ln w="3175">
            <a:solidFill>
              <a:schemeClr val="accent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6D18B69C-8BE4-4228-B573-90403C237464}"/>
              </a:ext>
            </a:extLst>
          </p:cNvPr>
          <p:cNvCxnSpPr>
            <a:cxnSpLocks/>
          </p:cNvCxnSpPr>
          <p:nvPr/>
        </p:nvCxnSpPr>
        <p:spPr>
          <a:xfrm>
            <a:off x="7253041" y="2497131"/>
            <a:ext cx="0" cy="2469600"/>
          </a:xfrm>
          <a:prstGeom prst="line">
            <a:avLst/>
          </a:prstGeom>
          <a:solidFill>
            <a:srgbClr val="9663C0"/>
          </a:solidFill>
          <a:ln w="3175">
            <a:solidFill>
              <a:schemeClr val="accent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rot="5400000">
            <a:off x="2956939" y="3143520"/>
            <a:ext cx="0" cy="144000"/>
          </a:xfrm>
          <a:prstGeom prst="line">
            <a:avLst/>
          </a:prstGeom>
          <a:ln w="12700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rot="5400000">
            <a:off x="5110385" y="2738408"/>
            <a:ext cx="0" cy="144000"/>
          </a:xfrm>
          <a:prstGeom prst="line">
            <a:avLst/>
          </a:prstGeom>
          <a:ln w="12700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1" name="直接连接符 110"/>
          <p:cNvCxnSpPr/>
          <p:nvPr/>
        </p:nvCxnSpPr>
        <p:spPr>
          <a:xfrm rot="5400000">
            <a:off x="7270544" y="2381831"/>
            <a:ext cx="0" cy="144000"/>
          </a:xfrm>
          <a:prstGeom prst="line">
            <a:avLst/>
          </a:prstGeom>
          <a:ln w="127000" cap="rnd">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rot="5400000">
            <a:off x="9414309" y="2075147"/>
            <a:ext cx="0" cy="144000"/>
          </a:xfrm>
          <a:prstGeom prst="line">
            <a:avLst/>
          </a:prstGeom>
          <a:ln w="127000" cap="rnd">
            <a:solidFill>
              <a:schemeClr val="accent1"/>
            </a:solidFill>
          </a:ln>
        </p:spPr>
        <p:style>
          <a:lnRef idx="1">
            <a:schemeClr val="accent1"/>
          </a:lnRef>
          <a:fillRef idx="0">
            <a:schemeClr val="accent1"/>
          </a:fillRef>
          <a:effectRef idx="0">
            <a:schemeClr val="accent1"/>
          </a:effectRef>
          <a:fontRef idx="minor">
            <a:schemeClr val="tx1"/>
          </a:fontRef>
        </p:style>
      </p:cxnSp>
      <p:sp>
        <p:nvSpPr>
          <p:cNvPr id="113" name="文本占位符 11">
            <a:extLst>
              <a:ext uri="{FF2B5EF4-FFF2-40B4-BE49-F238E27FC236}">
                <a16:creationId xmlns:a16="http://schemas.microsoft.com/office/drawing/2014/main" id="{F3736761-C8E0-48EE-8521-4BE1F3C85110}"/>
              </a:ext>
            </a:extLst>
          </p:cNvPr>
          <p:cNvSpPr txBox="1">
            <a:spLocks/>
          </p:cNvSpPr>
          <p:nvPr/>
        </p:nvSpPr>
        <p:spPr>
          <a:xfrm>
            <a:off x="3105146" y="3538727"/>
            <a:ext cx="1863453" cy="976091"/>
          </a:xfrm>
          <a:prstGeom prst="rect">
            <a:avLst/>
          </a:prstGeom>
        </p:spPr>
        <p:txBody>
          <a:bodyPr lIns="0" tIns="0" rIns="0" bIns="0" anchor="t"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p:txBody>
      </p:sp>
      <p:sp>
        <p:nvSpPr>
          <p:cNvPr id="114" name="文本占位符 6">
            <a:extLst>
              <a:ext uri="{FF2B5EF4-FFF2-40B4-BE49-F238E27FC236}">
                <a16:creationId xmlns:a16="http://schemas.microsoft.com/office/drawing/2014/main" id="{5D8D9A45-5BD7-4FF8-AAEF-A268ADF4D75A}"/>
              </a:ext>
            </a:extLst>
          </p:cNvPr>
          <p:cNvSpPr txBox="1">
            <a:spLocks/>
          </p:cNvSpPr>
          <p:nvPr/>
        </p:nvSpPr>
        <p:spPr>
          <a:xfrm>
            <a:off x="3105146" y="2995344"/>
            <a:ext cx="1906997"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rPr>
              <a:t>关键词</a:t>
            </a:r>
          </a:p>
        </p:txBody>
      </p:sp>
      <p:sp>
        <p:nvSpPr>
          <p:cNvPr id="115" name="文本占位符 11">
            <a:extLst>
              <a:ext uri="{FF2B5EF4-FFF2-40B4-BE49-F238E27FC236}">
                <a16:creationId xmlns:a16="http://schemas.microsoft.com/office/drawing/2014/main" id="{F3736761-C8E0-48EE-8521-4BE1F3C85110}"/>
              </a:ext>
            </a:extLst>
          </p:cNvPr>
          <p:cNvSpPr txBox="1">
            <a:spLocks/>
          </p:cNvSpPr>
          <p:nvPr/>
        </p:nvSpPr>
        <p:spPr>
          <a:xfrm>
            <a:off x="5330591" y="3191414"/>
            <a:ext cx="1863453" cy="1323404"/>
          </a:xfrm>
          <a:prstGeom prst="rect">
            <a:avLst/>
          </a:prstGeom>
        </p:spPr>
        <p:txBody>
          <a:bodyPr lIns="0" tIns="0" rIns="0" bIns="0" anchor="t"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p:txBody>
      </p:sp>
      <p:sp>
        <p:nvSpPr>
          <p:cNvPr id="116" name="文本占位符 6">
            <a:extLst>
              <a:ext uri="{FF2B5EF4-FFF2-40B4-BE49-F238E27FC236}">
                <a16:creationId xmlns:a16="http://schemas.microsoft.com/office/drawing/2014/main" id="{5D8D9A45-5BD7-4FF8-AAEF-A268ADF4D75A}"/>
              </a:ext>
            </a:extLst>
          </p:cNvPr>
          <p:cNvSpPr txBox="1">
            <a:spLocks/>
          </p:cNvSpPr>
          <p:nvPr/>
        </p:nvSpPr>
        <p:spPr>
          <a:xfrm>
            <a:off x="5330591" y="2590157"/>
            <a:ext cx="1906997"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rPr>
              <a:t>关键词</a:t>
            </a:r>
          </a:p>
        </p:txBody>
      </p:sp>
      <p:sp>
        <p:nvSpPr>
          <p:cNvPr id="117" name="文本占位符 11">
            <a:extLst>
              <a:ext uri="{FF2B5EF4-FFF2-40B4-BE49-F238E27FC236}">
                <a16:creationId xmlns:a16="http://schemas.microsoft.com/office/drawing/2014/main" id="{F3736761-C8E0-48EE-8521-4BE1F3C85110}"/>
              </a:ext>
            </a:extLst>
          </p:cNvPr>
          <p:cNvSpPr txBox="1">
            <a:spLocks/>
          </p:cNvSpPr>
          <p:nvPr/>
        </p:nvSpPr>
        <p:spPr>
          <a:xfrm>
            <a:off x="7494095" y="2857988"/>
            <a:ext cx="1863453" cy="1656830"/>
          </a:xfrm>
          <a:prstGeom prst="rect">
            <a:avLst/>
          </a:prstGeom>
        </p:spPr>
        <p:txBody>
          <a:bodyPr lIns="0" tIns="0" rIns="0" bIns="0" anchor="t"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endPar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endParaRPr>
          </a:p>
        </p:txBody>
      </p:sp>
      <p:sp>
        <p:nvSpPr>
          <p:cNvPr id="118" name="文本占位符 6">
            <a:extLst>
              <a:ext uri="{FF2B5EF4-FFF2-40B4-BE49-F238E27FC236}">
                <a16:creationId xmlns:a16="http://schemas.microsoft.com/office/drawing/2014/main" id="{5D8D9A45-5BD7-4FF8-AAEF-A268ADF4D75A}"/>
              </a:ext>
            </a:extLst>
          </p:cNvPr>
          <p:cNvSpPr txBox="1">
            <a:spLocks/>
          </p:cNvSpPr>
          <p:nvPr/>
        </p:nvSpPr>
        <p:spPr>
          <a:xfrm>
            <a:off x="7494095" y="2210430"/>
            <a:ext cx="1906997"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rPr>
              <a:t>关键词</a:t>
            </a:r>
          </a:p>
        </p:txBody>
      </p:sp>
      <p:sp>
        <p:nvSpPr>
          <p:cNvPr id="119" name="文本占位符 11">
            <a:extLst>
              <a:ext uri="{FF2B5EF4-FFF2-40B4-BE49-F238E27FC236}">
                <a16:creationId xmlns:a16="http://schemas.microsoft.com/office/drawing/2014/main" id="{F3736761-C8E0-48EE-8521-4BE1F3C85110}"/>
              </a:ext>
            </a:extLst>
          </p:cNvPr>
          <p:cNvSpPr txBox="1">
            <a:spLocks/>
          </p:cNvSpPr>
          <p:nvPr/>
        </p:nvSpPr>
        <p:spPr>
          <a:xfrm>
            <a:off x="9600947" y="2518453"/>
            <a:ext cx="1863453" cy="1996366"/>
          </a:xfrm>
          <a:prstGeom prst="rect">
            <a:avLst/>
          </a:prstGeom>
        </p:spPr>
        <p:txBody>
          <a:bodyPr lIns="0" tIns="0" rIns="0" bIns="0" anchor="t" anchorCtr="0"/>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endParaRPr kumimoji="0" lang="en-US" altLang="zh-CN" sz="1800" b="0" i="0" u="none" strike="noStrike" kern="1200" cap="none" spc="300" normalizeH="0" baseline="0" noProof="0" dirty="0">
              <a:ln>
                <a:noFill/>
              </a:ln>
              <a:solidFill>
                <a:prstClr val="black"/>
              </a:solidFill>
              <a:effectLst/>
              <a:uLnTx/>
              <a:uFillTx/>
              <a:latin typeface="微软雅黑"/>
              <a:ea typeface="微软雅黑"/>
              <a:cs typeface="+mn-cs"/>
            </a:endParaRP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a:p>
            <a:pPr marL="0" marR="0" lvl="0" indent="0" algn="just" defTabSz="914400" rtl="0" eaLnBrk="1" fontAlgn="base" latinLnBrk="0" hangingPunct="1">
              <a:lnSpc>
                <a:spcPct val="120000"/>
              </a:lnSpc>
              <a:spcBef>
                <a:spcPts val="0"/>
              </a:spcBef>
              <a:spcAft>
                <a:spcPct val="0"/>
              </a:spcAft>
              <a:buClrTx/>
              <a:buSzTx/>
              <a:buFont typeface="Arial" panose="020B0604020202020204" pitchFamily="34" charset="0"/>
              <a:buNone/>
              <a:tabLst/>
              <a:defRPr/>
            </a:pPr>
            <a:r>
              <a:rPr kumimoji="0" lang="zh-CN" altLang="en-US" sz="1800" b="0" i="0" u="none" strike="noStrike" kern="1200" cap="none" spc="300" normalizeH="0" baseline="0" noProof="0" dirty="0">
                <a:ln>
                  <a:noFill/>
                </a:ln>
                <a:solidFill>
                  <a:prstClr val="black"/>
                </a:solidFill>
                <a:effectLst/>
                <a:uLnTx/>
                <a:uFillTx/>
                <a:latin typeface="微软雅黑"/>
                <a:ea typeface="微软雅黑"/>
                <a:cs typeface="+mn-cs"/>
              </a:rPr>
              <a:t>输入你的观点</a:t>
            </a:r>
          </a:p>
        </p:txBody>
      </p:sp>
      <p:sp>
        <p:nvSpPr>
          <p:cNvPr id="120" name="文本占位符 6">
            <a:extLst>
              <a:ext uri="{FF2B5EF4-FFF2-40B4-BE49-F238E27FC236}">
                <a16:creationId xmlns:a16="http://schemas.microsoft.com/office/drawing/2014/main" id="{5D8D9A45-5BD7-4FF8-AAEF-A268ADF4D75A}"/>
              </a:ext>
            </a:extLst>
          </p:cNvPr>
          <p:cNvSpPr txBox="1">
            <a:spLocks/>
          </p:cNvSpPr>
          <p:nvPr/>
        </p:nvSpPr>
        <p:spPr>
          <a:xfrm>
            <a:off x="9600947" y="1940344"/>
            <a:ext cx="1906997" cy="465070"/>
          </a:xfrm>
          <a:prstGeom prst="rect">
            <a:avLst/>
          </a:prstGeom>
        </p:spPr>
        <p:txBody>
          <a:bodyPr vert="horz" lIns="0" tIns="0" rIns="0" bIns="0" rtlCol="0">
            <a:normAutofit lnSpcReduction="10000"/>
          </a:bodyPr>
          <a:lstStyle>
            <a:lvl1pPr marL="228600" indent="-228600" algn="l" defTabSz="914400" rtl="0" eaLnBrk="1" latinLnBrk="0" hangingPunct="1">
              <a:lnSpc>
                <a:spcPct val="120000"/>
              </a:lnSpc>
              <a:spcBef>
                <a:spcPts val="1000"/>
              </a:spcBef>
              <a:buFont typeface="Arial" panose="020B0604020202020204" pitchFamily="34" charset="0"/>
              <a:buChar char="•"/>
              <a:defRPr sz="2800" kern="1200" spc="3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spc="3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spc="3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spc="3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ts val="1000"/>
              </a:spcBef>
              <a:spcAft>
                <a:spcPct val="0"/>
              </a:spcAft>
              <a:buClrTx/>
              <a:buSzTx/>
              <a:buFont typeface="Arial" panose="020B0604020202020204" pitchFamily="34" charset="0"/>
              <a:buNone/>
              <a:tabLst/>
              <a:defRPr/>
            </a:pPr>
            <a:r>
              <a:rPr kumimoji="0" lang="zh-CN" altLang="en-US" sz="2800" b="0" i="0" u="none" strike="noStrike" kern="1200" cap="none" spc="300" normalizeH="0" baseline="0" noProof="0" dirty="0">
                <a:ln>
                  <a:noFill/>
                </a:ln>
                <a:solidFill>
                  <a:srgbClr val="006C39"/>
                </a:solidFill>
                <a:effectLst/>
                <a:uLnTx/>
                <a:uFillTx/>
                <a:latin typeface="微软雅黑"/>
                <a:ea typeface="微软雅黑"/>
                <a:cs typeface="+mn-cs"/>
              </a:rPr>
              <a:t>关键词</a:t>
            </a:r>
          </a:p>
        </p:txBody>
      </p:sp>
    </p:spTree>
    <p:extLst>
      <p:ext uri="{BB962C8B-B14F-4D97-AF65-F5344CB8AC3E}">
        <p14:creationId xmlns:p14="http://schemas.microsoft.com/office/powerpoint/2010/main" val="2039357905"/>
      </p:ext>
    </p:extLst>
  </p:cSld>
  <p:clrMapOvr>
    <a:masterClrMapping/>
  </p:clrMapOvr>
  <p:transition spd="med">
    <p:pull/>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数据表格</a:t>
            </a:r>
          </a:p>
        </p:txBody>
      </p:sp>
      <p:graphicFrame>
        <p:nvGraphicFramePr>
          <p:cNvPr id="121" name="表格 120">
            <a:extLst>
              <a:ext uri="{FF2B5EF4-FFF2-40B4-BE49-F238E27FC236}">
                <a16:creationId xmlns:a16="http://schemas.microsoft.com/office/drawing/2014/main" id="{5937376B-7820-4618-9E90-28FAF8819F07}"/>
              </a:ext>
            </a:extLst>
          </p:cNvPr>
          <p:cNvGraphicFramePr>
            <a:graphicFrameLocks noGrp="1"/>
          </p:cNvGraphicFramePr>
          <p:nvPr/>
        </p:nvGraphicFramePr>
        <p:xfrm>
          <a:off x="1344245" y="1349014"/>
          <a:ext cx="9503510" cy="4429788"/>
        </p:xfrm>
        <a:graphic>
          <a:graphicData uri="http://schemas.openxmlformats.org/drawingml/2006/table">
            <a:tbl>
              <a:tblPr firstRow="1" bandRow="1">
                <a:tableStyleId>{5C22544A-7EE6-4342-B048-85BDC9FD1C3A}</a:tableStyleId>
              </a:tblPr>
              <a:tblGrid>
                <a:gridCol w="2071077">
                  <a:extLst>
                    <a:ext uri="{9D8B030D-6E8A-4147-A177-3AD203B41FA5}">
                      <a16:colId xmlns:a16="http://schemas.microsoft.com/office/drawing/2014/main" val="20000"/>
                    </a:ext>
                  </a:extLst>
                </a:gridCol>
                <a:gridCol w="2321169">
                  <a:extLst>
                    <a:ext uri="{9D8B030D-6E8A-4147-A177-3AD203B41FA5}">
                      <a16:colId xmlns:a16="http://schemas.microsoft.com/office/drawing/2014/main" val="20001"/>
                    </a:ext>
                  </a:extLst>
                </a:gridCol>
                <a:gridCol w="16764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06064">
                  <a:extLst>
                    <a:ext uri="{9D8B030D-6E8A-4147-A177-3AD203B41FA5}">
                      <a16:colId xmlns:a16="http://schemas.microsoft.com/office/drawing/2014/main" val="20004"/>
                    </a:ext>
                  </a:extLst>
                </a:gridCol>
              </a:tblGrid>
              <a:tr h="544548">
                <a:tc>
                  <a:txBody>
                    <a:bodyPr/>
                    <a:lstStyle/>
                    <a:p>
                      <a:pPr algn="ctr"/>
                      <a:r>
                        <a:rPr lang="zh-CN" altLang="en-US" sz="1600" spc="300" dirty="0">
                          <a:solidFill>
                            <a:schemeClr val="accent1"/>
                          </a:solidFill>
                          <a:latin typeface="+mn-ea"/>
                          <a:ea typeface="+mn-ea"/>
                        </a:rPr>
                        <a:t>学校</a:t>
                      </a:r>
                    </a:p>
                  </a:txBody>
                  <a:tcPr anchor="ctr">
                    <a:lnR w="635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zh-CN" altLang="en-US" sz="1600" spc="300" dirty="0">
                          <a:solidFill>
                            <a:schemeClr val="accent1"/>
                          </a:solidFill>
                          <a:latin typeface="+mn-ea"/>
                          <a:ea typeface="+mn-ea"/>
                        </a:rPr>
                        <a:t>性质</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zh-CN" altLang="en-US" sz="1600" spc="300" dirty="0">
                          <a:solidFill>
                            <a:schemeClr val="accent1"/>
                          </a:solidFill>
                          <a:latin typeface="+mn-ea"/>
                          <a:ea typeface="+mn-ea"/>
                        </a:rPr>
                        <a:t>教职工人数</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zh-CN" altLang="en-US" sz="1600" spc="300" dirty="0">
                          <a:solidFill>
                            <a:schemeClr val="bg1"/>
                          </a:solidFill>
                          <a:latin typeface="+mn-ea"/>
                          <a:ea typeface="+mn-ea"/>
                        </a:rPr>
                        <a:t>本科</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190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zh-CN" altLang="en-US" sz="1600" spc="300" dirty="0">
                          <a:solidFill>
                            <a:schemeClr val="accent1"/>
                          </a:solidFill>
                          <a:latin typeface="+mn-ea"/>
                          <a:ea typeface="+mn-ea"/>
                        </a:rPr>
                        <a:t>研究生</a:t>
                      </a:r>
                    </a:p>
                  </a:txBody>
                  <a:tcPr anchor="ctr">
                    <a:lnL w="6350" cap="flat" cmpd="sng" algn="ctr">
                      <a:noFill/>
                      <a:prstDash val="solid"/>
                      <a:round/>
                      <a:headEnd type="none" w="med" len="med"/>
                      <a:tailEnd type="none" w="med" len="med"/>
                    </a:lnL>
                    <a:lnT w="19050" cap="flat" cmpd="sng" algn="ctr">
                      <a:solidFill>
                        <a:schemeClr val="accent1"/>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10000"/>
                  </a:ext>
                </a:extLst>
              </a:tr>
              <a:tr h="485655">
                <a:tc>
                  <a:txBody>
                    <a:bodyPr/>
                    <a:lstStyle/>
                    <a:p>
                      <a:pPr algn="ctr"/>
                      <a:r>
                        <a:rPr lang="zh-CN" altLang="en-US" sz="1600" spc="300" dirty="0">
                          <a:solidFill>
                            <a:schemeClr val="tx1">
                              <a:lumMod val="85000"/>
                              <a:lumOff val="15000"/>
                            </a:schemeClr>
                          </a:solidFill>
                          <a:latin typeface="+mn-ea"/>
                          <a:ea typeface="+mn-ea"/>
                        </a:rPr>
                        <a:t>北京快乐学校</a:t>
                      </a:r>
                    </a:p>
                  </a:txBody>
                  <a:tcPr anchor="ctr">
                    <a:lnR w="1270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城市公办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182</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82</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9050" cap="flat" cmpd="sng" algn="ctr">
                      <a:solidFill>
                        <a:schemeClr val="accent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90</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19050" cap="flat" cmpd="sng" algn="ctr">
                      <a:solidFill>
                        <a:schemeClr val="accent1"/>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0001"/>
                  </a:ext>
                </a:extLst>
              </a:tr>
              <a:tr h="485655">
                <a:tc>
                  <a:txBody>
                    <a:bodyPr/>
                    <a:lstStyle/>
                    <a:p>
                      <a:pPr algn="ctr"/>
                      <a:r>
                        <a:rPr lang="zh-CN" altLang="en-US" sz="1600" spc="300" dirty="0">
                          <a:solidFill>
                            <a:schemeClr val="tx1">
                              <a:lumMod val="85000"/>
                              <a:lumOff val="15000"/>
                            </a:schemeClr>
                          </a:solidFill>
                          <a:latin typeface="+mn-ea"/>
                          <a:ea typeface="+mn-ea"/>
                        </a:rPr>
                        <a:t>北京幸运学校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城市民办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161</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41</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120</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0002"/>
                  </a:ext>
                </a:extLst>
              </a:tr>
              <a:tr h="485655">
                <a:tc>
                  <a:txBody>
                    <a:bodyPr/>
                    <a:lstStyle/>
                    <a:p>
                      <a:pPr algn="ctr"/>
                      <a:r>
                        <a:rPr lang="zh-CN" altLang="en-US" sz="1600" spc="300" dirty="0">
                          <a:solidFill>
                            <a:schemeClr val="tx1">
                              <a:lumMod val="85000"/>
                              <a:lumOff val="15000"/>
                            </a:schemeClr>
                          </a:solidFill>
                          <a:latin typeface="+mn-ea"/>
                          <a:ea typeface="+mn-ea"/>
                        </a:rPr>
                        <a:t>北京健康学校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郊县公办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85</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40</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20</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0003"/>
                  </a:ext>
                </a:extLst>
              </a:tr>
              <a:tr h="485655">
                <a:tc>
                  <a:txBody>
                    <a:bodyPr/>
                    <a:lstStyle/>
                    <a:p>
                      <a:pPr algn="ctr"/>
                      <a:r>
                        <a:rPr lang="zh-CN" altLang="en-US" sz="1600" spc="300" dirty="0">
                          <a:solidFill>
                            <a:schemeClr val="tx1">
                              <a:lumMod val="85000"/>
                              <a:lumOff val="15000"/>
                            </a:schemeClr>
                          </a:solidFill>
                          <a:latin typeface="+mn-ea"/>
                          <a:ea typeface="+mn-ea"/>
                        </a:rPr>
                        <a:t>北京超越学校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郊县民办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91</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42</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45</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0004"/>
                  </a:ext>
                </a:extLst>
              </a:tr>
              <a:tr h="485655">
                <a:tc>
                  <a:txBody>
                    <a:bodyPr/>
                    <a:lstStyle/>
                    <a:p>
                      <a:pPr algn="ctr"/>
                      <a:r>
                        <a:rPr lang="zh-CN" altLang="en-US" sz="1600" spc="300" dirty="0">
                          <a:solidFill>
                            <a:schemeClr val="tx1">
                              <a:lumMod val="85000"/>
                              <a:lumOff val="15000"/>
                            </a:schemeClr>
                          </a:solidFill>
                          <a:latin typeface="+mn-ea"/>
                          <a:ea typeface="+mn-ea"/>
                        </a:rPr>
                        <a:t>西安育红学校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城市公办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114</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70</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40</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980225710"/>
                  </a:ext>
                </a:extLst>
              </a:tr>
              <a:tr h="485655">
                <a:tc>
                  <a:txBody>
                    <a:bodyPr/>
                    <a:lstStyle/>
                    <a:p>
                      <a:pPr algn="ctr"/>
                      <a:r>
                        <a:rPr lang="zh-CN" altLang="en-US" sz="1600" spc="300" dirty="0">
                          <a:solidFill>
                            <a:schemeClr val="tx1">
                              <a:lumMod val="85000"/>
                              <a:lumOff val="15000"/>
                            </a:schemeClr>
                          </a:solidFill>
                          <a:latin typeface="+mn-ea"/>
                          <a:ea typeface="+mn-ea"/>
                        </a:rPr>
                        <a:t>西安育英学校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城市民办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154</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82</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61</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262862746"/>
                  </a:ext>
                </a:extLst>
              </a:tr>
              <a:tr h="485655">
                <a:tc>
                  <a:txBody>
                    <a:bodyPr/>
                    <a:lstStyle/>
                    <a:p>
                      <a:pPr algn="ctr"/>
                      <a:r>
                        <a:rPr lang="zh-CN" altLang="en-US" sz="1600" spc="300" dirty="0">
                          <a:solidFill>
                            <a:schemeClr val="tx1">
                              <a:lumMod val="85000"/>
                              <a:lumOff val="15000"/>
                            </a:schemeClr>
                          </a:solidFill>
                          <a:latin typeface="+mn-ea"/>
                          <a:ea typeface="+mn-ea"/>
                        </a:rPr>
                        <a:t>西安爱知学校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郊县公办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141</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60</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21</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noFill/>
                  </a:tcPr>
                </a:tc>
                <a:extLst>
                  <a:ext uri="{0D108BD9-81ED-4DB2-BD59-A6C34878D82A}">
                    <a16:rowId xmlns:a16="http://schemas.microsoft.com/office/drawing/2014/main" val="1401487712"/>
                  </a:ext>
                </a:extLst>
              </a:tr>
              <a:tr h="485655">
                <a:tc>
                  <a:txBody>
                    <a:bodyPr/>
                    <a:lstStyle/>
                    <a:p>
                      <a:pPr algn="ctr"/>
                      <a:r>
                        <a:rPr lang="zh-CN" altLang="en-US" sz="1600" spc="300" dirty="0">
                          <a:solidFill>
                            <a:schemeClr val="tx1">
                              <a:lumMod val="85000"/>
                              <a:lumOff val="15000"/>
                            </a:schemeClr>
                          </a:solidFill>
                          <a:latin typeface="+mn-ea"/>
                          <a:ea typeface="+mn-ea"/>
                        </a:rPr>
                        <a:t>西安自强学校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zh-CN" altLang="en-US" sz="1600" spc="300" dirty="0">
                          <a:solidFill>
                            <a:schemeClr val="tx1">
                              <a:lumMod val="85000"/>
                              <a:lumOff val="15000"/>
                            </a:schemeClr>
                          </a:solidFill>
                          <a:latin typeface="+mn-ea"/>
                          <a:ea typeface="+mn-ea"/>
                        </a:rPr>
                        <a:t>郊县民办</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en-US" altLang="zh-CN" sz="1600" spc="300" dirty="0">
                          <a:solidFill>
                            <a:schemeClr val="tx1">
                              <a:lumMod val="85000"/>
                              <a:lumOff val="15000"/>
                            </a:schemeClr>
                          </a:solidFill>
                          <a:latin typeface="+mn-ea"/>
                          <a:ea typeface="+mn-ea"/>
                        </a:rPr>
                        <a:t>120</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tc>
                  <a:txBody>
                    <a:bodyPr/>
                    <a:lstStyle/>
                    <a:p>
                      <a:pPr algn="ctr"/>
                      <a:r>
                        <a:rPr lang="en-US" altLang="zh-CN" sz="1600" b="1" spc="300" dirty="0">
                          <a:solidFill>
                            <a:schemeClr val="bg1"/>
                          </a:solidFill>
                          <a:latin typeface="+mn-ea"/>
                          <a:ea typeface="+mn-ea"/>
                        </a:rPr>
                        <a:t>51</a:t>
                      </a:r>
                      <a:endParaRPr lang="zh-CN" altLang="en-US" sz="1600" b="1" spc="300" dirty="0">
                        <a:solidFill>
                          <a:schemeClr val="bg1"/>
                        </a:solidFill>
                        <a:latin typeface="+mn-ea"/>
                        <a:ea typeface="+mn-ea"/>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en-US" altLang="zh-CN" sz="1600" spc="300" dirty="0">
                          <a:solidFill>
                            <a:schemeClr val="tx1">
                              <a:lumMod val="85000"/>
                              <a:lumOff val="15000"/>
                            </a:schemeClr>
                          </a:solidFill>
                          <a:latin typeface="+mn-ea"/>
                          <a:ea typeface="+mn-ea"/>
                        </a:rPr>
                        <a:t>15</a:t>
                      </a:r>
                      <a:endParaRPr lang="zh-CN" altLang="en-US" sz="1600" spc="300" dirty="0">
                        <a:solidFill>
                          <a:schemeClr val="tx1">
                            <a:lumMod val="85000"/>
                            <a:lumOff val="15000"/>
                          </a:schemeClr>
                        </a:solidFill>
                        <a:latin typeface="+mn-ea"/>
                        <a:ea typeface="+mn-ea"/>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1905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59224884"/>
                  </a:ext>
                </a:extLst>
              </a:tr>
            </a:tbl>
          </a:graphicData>
        </a:graphic>
      </p:graphicFrame>
    </p:spTree>
    <p:extLst>
      <p:ext uri="{BB962C8B-B14F-4D97-AF65-F5344CB8AC3E}">
        <p14:creationId xmlns:p14="http://schemas.microsoft.com/office/powerpoint/2010/main" val="405017513"/>
      </p:ext>
    </p:extLst>
  </p:cSld>
  <p:clrMapOvr>
    <a:masterClrMapping/>
  </p:clrMapOvr>
  <p:transition spd="med">
    <p:pull/>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数据表格</a:t>
            </a:r>
          </a:p>
        </p:txBody>
      </p:sp>
      <p:sp>
        <p:nvSpPr>
          <p:cNvPr id="4" name="椭圆 3"/>
          <p:cNvSpPr/>
          <p:nvPr/>
        </p:nvSpPr>
        <p:spPr>
          <a:xfrm>
            <a:off x="2292096" y="1193275"/>
            <a:ext cx="2023872" cy="2023872"/>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graphicFrame>
        <p:nvGraphicFramePr>
          <p:cNvPr id="5" name="表格 4"/>
          <p:cNvGraphicFramePr>
            <a:graphicFrameLocks noGrp="1"/>
          </p:cNvGraphicFramePr>
          <p:nvPr/>
        </p:nvGraphicFramePr>
        <p:xfrm>
          <a:off x="660400" y="3438381"/>
          <a:ext cx="10858500" cy="2487168"/>
        </p:xfrm>
        <a:graphic>
          <a:graphicData uri="http://schemas.openxmlformats.org/drawingml/2006/table">
            <a:tbl>
              <a:tblPr firstRow="1" bandRow="1">
                <a:tableStyleId>{5C22544A-7EE6-4342-B048-85BDC9FD1C3A}</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gridCol w="2171700">
                  <a:extLst>
                    <a:ext uri="{9D8B030D-6E8A-4147-A177-3AD203B41FA5}">
                      <a16:colId xmlns:a16="http://schemas.microsoft.com/office/drawing/2014/main" val="20004"/>
                    </a:ext>
                  </a:extLst>
                </a:gridCol>
              </a:tblGrid>
              <a:tr h="544548">
                <a:tc>
                  <a:txBody>
                    <a:bodyPr/>
                    <a:lstStyle/>
                    <a:p>
                      <a:pPr algn="ctr"/>
                      <a:r>
                        <a:rPr lang="zh-CN" altLang="en-US" sz="1600" spc="300" dirty="0">
                          <a:solidFill>
                            <a:schemeClr val="bg1"/>
                          </a:solidFill>
                        </a:rPr>
                        <a:t>学校</a:t>
                      </a:r>
                    </a:p>
                  </a:txBody>
                  <a:tcPr anchor="ctr">
                    <a:lnR w="6350" cap="flat" cmpd="sng" algn="ctr">
                      <a:noFill/>
                      <a:prstDash val="solid"/>
                      <a:round/>
                      <a:headEnd type="none" w="med" len="med"/>
                      <a:tailEnd type="none" w="med" len="med"/>
                    </a:lnR>
                    <a:lnB w="6350" cap="flat" cmpd="sng" algn="ctr">
                      <a:solidFill>
                        <a:schemeClr val="bg2">
                          <a:lumMod val="90000"/>
                        </a:schemeClr>
                      </a:solidFill>
                      <a:prstDash val="solid"/>
                      <a:round/>
                      <a:headEnd type="none" w="med" len="med"/>
                      <a:tailEnd type="none" w="med" len="med"/>
                    </a:lnB>
                  </a:tcPr>
                </a:tc>
                <a:tc>
                  <a:txBody>
                    <a:bodyPr/>
                    <a:lstStyle/>
                    <a:p>
                      <a:pPr algn="ctr"/>
                      <a:r>
                        <a:rPr lang="zh-CN" altLang="en-US" sz="1600" spc="300" dirty="0">
                          <a:solidFill>
                            <a:schemeClr val="bg1"/>
                          </a:solidFill>
                        </a:rPr>
                        <a:t>班级</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B w="6350" cap="flat" cmpd="sng" algn="ctr">
                      <a:solidFill>
                        <a:schemeClr val="bg2">
                          <a:lumMod val="90000"/>
                        </a:schemeClr>
                      </a:solidFill>
                      <a:prstDash val="solid"/>
                      <a:round/>
                      <a:headEnd type="none" w="med" len="med"/>
                      <a:tailEnd type="none" w="med" len="med"/>
                    </a:lnB>
                  </a:tcPr>
                </a:tc>
                <a:tc>
                  <a:txBody>
                    <a:bodyPr/>
                    <a:lstStyle/>
                    <a:p>
                      <a:pPr algn="ctr"/>
                      <a:r>
                        <a:rPr lang="zh-CN" altLang="en-US" sz="1600" spc="300" dirty="0">
                          <a:solidFill>
                            <a:schemeClr val="bg1"/>
                          </a:solidFill>
                        </a:rPr>
                        <a:t>人数</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B w="6350" cap="flat" cmpd="sng" algn="ctr">
                      <a:solidFill>
                        <a:schemeClr val="bg2">
                          <a:lumMod val="90000"/>
                        </a:schemeClr>
                      </a:solidFill>
                      <a:prstDash val="solid"/>
                      <a:round/>
                      <a:headEnd type="none" w="med" len="med"/>
                      <a:tailEnd type="none" w="med" len="med"/>
                    </a:lnB>
                  </a:tcPr>
                </a:tc>
                <a:tc>
                  <a:txBody>
                    <a:bodyPr/>
                    <a:lstStyle/>
                    <a:p>
                      <a:pPr algn="ctr"/>
                      <a:r>
                        <a:rPr lang="zh-CN" altLang="en-US" sz="1600" spc="300" dirty="0">
                          <a:solidFill>
                            <a:schemeClr val="bg1"/>
                          </a:solidFill>
                        </a:rPr>
                        <a:t>类别</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B w="6350" cap="flat" cmpd="sng" algn="ctr">
                      <a:solidFill>
                        <a:schemeClr val="bg2">
                          <a:lumMod val="90000"/>
                        </a:schemeClr>
                      </a:solidFill>
                      <a:prstDash val="solid"/>
                      <a:round/>
                      <a:headEnd type="none" w="med" len="med"/>
                      <a:tailEnd type="none" w="med" len="med"/>
                    </a:lnB>
                  </a:tcPr>
                </a:tc>
                <a:tc>
                  <a:txBody>
                    <a:bodyPr/>
                    <a:lstStyle/>
                    <a:p>
                      <a:pPr algn="ctr"/>
                      <a:r>
                        <a:rPr lang="zh-CN" altLang="en-US" sz="1600" spc="300" dirty="0">
                          <a:solidFill>
                            <a:schemeClr val="bg1"/>
                          </a:solidFill>
                        </a:rPr>
                        <a:t>组别</a:t>
                      </a:r>
                    </a:p>
                  </a:txBody>
                  <a:tcPr anchor="ctr">
                    <a:lnL w="6350" cap="flat" cmpd="sng" algn="ctr">
                      <a:noFill/>
                      <a:prstDash val="solid"/>
                      <a:round/>
                      <a:headEnd type="none" w="med" len="med"/>
                      <a:tailEnd type="none" w="med" len="med"/>
                    </a:lnL>
                    <a:lnB w="6350" cap="flat" cmpd="sng" algn="ctr">
                      <a:solidFill>
                        <a:schemeClr val="bg2">
                          <a:lumMod val="90000"/>
                        </a:schemeClr>
                      </a:solidFill>
                      <a:prstDash val="solid"/>
                      <a:round/>
                      <a:headEnd type="none" w="med" len="med"/>
                      <a:tailEnd type="none" w="med" len="med"/>
                    </a:lnB>
                  </a:tcPr>
                </a:tc>
                <a:extLst>
                  <a:ext uri="{0D108BD9-81ED-4DB2-BD59-A6C34878D82A}">
                    <a16:rowId xmlns:a16="http://schemas.microsoft.com/office/drawing/2014/main" val="10000"/>
                  </a:ext>
                </a:extLst>
              </a:tr>
              <a:tr h="485655">
                <a:tc>
                  <a:txBody>
                    <a:bodyPr/>
                    <a:lstStyle/>
                    <a:p>
                      <a:pPr algn="ctr"/>
                      <a:r>
                        <a:rPr lang="zh-CN" altLang="en-US" sz="1600" spc="300" dirty="0">
                          <a:solidFill>
                            <a:schemeClr val="tx1">
                              <a:lumMod val="85000"/>
                              <a:lumOff val="15000"/>
                            </a:schemeClr>
                          </a:solidFill>
                        </a:rPr>
                        <a:t>北京快乐学校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七年级</a:t>
                      </a:r>
                      <a:r>
                        <a:rPr lang="en-US" altLang="zh-CN" sz="1600" spc="300" dirty="0">
                          <a:solidFill>
                            <a:schemeClr val="tx1">
                              <a:lumMod val="85000"/>
                              <a:lumOff val="15000"/>
                            </a:schemeClr>
                          </a:solidFill>
                        </a:rPr>
                        <a:t>3</a:t>
                      </a:r>
                      <a:r>
                        <a:rPr lang="zh-CN" altLang="en-US" sz="1600" spc="300" dirty="0">
                          <a:solidFill>
                            <a:schemeClr val="tx1">
                              <a:lumMod val="85000"/>
                              <a:lumOff val="15000"/>
                            </a:schemeClr>
                          </a:solidFill>
                        </a:rPr>
                        <a:t>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45</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实验班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9</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extLst>
                  <a:ext uri="{0D108BD9-81ED-4DB2-BD59-A6C34878D82A}">
                    <a16:rowId xmlns:a16="http://schemas.microsoft.com/office/drawing/2014/main" val="10001"/>
                  </a:ext>
                </a:extLst>
              </a:tr>
              <a:tr h="485655">
                <a:tc>
                  <a:txBody>
                    <a:bodyPr/>
                    <a:lstStyle/>
                    <a:p>
                      <a:pPr algn="ctr"/>
                      <a:r>
                        <a:rPr lang="zh-CN" altLang="en-US" sz="1600" spc="300" dirty="0">
                          <a:solidFill>
                            <a:schemeClr val="tx1">
                              <a:lumMod val="85000"/>
                              <a:lumOff val="15000"/>
                            </a:schemeClr>
                          </a:solidFill>
                        </a:rPr>
                        <a:t>北京幸运学校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七年级</a:t>
                      </a:r>
                      <a:r>
                        <a:rPr lang="en-US" altLang="zh-CN" sz="1600" spc="300" dirty="0">
                          <a:solidFill>
                            <a:schemeClr val="tx1">
                              <a:lumMod val="85000"/>
                              <a:lumOff val="15000"/>
                            </a:schemeClr>
                          </a:solidFill>
                        </a:rPr>
                        <a:t>2</a:t>
                      </a:r>
                      <a:r>
                        <a:rPr lang="zh-CN" altLang="en-US" sz="1600" spc="300" dirty="0">
                          <a:solidFill>
                            <a:schemeClr val="tx1">
                              <a:lumMod val="85000"/>
                              <a:lumOff val="15000"/>
                            </a:schemeClr>
                          </a:solidFill>
                        </a:rPr>
                        <a:t>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47</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对照班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10</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extLst>
                  <a:ext uri="{0D108BD9-81ED-4DB2-BD59-A6C34878D82A}">
                    <a16:rowId xmlns:a16="http://schemas.microsoft.com/office/drawing/2014/main" val="10002"/>
                  </a:ext>
                </a:extLst>
              </a:tr>
              <a:tr h="485655">
                <a:tc>
                  <a:txBody>
                    <a:bodyPr/>
                    <a:lstStyle/>
                    <a:p>
                      <a:pPr algn="ctr"/>
                      <a:r>
                        <a:rPr lang="zh-CN" altLang="en-US" sz="1600" spc="300" dirty="0">
                          <a:solidFill>
                            <a:schemeClr val="tx1">
                              <a:lumMod val="85000"/>
                              <a:lumOff val="15000"/>
                            </a:schemeClr>
                          </a:solidFill>
                        </a:rPr>
                        <a:t>西安健康学校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七年级</a:t>
                      </a:r>
                      <a:r>
                        <a:rPr lang="en-US" altLang="zh-CN" sz="1600" spc="300" dirty="0">
                          <a:solidFill>
                            <a:schemeClr val="tx1">
                              <a:lumMod val="85000"/>
                              <a:lumOff val="15000"/>
                            </a:schemeClr>
                          </a:solidFill>
                        </a:rPr>
                        <a:t>5</a:t>
                      </a:r>
                      <a:r>
                        <a:rPr lang="zh-CN" altLang="en-US" sz="1600" spc="300" dirty="0">
                          <a:solidFill>
                            <a:schemeClr val="tx1">
                              <a:lumMod val="85000"/>
                              <a:lumOff val="15000"/>
                            </a:schemeClr>
                          </a:solidFill>
                        </a:rPr>
                        <a:t>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42</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zh-CN" altLang="en-US" sz="1600" spc="300" dirty="0">
                          <a:solidFill>
                            <a:schemeClr val="tx1">
                              <a:lumMod val="85000"/>
                              <a:lumOff val="15000"/>
                            </a:schemeClr>
                          </a:solidFill>
                        </a:rPr>
                        <a:t>实验班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tc>
                  <a:txBody>
                    <a:bodyPr/>
                    <a:lstStyle/>
                    <a:p>
                      <a:pPr algn="ctr"/>
                      <a:r>
                        <a:rPr lang="en-US" altLang="zh-CN" sz="1600" spc="300" dirty="0">
                          <a:solidFill>
                            <a:schemeClr val="tx1">
                              <a:lumMod val="85000"/>
                              <a:lumOff val="15000"/>
                            </a:schemeClr>
                          </a:solidFill>
                        </a:rPr>
                        <a:t>6</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lnB w="6350" cap="flat" cmpd="sng" algn="ctr">
                      <a:solidFill>
                        <a:schemeClr val="bg2">
                          <a:lumMod val="90000"/>
                        </a:schemeClr>
                      </a:solidFill>
                      <a:prstDash val="solid"/>
                      <a:round/>
                      <a:headEnd type="none" w="med" len="med"/>
                      <a:tailEnd type="none" w="med" len="med"/>
                    </a:lnB>
                    <a:solidFill>
                      <a:srgbClr val="F0F0F0">
                        <a:alpha val="72157"/>
                      </a:srgbClr>
                    </a:solidFill>
                  </a:tcPr>
                </a:tc>
                <a:extLst>
                  <a:ext uri="{0D108BD9-81ED-4DB2-BD59-A6C34878D82A}">
                    <a16:rowId xmlns:a16="http://schemas.microsoft.com/office/drawing/2014/main" val="10003"/>
                  </a:ext>
                </a:extLst>
              </a:tr>
              <a:tr h="485655">
                <a:tc>
                  <a:txBody>
                    <a:bodyPr/>
                    <a:lstStyle/>
                    <a:p>
                      <a:pPr algn="ctr"/>
                      <a:r>
                        <a:rPr lang="zh-CN" altLang="en-US" sz="1600" spc="300" dirty="0">
                          <a:solidFill>
                            <a:schemeClr val="tx1">
                              <a:lumMod val="85000"/>
                              <a:lumOff val="15000"/>
                            </a:schemeClr>
                          </a:solidFill>
                        </a:rPr>
                        <a:t>西安超越学校</a:t>
                      </a:r>
                    </a:p>
                  </a:txBody>
                  <a:tcPr anchor="ctr">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solidFill>
                      <a:srgbClr val="F0F0F0">
                        <a:alpha val="72157"/>
                      </a:srgbClr>
                    </a:solidFill>
                  </a:tcPr>
                </a:tc>
                <a:tc>
                  <a:txBody>
                    <a:bodyPr/>
                    <a:lstStyle/>
                    <a:p>
                      <a:pPr algn="ctr"/>
                      <a:r>
                        <a:rPr lang="zh-CN" altLang="en-US" sz="1600" spc="300" dirty="0">
                          <a:solidFill>
                            <a:schemeClr val="tx1">
                              <a:lumMod val="85000"/>
                              <a:lumOff val="15000"/>
                            </a:schemeClr>
                          </a:solidFill>
                        </a:rPr>
                        <a:t>七年级</a:t>
                      </a:r>
                      <a:r>
                        <a:rPr lang="en-US" altLang="zh-CN" sz="1600" spc="300" dirty="0">
                          <a:solidFill>
                            <a:schemeClr val="tx1">
                              <a:lumMod val="85000"/>
                              <a:lumOff val="15000"/>
                            </a:schemeClr>
                          </a:solidFill>
                        </a:rPr>
                        <a:t>6</a:t>
                      </a:r>
                      <a:r>
                        <a:rPr lang="zh-CN" altLang="en-US" sz="1600" spc="300" dirty="0">
                          <a:solidFill>
                            <a:schemeClr val="tx1">
                              <a:lumMod val="85000"/>
                              <a:lumOff val="15000"/>
                            </a:schemeClr>
                          </a:solidFill>
                        </a:rPr>
                        <a:t>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solidFill>
                      <a:srgbClr val="F0F0F0">
                        <a:alpha val="72157"/>
                      </a:srgbClr>
                    </a:solidFill>
                  </a:tcPr>
                </a:tc>
                <a:tc>
                  <a:txBody>
                    <a:bodyPr/>
                    <a:lstStyle/>
                    <a:p>
                      <a:pPr algn="ctr"/>
                      <a:r>
                        <a:rPr lang="en-US" altLang="zh-CN" sz="1600" spc="300" dirty="0">
                          <a:solidFill>
                            <a:schemeClr val="tx1">
                              <a:lumMod val="85000"/>
                              <a:lumOff val="15000"/>
                            </a:schemeClr>
                          </a:solidFill>
                        </a:rPr>
                        <a:t>40</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solidFill>
                      <a:srgbClr val="F0F0F0">
                        <a:alpha val="72157"/>
                      </a:srgbClr>
                    </a:solidFill>
                  </a:tcPr>
                </a:tc>
                <a:tc>
                  <a:txBody>
                    <a:bodyPr/>
                    <a:lstStyle/>
                    <a:p>
                      <a:pPr algn="ctr"/>
                      <a:r>
                        <a:rPr lang="zh-CN" altLang="en-US" sz="1600" spc="300" dirty="0">
                          <a:solidFill>
                            <a:schemeClr val="tx1">
                              <a:lumMod val="85000"/>
                              <a:lumOff val="15000"/>
                            </a:schemeClr>
                          </a:solidFill>
                        </a:rPr>
                        <a:t>对照班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2">
                          <a:lumMod val="90000"/>
                        </a:schemeClr>
                      </a:solidFill>
                      <a:prstDash val="solid"/>
                      <a:round/>
                      <a:headEnd type="none" w="med" len="med"/>
                      <a:tailEnd type="none" w="med" len="med"/>
                    </a:lnT>
                    <a:solidFill>
                      <a:srgbClr val="F0F0F0">
                        <a:alpha val="72157"/>
                      </a:srgbClr>
                    </a:solidFill>
                  </a:tcPr>
                </a:tc>
                <a:tc>
                  <a:txBody>
                    <a:bodyPr/>
                    <a:lstStyle/>
                    <a:p>
                      <a:pPr algn="ctr"/>
                      <a:r>
                        <a:rPr lang="en-US" altLang="zh-CN" sz="1600" spc="300" dirty="0">
                          <a:solidFill>
                            <a:schemeClr val="tx1">
                              <a:lumMod val="85000"/>
                              <a:lumOff val="15000"/>
                            </a:schemeClr>
                          </a:solidFill>
                        </a:rPr>
                        <a:t>5</a:t>
                      </a:r>
                      <a:endParaRPr lang="zh-CN" altLang="en-US" sz="1600" spc="300" dirty="0">
                        <a:solidFill>
                          <a:schemeClr val="tx1">
                            <a:lumMod val="85000"/>
                            <a:lumOff val="15000"/>
                          </a:schemeClr>
                        </a:solidFill>
                      </a:endParaRPr>
                    </a:p>
                  </a:txBody>
                  <a:tcPr anchor="ctr">
                    <a:lnL w="12700" cap="flat" cmpd="sng" algn="ctr">
                      <a:noFill/>
                      <a:prstDash val="solid"/>
                      <a:round/>
                      <a:headEnd type="none" w="med" len="med"/>
                      <a:tailEnd type="none" w="med" len="med"/>
                    </a:lnL>
                    <a:lnT w="6350" cap="flat" cmpd="sng" algn="ctr">
                      <a:solidFill>
                        <a:schemeClr val="bg2">
                          <a:lumMod val="90000"/>
                        </a:schemeClr>
                      </a:solidFill>
                      <a:prstDash val="solid"/>
                      <a:round/>
                      <a:headEnd type="none" w="med" len="med"/>
                      <a:tailEnd type="none" w="med" len="med"/>
                    </a:lnT>
                    <a:solidFill>
                      <a:srgbClr val="F0F0F0">
                        <a:alpha val="72157"/>
                      </a:srgbClr>
                    </a:solidFill>
                  </a:tcPr>
                </a:tc>
                <a:extLst>
                  <a:ext uri="{0D108BD9-81ED-4DB2-BD59-A6C34878D82A}">
                    <a16:rowId xmlns:a16="http://schemas.microsoft.com/office/drawing/2014/main" val="10004"/>
                  </a:ext>
                </a:extLst>
              </a:tr>
            </a:tbl>
          </a:graphicData>
        </a:graphic>
      </p:graphicFrame>
      <p:sp>
        <p:nvSpPr>
          <p:cNvPr id="6" name="文本框 5"/>
          <p:cNvSpPr txBox="1"/>
          <p:nvPr/>
        </p:nvSpPr>
        <p:spPr>
          <a:xfrm>
            <a:off x="2414016" y="1549039"/>
            <a:ext cx="1780032" cy="1412694"/>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研究对象共</a:t>
            </a:r>
            <a:endParaRPr kumimoji="0" lang="en-US" altLang="zh-CN" sz="1800" b="0" i="0" u="none" strike="noStrike" kern="1200" cap="none" spc="3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174</a:t>
            </a:r>
            <a:r>
              <a:rPr kumimoji="0" lang="zh-CN" altLang="en-US" sz="1800" b="0" i="0" u="none" strike="noStrike" kern="1200" cap="none" spc="300" normalizeH="0" baseline="0" noProof="0" dirty="0">
                <a:ln>
                  <a:noFill/>
                </a:ln>
                <a:solidFill>
                  <a:srgbClr val="006C39"/>
                </a:solidFill>
                <a:effectLst/>
                <a:uLnTx/>
                <a:uFillTx/>
                <a:latin typeface="Century Gothic" panose="020B0502020202020204" pitchFamily="34" charset="0"/>
                <a:ea typeface="微软雅黑" panose="020B0503020204020204" pitchFamily="34" charset="-122"/>
                <a:cs typeface="+mn-cs"/>
              </a:rPr>
              <a:t>人</a:t>
            </a:r>
          </a:p>
        </p:txBody>
      </p:sp>
      <p:sp>
        <p:nvSpPr>
          <p:cNvPr id="7" name="椭圆 6"/>
          <p:cNvSpPr/>
          <p:nvPr/>
        </p:nvSpPr>
        <p:spPr>
          <a:xfrm>
            <a:off x="5084064" y="1193275"/>
            <a:ext cx="2023872" cy="2023872"/>
          </a:xfrm>
          <a:prstGeom prst="ellipse">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A2A2A2"/>
              </a:solidFill>
              <a:effectLst/>
              <a:uLnTx/>
              <a:uFillTx/>
              <a:latin typeface="微软雅黑"/>
              <a:ea typeface="微软雅黑"/>
              <a:cs typeface="+mn-cs"/>
            </a:endParaRPr>
          </a:p>
        </p:txBody>
      </p:sp>
      <p:sp>
        <p:nvSpPr>
          <p:cNvPr id="8" name="文本框 7"/>
          <p:cNvSpPr txBox="1"/>
          <p:nvPr/>
        </p:nvSpPr>
        <p:spPr>
          <a:xfrm>
            <a:off x="5205984" y="1549039"/>
            <a:ext cx="1780032" cy="1412694"/>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srgbClr val="3F3F3F"/>
                </a:solidFill>
                <a:effectLst/>
                <a:uLnTx/>
                <a:uFillTx/>
                <a:latin typeface="Century Gothic" panose="020B0502020202020204" pitchFamily="34" charset="0"/>
                <a:ea typeface="微软雅黑" panose="020B0503020204020204" pitchFamily="34" charset="-122"/>
                <a:cs typeface="+mn-cs"/>
              </a:rPr>
              <a:t>回收问卷共</a:t>
            </a:r>
            <a:endParaRPr kumimoji="0" lang="en-US" altLang="zh-CN" sz="1800" b="0" i="0" u="none" strike="noStrike" kern="1200" cap="none" spc="300" normalizeH="0" baseline="0" noProof="0" dirty="0">
              <a:ln>
                <a:noFill/>
              </a:ln>
              <a:solidFill>
                <a:srgbClr val="3F3F3F"/>
              </a:solidFill>
              <a:effectLst/>
              <a:uLnTx/>
              <a:uFillTx/>
              <a:latin typeface="Century Gothic" panose="020B0502020202020204" pitchFamily="34" charset="0"/>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3F3F3F"/>
                </a:solidFill>
                <a:effectLst/>
                <a:uLnTx/>
                <a:uFillTx/>
                <a:latin typeface="Century Gothic" panose="020B0502020202020204" pitchFamily="34" charset="0"/>
                <a:ea typeface="微软雅黑" panose="020B0503020204020204" pitchFamily="34" charset="-122"/>
                <a:cs typeface="+mn-cs"/>
              </a:rPr>
              <a:t>903</a:t>
            </a:r>
            <a:r>
              <a:rPr kumimoji="0" lang="zh-CN" altLang="en-US" sz="1800" b="0" i="0" u="none" strike="noStrike" kern="1200" cap="none" spc="300" normalizeH="0" baseline="0" noProof="0" dirty="0">
                <a:ln>
                  <a:noFill/>
                </a:ln>
                <a:solidFill>
                  <a:srgbClr val="3F3F3F"/>
                </a:solidFill>
                <a:effectLst/>
                <a:uLnTx/>
                <a:uFillTx/>
                <a:latin typeface="Century Gothic" panose="020B0502020202020204" pitchFamily="34" charset="0"/>
                <a:ea typeface="微软雅黑" panose="020B0503020204020204" pitchFamily="34" charset="-122"/>
                <a:cs typeface="+mn-cs"/>
              </a:rPr>
              <a:t>份</a:t>
            </a:r>
          </a:p>
        </p:txBody>
      </p:sp>
      <p:sp>
        <p:nvSpPr>
          <p:cNvPr id="9" name="椭圆 8"/>
          <p:cNvSpPr/>
          <p:nvPr/>
        </p:nvSpPr>
        <p:spPr>
          <a:xfrm>
            <a:off x="7876032" y="1193275"/>
            <a:ext cx="2023872" cy="2023872"/>
          </a:xfrm>
          <a:prstGeom prst="ellipse">
            <a:avLst/>
          </a:pr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0" name="文本框 9"/>
          <p:cNvSpPr txBox="1"/>
          <p:nvPr/>
        </p:nvSpPr>
        <p:spPr>
          <a:xfrm>
            <a:off x="7997952" y="1549039"/>
            <a:ext cx="1780032" cy="1412694"/>
          </a:xfrm>
          <a:prstGeom prst="rect">
            <a:avLst/>
          </a:prstGeom>
          <a:noFill/>
        </p:spPr>
        <p:txBody>
          <a:bodyPr wrap="square"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实践教学共</a:t>
            </a:r>
            <a:endParaRPr kumimoji="0" lang="en-US" altLang="zh-CN" sz="1800" b="0"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endParaRPr>
          </a:p>
          <a:p>
            <a:pPr marL="0" marR="0" lvl="0" indent="0" algn="ctr" defTabSz="914400" rtl="0" eaLnBrk="0" fontAlgn="base" latinLnBrk="0" hangingPunct="0">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96</a:t>
            </a:r>
            <a:r>
              <a:rPr kumimoji="0" lang="zh-CN" altLang="en-US" sz="1800" b="0" i="0" u="none" strike="noStrike" kern="1200" cap="none" spc="300" normalizeH="0" baseline="0" noProof="0" dirty="0">
                <a:ln>
                  <a:noFill/>
                </a:ln>
                <a:solidFill>
                  <a:srgbClr val="A13F0B"/>
                </a:solidFill>
                <a:effectLst/>
                <a:uLnTx/>
                <a:uFillTx/>
                <a:latin typeface="Century Gothic" panose="020B0502020202020204" pitchFamily="34" charset="0"/>
                <a:ea typeface="微软雅黑" panose="020B0503020204020204" pitchFamily="34" charset="-122"/>
                <a:cs typeface="+mn-cs"/>
              </a:rPr>
              <a:t>节</a:t>
            </a:r>
          </a:p>
        </p:txBody>
      </p:sp>
      <p:sp>
        <p:nvSpPr>
          <p:cNvPr id="11" name="任意多边形: 形状 13">
            <a:extLst>
              <a:ext uri="{FF2B5EF4-FFF2-40B4-BE49-F238E27FC236}">
                <a16:creationId xmlns:a16="http://schemas.microsoft.com/office/drawing/2014/main" id="{6EA626A2-E706-4B04-9968-53E3DE5374B9}"/>
              </a:ext>
            </a:extLst>
          </p:cNvPr>
          <p:cNvSpPr/>
          <p:nvPr/>
        </p:nvSpPr>
        <p:spPr>
          <a:xfrm>
            <a:off x="2743916" y="3047767"/>
            <a:ext cx="1120232" cy="169380"/>
          </a:xfrm>
          <a:custGeom>
            <a:avLst/>
            <a:gdLst>
              <a:gd name="connsiteX0" fmla="*/ 0 w 1120232"/>
              <a:gd name="connsiteY0" fmla="*/ 0 h 169380"/>
              <a:gd name="connsiteX1" fmla="*/ 1120232 w 1120232"/>
              <a:gd name="connsiteY1" fmla="*/ 0 h 169380"/>
              <a:gd name="connsiteX2" fmla="*/ 1042465 w 1120232"/>
              <a:gd name="connsiteY2" fmla="*/ 47245 h 169380"/>
              <a:gd name="connsiteX3" fmla="*/ 560116 w 1120232"/>
              <a:gd name="connsiteY3" fmla="*/ 169380 h 169380"/>
              <a:gd name="connsiteX4" fmla="*/ 77767 w 1120232"/>
              <a:gd name="connsiteY4" fmla="*/ 47245 h 169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232" h="169380">
                <a:moveTo>
                  <a:pt x="0" y="0"/>
                </a:moveTo>
                <a:lnTo>
                  <a:pt x="1120232" y="0"/>
                </a:lnTo>
                <a:lnTo>
                  <a:pt x="1042465" y="47245"/>
                </a:lnTo>
                <a:cubicBezTo>
                  <a:pt x="899080" y="125136"/>
                  <a:pt x="734765" y="169380"/>
                  <a:pt x="560116" y="169380"/>
                </a:cubicBezTo>
                <a:cubicBezTo>
                  <a:pt x="385467" y="169380"/>
                  <a:pt x="221152" y="125136"/>
                  <a:pt x="77767" y="47245"/>
                </a:cubicBezTo>
                <a:close/>
              </a:path>
            </a:pathLst>
          </a:custGeom>
          <a:solidFill>
            <a:srgbClr val="01518A"/>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2" name="任意多边形: 形状 14">
            <a:extLst>
              <a:ext uri="{FF2B5EF4-FFF2-40B4-BE49-F238E27FC236}">
                <a16:creationId xmlns:a16="http://schemas.microsoft.com/office/drawing/2014/main" id="{61FF165C-F6C4-42F7-AB2F-0AE7FA5B6D08}"/>
              </a:ext>
            </a:extLst>
          </p:cNvPr>
          <p:cNvSpPr/>
          <p:nvPr/>
        </p:nvSpPr>
        <p:spPr>
          <a:xfrm>
            <a:off x="5535884" y="3047767"/>
            <a:ext cx="1120232" cy="169380"/>
          </a:xfrm>
          <a:custGeom>
            <a:avLst/>
            <a:gdLst>
              <a:gd name="connsiteX0" fmla="*/ 0 w 1120232"/>
              <a:gd name="connsiteY0" fmla="*/ 0 h 169380"/>
              <a:gd name="connsiteX1" fmla="*/ 1120232 w 1120232"/>
              <a:gd name="connsiteY1" fmla="*/ 0 h 169380"/>
              <a:gd name="connsiteX2" fmla="*/ 1042465 w 1120232"/>
              <a:gd name="connsiteY2" fmla="*/ 47245 h 169380"/>
              <a:gd name="connsiteX3" fmla="*/ 560116 w 1120232"/>
              <a:gd name="connsiteY3" fmla="*/ 169380 h 169380"/>
              <a:gd name="connsiteX4" fmla="*/ 77767 w 1120232"/>
              <a:gd name="connsiteY4" fmla="*/ 47245 h 169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232" h="169380">
                <a:moveTo>
                  <a:pt x="0" y="0"/>
                </a:moveTo>
                <a:lnTo>
                  <a:pt x="1120232" y="0"/>
                </a:lnTo>
                <a:lnTo>
                  <a:pt x="1042465" y="47245"/>
                </a:lnTo>
                <a:cubicBezTo>
                  <a:pt x="899081" y="125136"/>
                  <a:pt x="734765" y="169380"/>
                  <a:pt x="560116" y="169380"/>
                </a:cubicBezTo>
                <a:cubicBezTo>
                  <a:pt x="385467" y="169380"/>
                  <a:pt x="221152" y="125136"/>
                  <a:pt x="77767" y="47245"/>
                </a:cubicBezTo>
                <a:close/>
              </a:path>
            </a:pathLst>
          </a:cu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srgbClr val="A2A2A2"/>
              </a:solidFill>
              <a:effectLst/>
              <a:uLnTx/>
              <a:uFillTx/>
              <a:latin typeface="微软雅黑"/>
              <a:ea typeface="微软雅黑"/>
              <a:cs typeface="+mn-cs"/>
            </a:endParaRPr>
          </a:p>
        </p:txBody>
      </p:sp>
      <p:sp>
        <p:nvSpPr>
          <p:cNvPr id="13" name="任意多边形: 形状 15">
            <a:extLst>
              <a:ext uri="{FF2B5EF4-FFF2-40B4-BE49-F238E27FC236}">
                <a16:creationId xmlns:a16="http://schemas.microsoft.com/office/drawing/2014/main" id="{59666331-0AB7-4DFD-BA0C-7F2EF9D4F529}"/>
              </a:ext>
            </a:extLst>
          </p:cNvPr>
          <p:cNvSpPr/>
          <p:nvPr/>
        </p:nvSpPr>
        <p:spPr>
          <a:xfrm>
            <a:off x="8327852" y="3047767"/>
            <a:ext cx="1120232" cy="169380"/>
          </a:xfrm>
          <a:custGeom>
            <a:avLst/>
            <a:gdLst>
              <a:gd name="connsiteX0" fmla="*/ 0 w 1120232"/>
              <a:gd name="connsiteY0" fmla="*/ 0 h 169380"/>
              <a:gd name="connsiteX1" fmla="*/ 1120232 w 1120232"/>
              <a:gd name="connsiteY1" fmla="*/ 0 h 169380"/>
              <a:gd name="connsiteX2" fmla="*/ 1042465 w 1120232"/>
              <a:gd name="connsiteY2" fmla="*/ 47245 h 169380"/>
              <a:gd name="connsiteX3" fmla="*/ 560116 w 1120232"/>
              <a:gd name="connsiteY3" fmla="*/ 169380 h 169380"/>
              <a:gd name="connsiteX4" fmla="*/ 77767 w 1120232"/>
              <a:gd name="connsiteY4" fmla="*/ 47245 h 169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232" h="169380">
                <a:moveTo>
                  <a:pt x="0" y="0"/>
                </a:moveTo>
                <a:lnTo>
                  <a:pt x="1120232" y="0"/>
                </a:lnTo>
                <a:lnTo>
                  <a:pt x="1042465" y="47245"/>
                </a:lnTo>
                <a:cubicBezTo>
                  <a:pt x="899080" y="125136"/>
                  <a:pt x="734765" y="169380"/>
                  <a:pt x="560116" y="169380"/>
                </a:cubicBezTo>
                <a:cubicBezTo>
                  <a:pt x="385467" y="169380"/>
                  <a:pt x="221152" y="125136"/>
                  <a:pt x="77767" y="47245"/>
                </a:cubicBezTo>
                <a:close/>
              </a:path>
            </a:pathLst>
          </a:custGeom>
          <a:solidFill>
            <a:schemeClr val="accent4"/>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14" name="任意多边形: 形状 16">
            <a:extLst>
              <a:ext uri="{FF2B5EF4-FFF2-40B4-BE49-F238E27FC236}">
                <a16:creationId xmlns:a16="http://schemas.microsoft.com/office/drawing/2014/main" id="{B8D882F1-BF75-41D8-8B85-FAF1370CB800}"/>
              </a:ext>
            </a:extLst>
          </p:cNvPr>
          <p:cNvSpPr/>
          <p:nvPr/>
        </p:nvSpPr>
        <p:spPr>
          <a:xfrm>
            <a:off x="2489992" y="2686888"/>
            <a:ext cx="1697748" cy="530259"/>
          </a:xfrm>
          <a:custGeom>
            <a:avLst/>
            <a:gdLst>
              <a:gd name="connsiteX0" fmla="*/ 1682833 w 1697748"/>
              <a:gd name="connsiteY0" fmla="*/ 0 h 530259"/>
              <a:gd name="connsiteX1" fmla="*/ 1697748 w 1697748"/>
              <a:gd name="connsiteY1" fmla="*/ 1947 h 530259"/>
              <a:gd name="connsiteX2" fmla="*/ 1653154 w 1697748"/>
              <a:gd name="connsiteY2" fmla="*/ 84106 h 530259"/>
              <a:gd name="connsiteX3" fmla="*/ 814040 w 1697748"/>
              <a:gd name="connsiteY3" fmla="*/ 530259 h 530259"/>
              <a:gd name="connsiteX4" fmla="*/ 98493 w 1697748"/>
              <a:gd name="connsiteY4" fmla="*/ 233870 h 530259"/>
              <a:gd name="connsiteX5" fmla="*/ 0 w 1697748"/>
              <a:gd name="connsiteY5" fmla="*/ 114495 h 530259"/>
              <a:gd name="connsiteX6" fmla="*/ 83265 w 1697748"/>
              <a:gd name="connsiteY6" fmla="*/ 141409 h 530259"/>
              <a:gd name="connsiteX7" fmla="*/ 332273 w 1697748"/>
              <a:gd name="connsiteY7" fmla="*/ 199292 h 530259"/>
              <a:gd name="connsiteX8" fmla="*/ 782461 w 1697748"/>
              <a:gd name="connsiteY8" fmla="*/ 70338 h 530259"/>
              <a:gd name="connsiteX9" fmla="*/ 1232646 w 1697748"/>
              <a:gd name="connsiteY9" fmla="*/ 187569 h 530259"/>
              <a:gd name="connsiteX10" fmla="*/ 1682833 w 1697748"/>
              <a:gd name="connsiteY10" fmla="*/ 0 h 530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97748" h="530259">
                <a:moveTo>
                  <a:pt x="1682833" y="0"/>
                </a:moveTo>
                <a:lnTo>
                  <a:pt x="1697748" y="1947"/>
                </a:lnTo>
                <a:lnTo>
                  <a:pt x="1653154" y="84106"/>
                </a:lnTo>
                <a:cubicBezTo>
                  <a:pt x="1471301" y="353283"/>
                  <a:pt x="1163338" y="530259"/>
                  <a:pt x="814040" y="530259"/>
                </a:cubicBezTo>
                <a:cubicBezTo>
                  <a:pt x="534602" y="530259"/>
                  <a:pt x="281618" y="416994"/>
                  <a:pt x="98493" y="233870"/>
                </a:cubicBezTo>
                <a:lnTo>
                  <a:pt x="0" y="114495"/>
                </a:lnTo>
                <a:lnTo>
                  <a:pt x="83265" y="141409"/>
                </a:lnTo>
                <a:cubicBezTo>
                  <a:pt x="168144" y="170961"/>
                  <a:pt x="253491" y="200269"/>
                  <a:pt x="332273" y="199292"/>
                </a:cubicBezTo>
                <a:cubicBezTo>
                  <a:pt x="489838" y="197338"/>
                  <a:pt x="632398" y="72292"/>
                  <a:pt x="782461" y="70338"/>
                </a:cubicBezTo>
                <a:cubicBezTo>
                  <a:pt x="932523" y="68384"/>
                  <a:pt x="1082583" y="199292"/>
                  <a:pt x="1232646" y="187569"/>
                </a:cubicBezTo>
                <a:cubicBezTo>
                  <a:pt x="1382708" y="175846"/>
                  <a:pt x="1525267" y="0"/>
                  <a:pt x="168283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5" name="任意多边形: 形状 17">
            <a:extLst>
              <a:ext uri="{FF2B5EF4-FFF2-40B4-BE49-F238E27FC236}">
                <a16:creationId xmlns:a16="http://schemas.microsoft.com/office/drawing/2014/main" id="{63123011-276B-415B-A8C2-3B56794EDE33}"/>
              </a:ext>
            </a:extLst>
          </p:cNvPr>
          <p:cNvSpPr/>
          <p:nvPr/>
        </p:nvSpPr>
        <p:spPr>
          <a:xfrm>
            <a:off x="5402226" y="2832404"/>
            <a:ext cx="1405042" cy="384743"/>
          </a:xfrm>
          <a:custGeom>
            <a:avLst/>
            <a:gdLst>
              <a:gd name="connsiteX0" fmla="*/ 249900 w 1405042"/>
              <a:gd name="connsiteY0" fmla="*/ 0 h 384743"/>
              <a:gd name="connsiteX1" fmla="*/ 725124 w 1405042"/>
              <a:gd name="connsiteY1" fmla="*/ 187569 h 384743"/>
              <a:gd name="connsiteX2" fmla="*/ 1178746 w 1405042"/>
              <a:gd name="connsiteY2" fmla="*/ 35169 h 384743"/>
              <a:gd name="connsiteX3" fmla="*/ 1315946 w 1405042"/>
              <a:gd name="connsiteY3" fmla="*/ 59806 h 384743"/>
              <a:gd name="connsiteX4" fmla="*/ 1405042 w 1405042"/>
              <a:gd name="connsiteY4" fmla="*/ 92244 h 384743"/>
              <a:gd name="connsiteX5" fmla="*/ 1337460 w 1405042"/>
              <a:gd name="connsiteY5" fmla="*/ 153666 h 384743"/>
              <a:gd name="connsiteX6" fmla="*/ 693774 w 1405042"/>
              <a:gd name="connsiteY6" fmla="*/ 384743 h 384743"/>
              <a:gd name="connsiteX7" fmla="*/ 50089 w 1405042"/>
              <a:gd name="connsiteY7" fmla="*/ 153666 h 384743"/>
              <a:gd name="connsiteX8" fmla="*/ 0 w 1405042"/>
              <a:gd name="connsiteY8" fmla="*/ 108142 h 384743"/>
              <a:gd name="connsiteX9" fmla="*/ 31189 w 1405042"/>
              <a:gd name="connsiteY9" fmla="*/ 89388 h 384743"/>
              <a:gd name="connsiteX10" fmla="*/ 249900 w 1405042"/>
              <a:gd name="connsiteY10" fmla="*/ 0 h 384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05042" h="384743">
                <a:moveTo>
                  <a:pt x="249900" y="0"/>
                </a:moveTo>
                <a:cubicBezTo>
                  <a:pt x="401109" y="0"/>
                  <a:pt x="570317" y="181707"/>
                  <a:pt x="725124" y="187569"/>
                </a:cubicBezTo>
                <a:cubicBezTo>
                  <a:pt x="879932" y="193431"/>
                  <a:pt x="1005939" y="35169"/>
                  <a:pt x="1178746" y="35169"/>
                </a:cubicBezTo>
                <a:cubicBezTo>
                  <a:pt x="1221948" y="35169"/>
                  <a:pt x="1268075" y="45060"/>
                  <a:pt x="1315946" y="59806"/>
                </a:cubicBezTo>
                <a:lnTo>
                  <a:pt x="1405042" y="92244"/>
                </a:lnTo>
                <a:lnTo>
                  <a:pt x="1337460" y="153666"/>
                </a:lnTo>
                <a:cubicBezTo>
                  <a:pt x="1162538" y="298025"/>
                  <a:pt x="938283" y="384743"/>
                  <a:pt x="693774" y="384743"/>
                </a:cubicBezTo>
                <a:cubicBezTo>
                  <a:pt x="449266" y="384743"/>
                  <a:pt x="225011" y="298025"/>
                  <a:pt x="50089" y="153666"/>
                </a:cubicBezTo>
                <a:lnTo>
                  <a:pt x="0" y="108142"/>
                </a:lnTo>
                <a:lnTo>
                  <a:pt x="31189" y="89388"/>
                </a:lnTo>
                <a:cubicBezTo>
                  <a:pt x="102292" y="43962"/>
                  <a:pt x="174296" y="0"/>
                  <a:pt x="24990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6" name="任意多边形: 形状 18">
            <a:extLst>
              <a:ext uri="{FF2B5EF4-FFF2-40B4-BE49-F238E27FC236}">
                <a16:creationId xmlns:a16="http://schemas.microsoft.com/office/drawing/2014/main" id="{490F0F00-7747-49B4-A50F-7ACCB7B46178}"/>
              </a:ext>
            </a:extLst>
          </p:cNvPr>
          <p:cNvSpPr/>
          <p:nvPr/>
        </p:nvSpPr>
        <p:spPr>
          <a:xfrm>
            <a:off x="8242353" y="2831050"/>
            <a:ext cx="1310217" cy="386097"/>
          </a:xfrm>
          <a:custGeom>
            <a:avLst/>
            <a:gdLst>
              <a:gd name="connsiteX0" fmla="*/ 266352 w 1310217"/>
              <a:gd name="connsiteY0" fmla="*/ 0 h 386097"/>
              <a:gd name="connsiteX1" fmla="*/ 655886 w 1310217"/>
              <a:gd name="connsiteY1" fmla="*/ 187569 h 386097"/>
              <a:gd name="connsiteX2" fmla="*/ 1027712 w 1310217"/>
              <a:gd name="connsiteY2" fmla="*/ 35169 h 386097"/>
              <a:gd name="connsiteX3" fmla="*/ 1261211 w 1310217"/>
              <a:gd name="connsiteY3" fmla="*/ 113567 h 386097"/>
              <a:gd name="connsiteX4" fmla="*/ 1310217 w 1310217"/>
              <a:gd name="connsiteY4" fmla="*/ 136011 h 386097"/>
              <a:gd name="connsiteX5" fmla="*/ 1289301 w 1310217"/>
              <a:gd name="connsiteY5" fmla="*/ 155020 h 386097"/>
              <a:gd name="connsiteX6" fmla="*/ 645616 w 1310217"/>
              <a:gd name="connsiteY6" fmla="*/ 386097 h 386097"/>
              <a:gd name="connsiteX7" fmla="*/ 1931 w 1310217"/>
              <a:gd name="connsiteY7" fmla="*/ 155020 h 386097"/>
              <a:gd name="connsiteX8" fmla="*/ 0 w 1310217"/>
              <a:gd name="connsiteY8" fmla="*/ 153265 h 386097"/>
              <a:gd name="connsiteX9" fmla="*/ 87077 w 1310217"/>
              <a:gd name="connsiteY9" fmla="*/ 89388 h 386097"/>
              <a:gd name="connsiteX10" fmla="*/ 266352 w 1310217"/>
              <a:gd name="connsiteY10" fmla="*/ 0 h 386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10217" h="386097">
                <a:moveTo>
                  <a:pt x="266352" y="0"/>
                </a:moveTo>
                <a:cubicBezTo>
                  <a:pt x="390295" y="0"/>
                  <a:pt x="528992" y="181707"/>
                  <a:pt x="655886" y="187569"/>
                </a:cubicBezTo>
                <a:cubicBezTo>
                  <a:pt x="782778" y="193431"/>
                  <a:pt x="886064" y="35169"/>
                  <a:pt x="1027712" y="35169"/>
                </a:cubicBezTo>
                <a:cubicBezTo>
                  <a:pt x="1098536" y="35169"/>
                  <a:pt x="1178951" y="74734"/>
                  <a:pt x="1261211" y="113567"/>
                </a:cubicBezTo>
                <a:lnTo>
                  <a:pt x="1310217" y="136011"/>
                </a:lnTo>
                <a:lnTo>
                  <a:pt x="1289301" y="155020"/>
                </a:lnTo>
                <a:cubicBezTo>
                  <a:pt x="1114379" y="299379"/>
                  <a:pt x="890125" y="386097"/>
                  <a:pt x="645616" y="386097"/>
                </a:cubicBezTo>
                <a:cubicBezTo>
                  <a:pt x="401107" y="386097"/>
                  <a:pt x="176853" y="299379"/>
                  <a:pt x="1931" y="155020"/>
                </a:cubicBezTo>
                <a:lnTo>
                  <a:pt x="0" y="153265"/>
                </a:lnTo>
                <a:lnTo>
                  <a:pt x="87077" y="89388"/>
                </a:lnTo>
                <a:cubicBezTo>
                  <a:pt x="145360" y="43962"/>
                  <a:pt x="204380" y="0"/>
                  <a:pt x="266352"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微软雅黑"/>
              <a:ea typeface="微软雅黑"/>
              <a:cs typeface="+mn-cs"/>
            </a:endParaRPr>
          </a:p>
        </p:txBody>
      </p:sp>
    </p:spTree>
    <p:extLst>
      <p:ext uri="{BB962C8B-B14F-4D97-AF65-F5344CB8AC3E}">
        <p14:creationId xmlns:p14="http://schemas.microsoft.com/office/powerpoint/2010/main" val="1820366784"/>
      </p:ext>
    </p:extLst>
  </p:cSld>
  <p:clrMapOvr>
    <a:masterClrMapping/>
  </p:clrMapOvr>
  <p:transition spd="med">
    <p:pull/>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数据对比</a:t>
            </a:r>
          </a:p>
        </p:txBody>
      </p:sp>
      <p:sp>
        <p:nvSpPr>
          <p:cNvPr id="17" name="矩形 16">
            <a:extLst>
              <a:ext uri="{FF2B5EF4-FFF2-40B4-BE49-F238E27FC236}">
                <a16:creationId xmlns:a16="http://schemas.microsoft.com/office/drawing/2014/main" id="{EFF1E335-DF2B-412D-9A4D-389DADCB8F5A}"/>
              </a:ext>
            </a:extLst>
          </p:cNvPr>
          <p:cNvSpPr/>
          <p:nvPr/>
        </p:nvSpPr>
        <p:spPr>
          <a:xfrm>
            <a:off x="660400" y="1104514"/>
            <a:ext cx="10858500" cy="4865686"/>
          </a:xfrm>
          <a:prstGeom prst="rect">
            <a:avLst/>
          </a:prstGeom>
          <a:solidFill>
            <a:schemeClr val="bg1"/>
          </a:solidFill>
          <a:ln>
            <a:noFill/>
          </a:ln>
          <a:effectLst>
            <a:outerShdw blurRad="114300" sx="102000" sy="102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cxnSp>
        <p:nvCxnSpPr>
          <p:cNvPr id="18" name="直接连接符 17">
            <a:extLst>
              <a:ext uri="{FF2B5EF4-FFF2-40B4-BE49-F238E27FC236}">
                <a16:creationId xmlns:a16="http://schemas.microsoft.com/office/drawing/2014/main" id="{F862BCB9-CBF7-42D3-B5E7-6A4F75CEBC10}"/>
              </a:ext>
            </a:extLst>
          </p:cNvPr>
          <p:cNvCxnSpPr>
            <a:cxnSpLocks/>
          </p:cNvCxnSpPr>
          <p:nvPr/>
        </p:nvCxnSpPr>
        <p:spPr>
          <a:xfrm>
            <a:off x="5148790" y="3554492"/>
            <a:ext cx="1080000" cy="0"/>
          </a:xfrm>
          <a:prstGeom prst="line">
            <a:avLst/>
          </a:prstGeom>
          <a:ln w="3175">
            <a:solidFill>
              <a:schemeClr val="accent1">
                <a:alpha val="14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4654E890-4885-406E-81BD-570D45533AF2}"/>
              </a:ext>
            </a:extLst>
          </p:cNvPr>
          <p:cNvCxnSpPr>
            <a:cxnSpLocks/>
          </p:cNvCxnSpPr>
          <p:nvPr/>
        </p:nvCxnSpPr>
        <p:spPr>
          <a:xfrm>
            <a:off x="5699584" y="2844713"/>
            <a:ext cx="0" cy="1440000"/>
          </a:xfrm>
          <a:prstGeom prst="line">
            <a:avLst/>
          </a:prstGeom>
          <a:ln w="3175">
            <a:solidFill>
              <a:schemeClr val="accent1">
                <a:alpha val="14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8E1D7988-B981-4F70-A30C-14989B0526D2}"/>
              </a:ext>
            </a:extLst>
          </p:cNvPr>
          <p:cNvSpPr txBox="1"/>
          <p:nvPr/>
        </p:nvSpPr>
        <p:spPr>
          <a:xfrm>
            <a:off x="1150198" y="1608462"/>
            <a:ext cx="4072957" cy="722249"/>
          </a:xfrm>
          <a:prstGeom prst="rect">
            <a:avLst/>
          </a:prstGeom>
          <a:noFill/>
        </p:spPr>
        <p:txBody>
          <a:bodyPr wrap="square" lIns="0" tIns="0" rIns="0" bIns="0" rtlCol="0">
            <a:spAutoFit/>
          </a:bodyPr>
          <a:lstStyle/>
          <a:p>
            <a:pPr marL="0" marR="0" lvl="0" indent="0" algn="l" defTabSz="914400" rtl="0" eaLnBrk="1" fontAlgn="base" latinLnBrk="0" hangingPunct="1">
              <a:lnSpc>
                <a:spcPct val="130000"/>
              </a:lnSpc>
              <a:spcBef>
                <a:spcPct val="0"/>
              </a:spcBef>
              <a:spcAft>
                <a:spcPct val="0"/>
              </a:spcAft>
              <a:buClrTx/>
              <a:buSzTx/>
              <a:buFontTx/>
              <a:buNone/>
              <a:tabLst/>
              <a:defRPr/>
            </a:pPr>
            <a:r>
              <a:rPr kumimoji="0" lang="zh-CN" altLang="en-US" sz="4000" b="1" i="0" u="none" strike="noStrike" kern="1200" cap="none" spc="300" normalizeH="0" baseline="0" noProof="0" dirty="0">
                <a:ln>
                  <a:noFill/>
                </a:ln>
                <a:solidFill>
                  <a:srgbClr val="006C39"/>
                </a:solidFill>
                <a:effectLst/>
                <a:uLnTx/>
                <a:uFillTx/>
                <a:latin typeface="微软雅黑"/>
                <a:ea typeface="微软雅黑"/>
                <a:cs typeface="+mn-cs"/>
              </a:rPr>
              <a:t>对照班</a:t>
            </a:r>
          </a:p>
        </p:txBody>
      </p:sp>
      <p:sp>
        <p:nvSpPr>
          <p:cNvPr id="21" name="文本框 20">
            <a:extLst>
              <a:ext uri="{FF2B5EF4-FFF2-40B4-BE49-F238E27FC236}">
                <a16:creationId xmlns:a16="http://schemas.microsoft.com/office/drawing/2014/main" id="{D5704C53-7BA8-456E-99EA-0FE7D6002BC2}"/>
              </a:ext>
            </a:extLst>
          </p:cNvPr>
          <p:cNvSpPr txBox="1"/>
          <p:nvPr/>
        </p:nvSpPr>
        <p:spPr>
          <a:xfrm>
            <a:off x="1150200" y="2486201"/>
            <a:ext cx="4162420" cy="532838"/>
          </a:xfrm>
          <a:prstGeom prst="rect">
            <a:avLst/>
          </a:prstGeom>
          <a:noFill/>
        </p:spPr>
        <p:txBody>
          <a:bodyPr wrap="square" lIns="0" tIns="0" rIns="0" bIns="0"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描述具体内容，可以写调查了学生什么，比如学生对于这种学习方式的接受程度</a:t>
            </a:r>
          </a:p>
        </p:txBody>
      </p:sp>
      <p:sp>
        <p:nvSpPr>
          <p:cNvPr id="22" name="文本框 21">
            <a:extLst>
              <a:ext uri="{FF2B5EF4-FFF2-40B4-BE49-F238E27FC236}">
                <a16:creationId xmlns:a16="http://schemas.microsoft.com/office/drawing/2014/main" id="{7917483D-167E-45FB-9BC9-B2C87CC4EB5D}"/>
              </a:ext>
            </a:extLst>
          </p:cNvPr>
          <p:cNvSpPr txBox="1"/>
          <p:nvPr/>
        </p:nvSpPr>
        <p:spPr>
          <a:xfrm>
            <a:off x="1150198" y="3905456"/>
            <a:ext cx="4072945" cy="722249"/>
          </a:xfrm>
          <a:prstGeom prst="rect">
            <a:avLst/>
          </a:prstGeom>
          <a:noFill/>
        </p:spPr>
        <p:txBody>
          <a:bodyPr wrap="square" lIns="0" tIns="0" rIns="0" bIns="0" rtlCol="0">
            <a:spAutoFit/>
          </a:bodyPr>
          <a:lstStyle/>
          <a:p>
            <a:pPr marL="0" marR="0" lvl="0" indent="0" algn="l" defTabSz="914400" rtl="0" eaLnBrk="1" fontAlgn="base" latinLnBrk="0" hangingPunct="1">
              <a:lnSpc>
                <a:spcPct val="130000"/>
              </a:lnSpc>
              <a:spcBef>
                <a:spcPct val="0"/>
              </a:spcBef>
              <a:spcAft>
                <a:spcPct val="0"/>
              </a:spcAft>
              <a:buClrTx/>
              <a:buSzTx/>
              <a:buFontTx/>
              <a:buNone/>
              <a:tabLst/>
              <a:defRPr/>
            </a:pPr>
            <a:r>
              <a:rPr kumimoji="0" lang="zh-CN" altLang="en-US" sz="4000" b="1" i="0" u="none" strike="noStrike" kern="1200" cap="none" spc="300" normalizeH="0" baseline="0" noProof="0" dirty="0">
                <a:ln>
                  <a:noFill/>
                </a:ln>
                <a:solidFill>
                  <a:srgbClr val="A13F0B"/>
                </a:solidFill>
                <a:effectLst/>
                <a:uLnTx/>
                <a:uFillTx/>
                <a:latin typeface="微软雅黑"/>
                <a:ea typeface="微软雅黑"/>
                <a:cs typeface="+mn-cs"/>
              </a:rPr>
              <a:t>实验班</a:t>
            </a:r>
          </a:p>
        </p:txBody>
      </p:sp>
      <p:sp>
        <p:nvSpPr>
          <p:cNvPr id="23" name="文本框 22">
            <a:extLst>
              <a:ext uri="{FF2B5EF4-FFF2-40B4-BE49-F238E27FC236}">
                <a16:creationId xmlns:a16="http://schemas.microsoft.com/office/drawing/2014/main" id="{1DEA8A3C-5FFB-4E8A-9685-95F0A67F3BF6}"/>
              </a:ext>
            </a:extLst>
          </p:cNvPr>
          <p:cNvSpPr txBox="1"/>
          <p:nvPr/>
        </p:nvSpPr>
        <p:spPr>
          <a:xfrm>
            <a:off x="1150200" y="4759749"/>
            <a:ext cx="4162420" cy="532838"/>
          </a:xfrm>
          <a:prstGeom prst="rect">
            <a:avLst/>
          </a:prstGeom>
          <a:noFill/>
        </p:spPr>
        <p:txBody>
          <a:bodyPr wrap="square" lIns="0" tIns="0" rIns="0" bIns="0" rtlCol="0">
            <a:spAutoFit/>
          </a:bodyPr>
          <a:lstStyle/>
          <a:p>
            <a:pPr marL="0" marR="0" lvl="0" indent="0" algn="just"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也可以写班级的情况，比如共有学生</a:t>
            </a:r>
            <a:r>
              <a:rPr kumimoji="0" lang="en-US" altLang="zh-CN"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45</a:t>
            </a: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人，男生</a:t>
            </a:r>
            <a:r>
              <a:rPr kumimoji="0" lang="en-US" altLang="zh-CN"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22</a:t>
            </a: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人，女生</a:t>
            </a:r>
            <a:r>
              <a:rPr kumimoji="0" lang="en-US" altLang="zh-CN"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23</a:t>
            </a: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人，共分为</a:t>
            </a:r>
            <a:r>
              <a:rPr kumimoji="0" lang="en-US" altLang="zh-CN"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9</a:t>
            </a: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个小组</a:t>
            </a:r>
          </a:p>
        </p:txBody>
      </p:sp>
      <p:sp>
        <p:nvSpPr>
          <p:cNvPr id="24" name="文本框 23">
            <a:extLst>
              <a:ext uri="{FF2B5EF4-FFF2-40B4-BE49-F238E27FC236}">
                <a16:creationId xmlns:a16="http://schemas.microsoft.com/office/drawing/2014/main" id="{0D456607-D189-485E-96B5-2979DA664409}"/>
              </a:ext>
            </a:extLst>
          </p:cNvPr>
          <p:cNvSpPr txBox="1"/>
          <p:nvPr/>
        </p:nvSpPr>
        <p:spPr>
          <a:xfrm>
            <a:off x="6236339" y="1768291"/>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006C39"/>
                </a:solidFill>
                <a:effectLst/>
                <a:uLnTx/>
                <a:uFillTx/>
                <a:latin typeface="微软雅黑"/>
                <a:ea typeface="微软雅黑"/>
                <a:cs typeface="+mn-cs"/>
              </a:rPr>
              <a:t>51</a:t>
            </a:r>
            <a:r>
              <a:rPr kumimoji="0" lang="en-US" altLang="zh-CN" sz="2800" b="0" i="0" u="none" strike="noStrike" kern="1200" cap="none" spc="300" normalizeH="0" baseline="0" noProof="0" dirty="0">
                <a:ln>
                  <a:noFill/>
                </a:ln>
                <a:solidFill>
                  <a:srgbClr val="006C39"/>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25" name="文本框 24">
            <a:extLst>
              <a:ext uri="{FF2B5EF4-FFF2-40B4-BE49-F238E27FC236}">
                <a16:creationId xmlns:a16="http://schemas.microsoft.com/office/drawing/2014/main" id="{69E82648-87EA-45C2-A530-42F80916AA52}"/>
              </a:ext>
            </a:extLst>
          </p:cNvPr>
          <p:cNvSpPr txBox="1"/>
          <p:nvPr/>
        </p:nvSpPr>
        <p:spPr>
          <a:xfrm>
            <a:off x="7990579" y="1768291"/>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006C39"/>
                </a:solidFill>
                <a:effectLst/>
                <a:uLnTx/>
                <a:uFillTx/>
                <a:latin typeface="微软雅黑"/>
                <a:ea typeface="微软雅黑"/>
                <a:cs typeface="+mn-cs"/>
              </a:rPr>
              <a:t>30</a:t>
            </a:r>
            <a:r>
              <a:rPr kumimoji="0" lang="en-US" altLang="zh-CN" sz="2800" b="0" i="0" u="none" strike="noStrike" kern="1200" cap="none" spc="300" normalizeH="0" baseline="0" noProof="0" dirty="0">
                <a:ln>
                  <a:noFill/>
                </a:ln>
                <a:solidFill>
                  <a:srgbClr val="006C39"/>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26" name="文本框 25">
            <a:extLst>
              <a:ext uri="{FF2B5EF4-FFF2-40B4-BE49-F238E27FC236}">
                <a16:creationId xmlns:a16="http://schemas.microsoft.com/office/drawing/2014/main" id="{D3F09C01-F41E-4CF9-AFBF-717EED3D267A}"/>
              </a:ext>
            </a:extLst>
          </p:cNvPr>
          <p:cNvSpPr txBox="1"/>
          <p:nvPr/>
        </p:nvSpPr>
        <p:spPr>
          <a:xfrm>
            <a:off x="9717452" y="1768291"/>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A13F0B"/>
                </a:solidFill>
                <a:effectLst/>
                <a:uLnTx/>
                <a:uFillTx/>
                <a:latin typeface="微软雅黑"/>
                <a:ea typeface="微软雅黑"/>
                <a:cs typeface="+mn-cs"/>
              </a:rPr>
              <a:t>19</a:t>
            </a:r>
            <a:r>
              <a:rPr kumimoji="0" lang="en-US" altLang="zh-CN" sz="2800" b="0" i="0" u="none" strike="noStrike" kern="1200" cap="none" spc="300" normalizeH="0" baseline="0" noProof="0" dirty="0">
                <a:ln>
                  <a:noFill/>
                </a:ln>
                <a:solidFill>
                  <a:srgbClr val="A13F0B"/>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27" name="文本框 26">
            <a:extLst>
              <a:ext uri="{FF2B5EF4-FFF2-40B4-BE49-F238E27FC236}">
                <a16:creationId xmlns:a16="http://schemas.microsoft.com/office/drawing/2014/main" id="{4620D719-9979-4B23-94EF-F57FE8AEB775}"/>
              </a:ext>
            </a:extLst>
          </p:cNvPr>
          <p:cNvSpPr txBox="1"/>
          <p:nvPr/>
        </p:nvSpPr>
        <p:spPr>
          <a:xfrm>
            <a:off x="6533694" y="2774658"/>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支持</a:t>
            </a:r>
          </a:p>
        </p:txBody>
      </p:sp>
      <p:sp>
        <p:nvSpPr>
          <p:cNvPr id="28" name="文本框 27">
            <a:extLst>
              <a:ext uri="{FF2B5EF4-FFF2-40B4-BE49-F238E27FC236}">
                <a16:creationId xmlns:a16="http://schemas.microsoft.com/office/drawing/2014/main" id="{6F632B75-3D61-402D-9837-7610AFDAD63D}"/>
              </a:ext>
            </a:extLst>
          </p:cNvPr>
          <p:cNvSpPr txBox="1"/>
          <p:nvPr/>
        </p:nvSpPr>
        <p:spPr>
          <a:xfrm>
            <a:off x="8287934" y="2774658"/>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不支持</a:t>
            </a:r>
          </a:p>
        </p:txBody>
      </p:sp>
      <p:sp>
        <p:nvSpPr>
          <p:cNvPr id="29" name="文本框 28">
            <a:extLst>
              <a:ext uri="{FF2B5EF4-FFF2-40B4-BE49-F238E27FC236}">
                <a16:creationId xmlns:a16="http://schemas.microsoft.com/office/drawing/2014/main" id="{5914032C-902C-4FA0-9A9C-9FEB2E178BE1}"/>
              </a:ext>
            </a:extLst>
          </p:cNvPr>
          <p:cNvSpPr txBox="1"/>
          <p:nvPr/>
        </p:nvSpPr>
        <p:spPr>
          <a:xfrm>
            <a:off x="10014807" y="2774658"/>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说不清</a:t>
            </a:r>
          </a:p>
        </p:txBody>
      </p:sp>
      <p:sp>
        <p:nvSpPr>
          <p:cNvPr id="30" name="文本框 29">
            <a:extLst>
              <a:ext uri="{FF2B5EF4-FFF2-40B4-BE49-F238E27FC236}">
                <a16:creationId xmlns:a16="http://schemas.microsoft.com/office/drawing/2014/main" id="{64267633-472A-4217-A208-6CC63B744B98}"/>
              </a:ext>
            </a:extLst>
          </p:cNvPr>
          <p:cNvSpPr txBox="1"/>
          <p:nvPr/>
        </p:nvSpPr>
        <p:spPr>
          <a:xfrm>
            <a:off x="6236339" y="4024892"/>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A13F0B"/>
                </a:solidFill>
                <a:effectLst/>
                <a:uLnTx/>
                <a:uFillTx/>
                <a:latin typeface="微软雅黑"/>
                <a:ea typeface="微软雅黑"/>
                <a:cs typeface="+mn-cs"/>
              </a:rPr>
              <a:t>68</a:t>
            </a:r>
            <a:r>
              <a:rPr kumimoji="0" lang="en-US" altLang="zh-CN" sz="2800" b="0" i="0" u="none" strike="noStrike" kern="1200" cap="none" spc="300" normalizeH="0" baseline="0" noProof="0" dirty="0">
                <a:ln>
                  <a:noFill/>
                </a:ln>
                <a:solidFill>
                  <a:srgbClr val="A13F0B"/>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A13F0B"/>
              </a:solidFill>
              <a:effectLst/>
              <a:uLnTx/>
              <a:uFillTx/>
              <a:latin typeface="微软雅黑"/>
              <a:ea typeface="微软雅黑"/>
              <a:cs typeface="+mn-cs"/>
            </a:endParaRPr>
          </a:p>
        </p:txBody>
      </p:sp>
      <p:sp>
        <p:nvSpPr>
          <p:cNvPr id="31" name="文本框 30">
            <a:extLst>
              <a:ext uri="{FF2B5EF4-FFF2-40B4-BE49-F238E27FC236}">
                <a16:creationId xmlns:a16="http://schemas.microsoft.com/office/drawing/2014/main" id="{F25FE72B-6BCF-4EF5-BC6C-9844479B001B}"/>
              </a:ext>
            </a:extLst>
          </p:cNvPr>
          <p:cNvSpPr txBox="1"/>
          <p:nvPr/>
        </p:nvSpPr>
        <p:spPr>
          <a:xfrm>
            <a:off x="7990579" y="4024892"/>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006C39"/>
                </a:solidFill>
                <a:effectLst/>
                <a:uLnTx/>
                <a:uFillTx/>
                <a:latin typeface="微软雅黑"/>
                <a:ea typeface="微软雅黑"/>
                <a:cs typeface="+mn-cs"/>
              </a:rPr>
              <a:t>20</a:t>
            </a:r>
            <a:r>
              <a:rPr kumimoji="0" lang="en-US" altLang="zh-CN" sz="2800" b="0" i="0" u="none" strike="noStrike" kern="1200" cap="none" spc="300" normalizeH="0" baseline="0" noProof="0" dirty="0">
                <a:ln>
                  <a:noFill/>
                </a:ln>
                <a:solidFill>
                  <a:srgbClr val="006C39"/>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32" name="文本框 31">
            <a:extLst>
              <a:ext uri="{FF2B5EF4-FFF2-40B4-BE49-F238E27FC236}">
                <a16:creationId xmlns:a16="http://schemas.microsoft.com/office/drawing/2014/main" id="{7041686D-A67E-4397-AD3B-2DBE4794915C}"/>
              </a:ext>
            </a:extLst>
          </p:cNvPr>
          <p:cNvSpPr txBox="1"/>
          <p:nvPr/>
        </p:nvSpPr>
        <p:spPr>
          <a:xfrm>
            <a:off x="9717452" y="4024892"/>
            <a:ext cx="1425230" cy="866712"/>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en-US" altLang="zh-CN" sz="4800" b="0" i="0" u="none" strike="noStrike" kern="1200" cap="none" spc="300" normalizeH="0" baseline="0" noProof="0" dirty="0">
                <a:ln>
                  <a:noFill/>
                </a:ln>
                <a:solidFill>
                  <a:srgbClr val="006C39"/>
                </a:solidFill>
                <a:effectLst/>
                <a:uLnTx/>
                <a:uFillTx/>
                <a:latin typeface="微软雅黑"/>
                <a:ea typeface="微软雅黑"/>
                <a:cs typeface="+mn-cs"/>
              </a:rPr>
              <a:t>12</a:t>
            </a:r>
            <a:r>
              <a:rPr kumimoji="0" lang="en-US" altLang="zh-CN" sz="2800" b="0" i="0" u="none" strike="noStrike" kern="1200" cap="none" spc="300" normalizeH="0" baseline="0" noProof="0" dirty="0">
                <a:ln>
                  <a:noFill/>
                </a:ln>
                <a:solidFill>
                  <a:srgbClr val="006C39"/>
                </a:solidFill>
                <a:effectLst/>
                <a:uLnTx/>
                <a:uFillTx/>
                <a:latin typeface="微软雅黑"/>
                <a:ea typeface="微软雅黑"/>
                <a:cs typeface="+mn-cs"/>
              </a:rPr>
              <a:t>%</a:t>
            </a:r>
            <a:endParaRPr kumimoji="0" lang="zh-CN" altLang="en-US" sz="4800" b="0" i="0" u="none" strike="noStrike" kern="1200" cap="none" spc="300" normalizeH="0" baseline="0" noProof="0" dirty="0">
              <a:ln>
                <a:noFill/>
              </a:ln>
              <a:solidFill>
                <a:srgbClr val="006C39"/>
              </a:solidFill>
              <a:effectLst/>
              <a:uLnTx/>
              <a:uFillTx/>
              <a:latin typeface="微软雅黑"/>
              <a:ea typeface="微软雅黑"/>
              <a:cs typeface="+mn-cs"/>
            </a:endParaRPr>
          </a:p>
        </p:txBody>
      </p:sp>
      <p:sp>
        <p:nvSpPr>
          <p:cNvPr id="33" name="文本框 32">
            <a:extLst>
              <a:ext uri="{FF2B5EF4-FFF2-40B4-BE49-F238E27FC236}">
                <a16:creationId xmlns:a16="http://schemas.microsoft.com/office/drawing/2014/main" id="{D6D80063-D954-4174-9619-6829BC385EFF}"/>
              </a:ext>
            </a:extLst>
          </p:cNvPr>
          <p:cNvSpPr txBox="1"/>
          <p:nvPr/>
        </p:nvSpPr>
        <p:spPr>
          <a:xfrm>
            <a:off x="6533694" y="5031259"/>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支持</a:t>
            </a:r>
          </a:p>
        </p:txBody>
      </p:sp>
      <p:sp>
        <p:nvSpPr>
          <p:cNvPr id="34" name="文本框 33">
            <a:extLst>
              <a:ext uri="{FF2B5EF4-FFF2-40B4-BE49-F238E27FC236}">
                <a16:creationId xmlns:a16="http://schemas.microsoft.com/office/drawing/2014/main" id="{49BF639D-0C19-48A8-917C-2884254C624F}"/>
              </a:ext>
            </a:extLst>
          </p:cNvPr>
          <p:cNvSpPr txBox="1"/>
          <p:nvPr/>
        </p:nvSpPr>
        <p:spPr>
          <a:xfrm>
            <a:off x="8287934" y="5031259"/>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不支持</a:t>
            </a:r>
          </a:p>
        </p:txBody>
      </p:sp>
      <p:sp>
        <p:nvSpPr>
          <p:cNvPr id="35" name="文本框 34">
            <a:extLst>
              <a:ext uri="{FF2B5EF4-FFF2-40B4-BE49-F238E27FC236}">
                <a16:creationId xmlns:a16="http://schemas.microsoft.com/office/drawing/2014/main" id="{2D020693-E9B1-4C09-B363-9FAB12C23ABC}"/>
              </a:ext>
            </a:extLst>
          </p:cNvPr>
          <p:cNvSpPr txBox="1"/>
          <p:nvPr/>
        </p:nvSpPr>
        <p:spPr>
          <a:xfrm>
            <a:off x="10014807" y="5031259"/>
            <a:ext cx="830521" cy="252377"/>
          </a:xfrm>
          <a:prstGeom prst="rect">
            <a:avLst/>
          </a:prstGeom>
          <a:noFill/>
        </p:spPr>
        <p:txBody>
          <a:bodyPr wrap="square" lIns="0" tIns="0" rIns="0" bIns="0" rtlCol="0">
            <a:spAutoFit/>
          </a:bodyPr>
          <a:lstStyle/>
          <a:p>
            <a:pPr marL="0" marR="0" lvl="0" indent="0" algn="ctr" defTabSz="914400" rtl="0" eaLnBrk="1" fontAlgn="base" latinLnBrk="0" hangingPunct="1">
              <a:lnSpc>
                <a:spcPct val="130000"/>
              </a:lnSpc>
              <a:spcBef>
                <a:spcPct val="0"/>
              </a:spcBef>
              <a:spcAft>
                <a:spcPct val="0"/>
              </a:spcAft>
              <a:buClrTx/>
              <a:buSzTx/>
              <a:buFontTx/>
              <a:buNone/>
              <a:tabLst/>
              <a:defRPr/>
            </a:pPr>
            <a:r>
              <a:rPr kumimoji="0" lang="zh-CN" altLang="en-US" sz="14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说不清</a:t>
            </a:r>
          </a:p>
        </p:txBody>
      </p:sp>
      <p:sp>
        <p:nvSpPr>
          <p:cNvPr id="36" name="like-filled-hand_59222">
            <a:extLst>
              <a:ext uri="{FF2B5EF4-FFF2-40B4-BE49-F238E27FC236}">
                <a16:creationId xmlns:a16="http://schemas.microsoft.com/office/drawing/2014/main" id="{C98A74B5-704B-44E0-B26C-E5D36C9BF75C}"/>
              </a:ext>
            </a:extLst>
          </p:cNvPr>
          <p:cNvSpPr>
            <a:spLocks noChangeAspect="1"/>
          </p:cNvSpPr>
          <p:nvPr/>
        </p:nvSpPr>
        <p:spPr bwMode="auto">
          <a:xfrm>
            <a:off x="6803292" y="3389920"/>
            <a:ext cx="288000" cy="296291"/>
          </a:xfrm>
          <a:custGeom>
            <a:avLst/>
            <a:gdLst>
              <a:gd name="connsiteX0" fmla="*/ 66060 w 583641"/>
              <a:gd name="connsiteY0" fmla="*/ 467089 h 600440"/>
              <a:gd name="connsiteX1" fmla="*/ 40232 w 583641"/>
              <a:gd name="connsiteY1" fmla="*/ 492873 h 600440"/>
              <a:gd name="connsiteX2" fmla="*/ 66060 w 583641"/>
              <a:gd name="connsiteY2" fmla="*/ 519152 h 600440"/>
              <a:gd name="connsiteX3" fmla="*/ 92384 w 583641"/>
              <a:gd name="connsiteY3" fmla="*/ 492873 h 600440"/>
              <a:gd name="connsiteX4" fmla="*/ 66060 w 583641"/>
              <a:gd name="connsiteY4" fmla="*/ 467089 h 600440"/>
              <a:gd name="connsiteX5" fmla="*/ 13411 w 583641"/>
              <a:gd name="connsiteY5" fmla="*/ 176530 h 600440"/>
              <a:gd name="connsiteX6" fmla="*/ 119205 w 583641"/>
              <a:gd name="connsiteY6" fmla="*/ 176530 h 600440"/>
              <a:gd name="connsiteX7" fmla="*/ 132616 w 583641"/>
              <a:gd name="connsiteY7" fmla="*/ 189918 h 600440"/>
              <a:gd name="connsiteX8" fmla="*/ 132616 w 583641"/>
              <a:gd name="connsiteY8" fmla="*/ 532539 h 600440"/>
              <a:gd name="connsiteX9" fmla="*/ 119205 w 583641"/>
              <a:gd name="connsiteY9" fmla="*/ 545927 h 600440"/>
              <a:gd name="connsiteX10" fmla="*/ 13411 w 583641"/>
              <a:gd name="connsiteY10" fmla="*/ 545927 h 600440"/>
              <a:gd name="connsiteX11" fmla="*/ 0 w 583641"/>
              <a:gd name="connsiteY11" fmla="*/ 532539 h 600440"/>
              <a:gd name="connsiteX12" fmla="*/ 0 w 583641"/>
              <a:gd name="connsiteY12" fmla="*/ 189918 h 600440"/>
              <a:gd name="connsiteX13" fmla="*/ 13411 w 583641"/>
              <a:gd name="connsiteY13" fmla="*/ 176530 h 600440"/>
              <a:gd name="connsiteX14" fmla="*/ 425032 w 583641"/>
              <a:gd name="connsiteY14" fmla="*/ 0 h 600440"/>
              <a:gd name="connsiteX15" fmla="*/ 455817 w 583641"/>
              <a:gd name="connsiteY15" fmla="*/ 17354 h 600440"/>
              <a:gd name="connsiteX16" fmla="*/ 432976 w 583641"/>
              <a:gd name="connsiteY16" fmla="*/ 206262 h 600440"/>
              <a:gd name="connsiteX17" fmla="*/ 461279 w 583641"/>
              <a:gd name="connsiteY17" fmla="*/ 203287 h 600440"/>
              <a:gd name="connsiteX18" fmla="*/ 579952 w 583641"/>
              <a:gd name="connsiteY18" fmla="*/ 351538 h 600440"/>
              <a:gd name="connsiteX19" fmla="*/ 540726 w 583641"/>
              <a:gd name="connsiteY19" fmla="*/ 554329 h 600440"/>
              <a:gd name="connsiteX20" fmla="*/ 421556 w 583641"/>
              <a:gd name="connsiteY20" fmla="*/ 600440 h 600440"/>
              <a:gd name="connsiteX21" fmla="*/ 181728 w 583641"/>
              <a:gd name="connsiteY21" fmla="*/ 529537 h 600440"/>
              <a:gd name="connsiteX22" fmla="*/ 174776 w 583641"/>
              <a:gd name="connsiteY22" fmla="*/ 517638 h 600440"/>
              <a:gd name="connsiteX23" fmla="*/ 174776 w 583641"/>
              <a:gd name="connsiteY23" fmla="*/ 208245 h 600440"/>
              <a:gd name="connsiteX24" fmla="*/ 185700 w 583641"/>
              <a:gd name="connsiteY24" fmla="*/ 194858 h 600440"/>
              <a:gd name="connsiteX25" fmla="*/ 355020 w 583641"/>
              <a:gd name="connsiteY25" fmla="*/ 71398 h 600440"/>
              <a:gd name="connsiteX26" fmla="*/ 425032 w 583641"/>
              <a:gd name="connsiteY26" fmla="*/ 0 h 600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83641" h="600440">
                <a:moveTo>
                  <a:pt x="66060" y="467089"/>
                </a:moveTo>
                <a:cubicBezTo>
                  <a:pt x="51656" y="467089"/>
                  <a:pt x="40232" y="478989"/>
                  <a:pt x="40232" y="492873"/>
                </a:cubicBezTo>
                <a:cubicBezTo>
                  <a:pt x="40232" y="507252"/>
                  <a:pt x="51656" y="519152"/>
                  <a:pt x="66060" y="519152"/>
                </a:cubicBezTo>
                <a:cubicBezTo>
                  <a:pt x="80464" y="519152"/>
                  <a:pt x="92384" y="507252"/>
                  <a:pt x="92384" y="492873"/>
                </a:cubicBezTo>
                <a:cubicBezTo>
                  <a:pt x="92384" y="478989"/>
                  <a:pt x="80464" y="467089"/>
                  <a:pt x="66060" y="467089"/>
                </a:cubicBezTo>
                <a:close/>
                <a:moveTo>
                  <a:pt x="13411" y="176530"/>
                </a:moveTo>
                <a:lnTo>
                  <a:pt x="119205" y="176530"/>
                </a:lnTo>
                <a:cubicBezTo>
                  <a:pt x="126656" y="176530"/>
                  <a:pt x="132616" y="182480"/>
                  <a:pt x="132616" y="189918"/>
                </a:cubicBezTo>
                <a:lnTo>
                  <a:pt x="132616" y="532539"/>
                </a:lnTo>
                <a:cubicBezTo>
                  <a:pt x="132616" y="539977"/>
                  <a:pt x="126656" y="545927"/>
                  <a:pt x="119205" y="545927"/>
                </a:cubicBezTo>
                <a:lnTo>
                  <a:pt x="13411" y="545927"/>
                </a:lnTo>
                <a:cubicBezTo>
                  <a:pt x="5960" y="545927"/>
                  <a:pt x="0" y="539977"/>
                  <a:pt x="0" y="532539"/>
                </a:cubicBezTo>
                <a:lnTo>
                  <a:pt x="0" y="189918"/>
                </a:lnTo>
                <a:cubicBezTo>
                  <a:pt x="0" y="182480"/>
                  <a:pt x="5960" y="176530"/>
                  <a:pt x="13411" y="176530"/>
                </a:cubicBezTo>
                <a:close/>
                <a:moveTo>
                  <a:pt x="425032" y="0"/>
                </a:moveTo>
                <a:cubicBezTo>
                  <a:pt x="437445" y="0"/>
                  <a:pt x="448369" y="6446"/>
                  <a:pt x="455817" y="17354"/>
                </a:cubicBezTo>
                <a:cubicBezTo>
                  <a:pt x="477168" y="49582"/>
                  <a:pt x="468727" y="118501"/>
                  <a:pt x="432976" y="206262"/>
                </a:cubicBezTo>
                <a:cubicBezTo>
                  <a:pt x="442411" y="204279"/>
                  <a:pt x="451845" y="203287"/>
                  <a:pt x="461279" y="203287"/>
                </a:cubicBezTo>
                <a:cubicBezTo>
                  <a:pt x="499513" y="203287"/>
                  <a:pt x="565552" y="222624"/>
                  <a:pt x="579952" y="351538"/>
                </a:cubicBezTo>
                <a:cubicBezTo>
                  <a:pt x="590876" y="445248"/>
                  <a:pt x="577469" y="513671"/>
                  <a:pt x="540726" y="554329"/>
                </a:cubicBezTo>
                <a:cubicBezTo>
                  <a:pt x="513416" y="585069"/>
                  <a:pt x="473196" y="600440"/>
                  <a:pt x="421556" y="600440"/>
                </a:cubicBezTo>
                <a:cubicBezTo>
                  <a:pt x="319269" y="600440"/>
                  <a:pt x="203575" y="541437"/>
                  <a:pt x="181728" y="529537"/>
                </a:cubicBezTo>
                <a:cubicBezTo>
                  <a:pt x="177259" y="527058"/>
                  <a:pt x="174776" y="522596"/>
                  <a:pt x="174776" y="517638"/>
                </a:cubicBezTo>
                <a:lnTo>
                  <a:pt x="174776" y="208245"/>
                </a:lnTo>
                <a:cubicBezTo>
                  <a:pt x="174776" y="201799"/>
                  <a:pt x="179245" y="195850"/>
                  <a:pt x="185700" y="194858"/>
                </a:cubicBezTo>
                <a:cubicBezTo>
                  <a:pt x="208541" y="190891"/>
                  <a:pt x="324731" y="165604"/>
                  <a:pt x="355020" y="71398"/>
                </a:cubicBezTo>
                <a:cubicBezTo>
                  <a:pt x="368426" y="29253"/>
                  <a:pt x="397226" y="0"/>
                  <a:pt x="425032" y="0"/>
                </a:cubicBezTo>
                <a:close/>
              </a:path>
            </a:pathLst>
          </a:custGeom>
          <a:solidFill>
            <a:schemeClr val="accent1"/>
          </a:solidFill>
          <a:ln>
            <a:noFill/>
          </a:ln>
        </p:spPr>
      </p:sp>
      <p:sp>
        <p:nvSpPr>
          <p:cNvPr id="37" name="like-filled-hand_59222">
            <a:extLst>
              <a:ext uri="{FF2B5EF4-FFF2-40B4-BE49-F238E27FC236}">
                <a16:creationId xmlns:a16="http://schemas.microsoft.com/office/drawing/2014/main" id="{31DC8804-2B62-4F63-A97F-DC54F889E917}"/>
              </a:ext>
            </a:extLst>
          </p:cNvPr>
          <p:cNvSpPr>
            <a:spLocks noChangeAspect="1"/>
          </p:cNvSpPr>
          <p:nvPr/>
        </p:nvSpPr>
        <p:spPr bwMode="auto">
          <a:xfrm flipV="1">
            <a:off x="8557532" y="3424120"/>
            <a:ext cx="288000" cy="296291"/>
          </a:xfrm>
          <a:custGeom>
            <a:avLst/>
            <a:gdLst>
              <a:gd name="connsiteX0" fmla="*/ 66060 w 583641"/>
              <a:gd name="connsiteY0" fmla="*/ 467089 h 600440"/>
              <a:gd name="connsiteX1" fmla="*/ 40232 w 583641"/>
              <a:gd name="connsiteY1" fmla="*/ 492873 h 600440"/>
              <a:gd name="connsiteX2" fmla="*/ 66060 w 583641"/>
              <a:gd name="connsiteY2" fmla="*/ 519152 h 600440"/>
              <a:gd name="connsiteX3" fmla="*/ 92384 w 583641"/>
              <a:gd name="connsiteY3" fmla="*/ 492873 h 600440"/>
              <a:gd name="connsiteX4" fmla="*/ 66060 w 583641"/>
              <a:gd name="connsiteY4" fmla="*/ 467089 h 600440"/>
              <a:gd name="connsiteX5" fmla="*/ 13411 w 583641"/>
              <a:gd name="connsiteY5" fmla="*/ 176530 h 600440"/>
              <a:gd name="connsiteX6" fmla="*/ 119205 w 583641"/>
              <a:gd name="connsiteY6" fmla="*/ 176530 h 600440"/>
              <a:gd name="connsiteX7" fmla="*/ 132616 w 583641"/>
              <a:gd name="connsiteY7" fmla="*/ 189918 h 600440"/>
              <a:gd name="connsiteX8" fmla="*/ 132616 w 583641"/>
              <a:gd name="connsiteY8" fmla="*/ 532539 h 600440"/>
              <a:gd name="connsiteX9" fmla="*/ 119205 w 583641"/>
              <a:gd name="connsiteY9" fmla="*/ 545927 h 600440"/>
              <a:gd name="connsiteX10" fmla="*/ 13411 w 583641"/>
              <a:gd name="connsiteY10" fmla="*/ 545927 h 600440"/>
              <a:gd name="connsiteX11" fmla="*/ 0 w 583641"/>
              <a:gd name="connsiteY11" fmla="*/ 532539 h 600440"/>
              <a:gd name="connsiteX12" fmla="*/ 0 w 583641"/>
              <a:gd name="connsiteY12" fmla="*/ 189918 h 600440"/>
              <a:gd name="connsiteX13" fmla="*/ 13411 w 583641"/>
              <a:gd name="connsiteY13" fmla="*/ 176530 h 600440"/>
              <a:gd name="connsiteX14" fmla="*/ 425032 w 583641"/>
              <a:gd name="connsiteY14" fmla="*/ 0 h 600440"/>
              <a:gd name="connsiteX15" fmla="*/ 455817 w 583641"/>
              <a:gd name="connsiteY15" fmla="*/ 17354 h 600440"/>
              <a:gd name="connsiteX16" fmla="*/ 432976 w 583641"/>
              <a:gd name="connsiteY16" fmla="*/ 206262 h 600440"/>
              <a:gd name="connsiteX17" fmla="*/ 461279 w 583641"/>
              <a:gd name="connsiteY17" fmla="*/ 203287 h 600440"/>
              <a:gd name="connsiteX18" fmla="*/ 579952 w 583641"/>
              <a:gd name="connsiteY18" fmla="*/ 351538 h 600440"/>
              <a:gd name="connsiteX19" fmla="*/ 540726 w 583641"/>
              <a:gd name="connsiteY19" fmla="*/ 554329 h 600440"/>
              <a:gd name="connsiteX20" fmla="*/ 421556 w 583641"/>
              <a:gd name="connsiteY20" fmla="*/ 600440 h 600440"/>
              <a:gd name="connsiteX21" fmla="*/ 181728 w 583641"/>
              <a:gd name="connsiteY21" fmla="*/ 529537 h 600440"/>
              <a:gd name="connsiteX22" fmla="*/ 174776 w 583641"/>
              <a:gd name="connsiteY22" fmla="*/ 517638 h 600440"/>
              <a:gd name="connsiteX23" fmla="*/ 174776 w 583641"/>
              <a:gd name="connsiteY23" fmla="*/ 208245 h 600440"/>
              <a:gd name="connsiteX24" fmla="*/ 185700 w 583641"/>
              <a:gd name="connsiteY24" fmla="*/ 194858 h 600440"/>
              <a:gd name="connsiteX25" fmla="*/ 355020 w 583641"/>
              <a:gd name="connsiteY25" fmla="*/ 71398 h 600440"/>
              <a:gd name="connsiteX26" fmla="*/ 425032 w 583641"/>
              <a:gd name="connsiteY26" fmla="*/ 0 h 600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83641" h="600440">
                <a:moveTo>
                  <a:pt x="66060" y="467089"/>
                </a:moveTo>
                <a:cubicBezTo>
                  <a:pt x="51656" y="467089"/>
                  <a:pt x="40232" y="478989"/>
                  <a:pt x="40232" y="492873"/>
                </a:cubicBezTo>
                <a:cubicBezTo>
                  <a:pt x="40232" y="507252"/>
                  <a:pt x="51656" y="519152"/>
                  <a:pt x="66060" y="519152"/>
                </a:cubicBezTo>
                <a:cubicBezTo>
                  <a:pt x="80464" y="519152"/>
                  <a:pt x="92384" y="507252"/>
                  <a:pt x="92384" y="492873"/>
                </a:cubicBezTo>
                <a:cubicBezTo>
                  <a:pt x="92384" y="478989"/>
                  <a:pt x="80464" y="467089"/>
                  <a:pt x="66060" y="467089"/>
                </a:cubicBezTo>
                <a:close/>
                <a:moveTo>
                  <a:pt x="13411" y="176530"/>
                </a:moveTo>
                <a:lnTo>
                  <a:pt x="119205" y="176530"/>
                </a:lnTo>
                <a:cubicBezTo>
                  <a:pt x="126656" y="176530"/>
                  <a:pt x="132616" y="182480"/>
                  <a:pt x="132616" y="189918"/>
                </a:cubicBezTo>
                <a:lnTo>
                  <a:pt x="132616" y="532539"/>
                </a:lnTo>
                <a:cubicBezTo>
                  <a:pt x="132616" y="539977"/>
                  <a:pt x="126656" y="545927"/>
                  <a:pt x="119205" y="545927"/>
                </a:cubicBezTo>
                <a:lnTo>
                  <a:pt x="13411" y="545927"/>
                </a:lnTo>
                <a:cubicBezTo>
                  <a:pt x="5960" y="545927"/>
                  <a:pt x="0" y="539977"/>
                  <a:pt x="0" y="532539"/>
                </a:cubicBezTo>
                <a:lnTo>
                  <a:pt x="0" y="189918"/>
                </a:lnTo>
                <a:cubicBezTo>
                  <a:pt x="0" y="182480"/>
                  <a:pt x="5960" y="176530"/>
                  <a:pt x="13411" y="176530"/>
                </a:cubicBezTo>
                <a:close/>
                <a:moveTo>
                  <a:pt x="425032" y="0"/>
                </a:moveTo>
                <a:cubicBezTo>
                  <a:pt x="437445" y="0"/>
                  <a:pt x="448369" y="6446"/>
                  <a:pt x="455817" y="17354"/>
                </a:cubicBezTo>
                <a:cubicBezTo>
                  <a:pt x="477168" y="49582"/>
                  <a:pt x="468727" y="118501"/>
                  <a:pt x="432976" y="206262"/>
                </a:cubicBezTo>
                <a:cubicBezTo>
                  <a:pt x="442411" y="204279"/>
                  <a:pt x="451845" y="203287"/>
                  <a:pt x="461279" y="203287"/>
                </a:cubicBezTo>
                <a:cubicBezTo>
                  <a:pt x="499513" y="203287"/>
                  <a:pt x="565552" y="222624"/>
                  <a:pt x="579952" y="351538"/>
                </a:cubicBezTo>
                <a:cubicBezTo>
                  <a:pt x="590876" y="445248"/>
                  <a:pt x="577469" y="513671"/>
                  <a:pt x="540726" y="554329"/>
                </a:cubicBezTo>
                <a:cubicBezTo>
                  <a:pt x="513416" y="585069"/>
                  <a:pt x="473196" y="600440"/>
                  <a:pt x="421556" y="600440"/>
                </a:cubicBezTo>
                <a:cubicBezTo>
                  <a:pt x="319269" y="600440"/>
                  <a:pt x="203575" y="541437"/>
                  <a:pt x="181728" y="529537"/>
                </a:cubicBezTo>
                <a:cubicBezTo>
                  <a:pt x="177259" y="527058"/>
                  <a:pt x="174776" y="522596"/>
                  <a:pt x="174776" y="517638"/>
                </a:cubicBezTo>
                <a:lnTo>
                  <a:pt x="174776" y="208245"/>
                </a:lnTo>
                <a:cubicBezTo>
                  <a:pt x="174776" y="201799"/>
                  <a:pt x="179245" y="195850"/>
                  <a:pt x="185700" y="194858"/>
                </a:cubicBezTo>
                <a:cubicBezTo>
                  <a:pt x="208541" y="190891"/>
                  <a:pt x="324731" y="165604"/>
                  <a:pt x="355020" y="71398"/>
                </a:cubicBezTo>
                <a:cubicBezTo>
                  <a:pt x="368426" y="29253"/>
                  <a:pt x="397226" y="0"/>
                  <a:pt x="425032" y="0"/>
                </a:cubicBezTo>
                <a:close/>
              </a:path>
            </a:pathLst>
          </a:custGeom>
          <a:solidFill>
            <a:schemeClr val="accent1"/>
          </a:solidFill>
          <a:ln>
            <a:noFill/>
          </a:ln>
        </p:spPr>
      </p:sp>
      <p:sp>
        <p:nvSpPr>
          <p:cNvPr id="38" name="tap_231391">
            <a:extLst>
              <a:ext uri="{FF2B5EF4-FFF2-40B4-BE49-F238E27FC236}">
                <a16:creationId xmlns:a16="http://schemas.microsoft.com/office/drawing/2014/main" id="{508F3B20-4EBA-4AAA-A2CC-E73DE324F39F}"/>
              </a:ext>
            </a:extLst>
          </p:cNvPr>
          <p:cNvSpPr>
            <a:spLocks noChangeAspect="1"/>
          </p:cNvSpPr>
          <p:nvPr/>
        </p:nvSpPr>
        <p:spPr bwMode="auto">
          <a:xfrm>
            <a:off x="10284405" y="3402193"/>
            <a:ext cx="288000" cy="287575"/>
          </a:xfrm>
          <a:custGeom>
            <a:avLst/>
            <a:gdLst>
              <a:gd name="connsiteX0" fmla="*/ 114363 w 607617"/>
              <a:gd name="connsiteY0" fmla="*/ 164687 h 606722"/>
              <a:gd name="connsiteX1" fmla="*/ 111426 w 607617"/>
              <a:gd name="connsiteY1" fmla="*/ 171887 h 606722"/>
              <a:gd name="connsiteX2" fmla="*/ 114363 w 607617"/>
              <a:gd name="connsiteY2" fmla="*/ 179087 h 606722"/>
              <a:gd name="connsiteX3" fmla="*/ 121483 w 607617"/>
              <a:gd name="connsiteY3" fmla="*/ 182021 h 606722"/>
              <a:gd name="connsiteX4" fmla="*/ 128692 w 607617"/>
              <a:gd name="connsiteY4" fmla="*/ 179087 h 606722"/>
              <a:gd name="connsiteX5" fmla="*/ 131629 w 607617"/>
              <a:gd name="connsiteY5" fmla="*/ 171887 h 606722"/>
              <a:gd name="connsiteX6" fmla="*/ 128692 w 607617"/>
              <a:gd name="connsiteY6" fmla="*/ 164687 h 606722"/>
              <a:gd name="connsiteX7" fmla="*/ 114363 w 607617"/>
              <a:gd name="connsiteY7" fmla="*/ 164687 h 606722"/>
              <a:gd name="connsiteX8" fmla="*/ 121483 w 607617"/>
              <a:gd name="connsiteY8" fmla="*/ 60686 h 606722"/>
              <a:gd name="connsiteX9" fmla="*/ 111426 w 607617"/>
              <a:gd name="connsiteY9" fmla="*/ 70731 h 606722"/>
              <a:gd name="connsiteX10" fmla="*/ 111426 w 607617"/>
              <a:gd name="connsiteY10" fmla="*/ 131442 h 606722"/>
              <a:gd name="connsiteX11" fmla="*/ 121483 w 607617"/>
              <a:gd name="connsiteY11" fmla="*/ 141576 h 606722"/>
              <a:gd name="connsiteX12" fmla="*/ 131629 w 607617"/>
              <a:gd name="connsiteY12" fmla="*/ 131442 h 606722"/>
              <a:gd name="connsiteX13" fmla="*/ 131629 w 607617"/>
              <a:gd name="connsiteY13" fmla="*/ 70731 h 606722"/>
              <a:gd name="connsiteX14" fmla="*/ 121483 w 607617"/>
              <a:gd name="connsiteY14" fmla="*/ 60686 h 606722"/>
              <a:gd name="connsiteX15" fmla="*/ 121528 w 607617"/>
              <a:gd name="connsiteY15" fmla="*/ 308 h 606722"/>
              <a:gd name="connsiteX16" fmla="*/ 130294 w 607617"/>
              <a:gd name="connsiteY16" fmla="*/ 5041 h 606722"/>
              <a:gd name="connsiteX17" fmla="*/ 241631 w 607617"/>
              <a:gd name="connsiteY17" fmla="*/ 197221 h 606722"/>
              <a:gd name="connsiteX18" fmla="*/ 241631 w 607617"/>
              <a:gd name="connsiteY18" fmla="*/ 207265 h 606722"/>
              <a:gd name="connsiteX19" fmla="*/ 232909 w 607617"/>
              <a:gd name="connsiteY19" fmla="*/ 212332 h 606722"/>
              <a:gd name="connsiteX20" fmla="*/ 10146 w 607617"/>
              <a:gd name="connsiteY20" fmla="*/ 212332 h 606722"/>
              <a:gd name="connsiteX21" fmla="*/ 1335 w 607617"/>
              <a:gd name="connsiteY21" fmla="*/ 207265 h 606722"/>
              <a:gd name="connsiteX22" fmla="*/ 1335 w 607617"/>
              <a:gd name="connsiteY22" fmla="*/ 197221 h 606722"/>
              <a:gd name="connsiteX23" fmla="*/ 112761 w 607617"/>
              <a:gd name="connsiteY23" fmla="*/ 5041 h 606722"/>
              <a:gd name="connsiteX24" fmla="*/ 121528 w 607617"/>
              <a:gd name="connsiteY24" fmla="*/ 308 h 606722"/>
              <a:gd name="connsiteX25" fmla="*/ 313885 w 607617"/>
              <a:gd name="connsiteY25" fmla="*/ 0 h 606722"/>
              <a:gd name="connsiteX26" fmla="*/ 364532 w 607617"/>
              <a:gd name="connsiteY26" fmla="*/ 50568 h 606722"/>
              <a:gd name="connsiteX27" fmla="*/ 364532 w 607617"/>
              <a:gd name="connsiteY27" fmla="*/ 131440 h 606722"/>
              <a:gd name="connsiteX28" fmla="*/ 394884 w 607617"/>
              <a:gd name="connsiteY28" fmla="*/ 121309 h 606722"/>
              <a:gd name="connsiteX29" fmla="*/ 445530 w 607617"/>
              <a:gd name="connsiteY29" fmla="*/ 171876 h 606722"/>
              <a:gd name="connsiteX30" fmla="*/ 475972 w 607617"/>
              <a:gd name="connsiteY30" fmla="*/ 161745 h 606722"/>
              <a:gd name="connsiteX31" fmla="*/ 526529 w 607617"/>
              <a:gd name="connsiteY31" fmla="*/ 212313 h 606722"/>
              <a:gd name="connsiteX32" fmla="*/ 526529 w 607617"/>
              <a:gd name="connsiteY32" fmla="*/ 222444 h 606722"/>
              <a:gd name="connsiteX33" fmla="*/ 556971 w 607617"/>
              <a:gd name="connsiteY33" fmla="*/ 212313 h 606722"/>
              <a:gd name="connsiteX34" fmla="*/ 607617 w 607617"/>
              <a:gd name="connsiteY34" fmla="*/ 262880 h 606722"/>
              <a:gd name="connsiteX35" fmla="*/ 607617 w 607617"/>
              <a:gd name="connsiteY35" fmla="*/ 424714 h 606722"/>
              <a:gd name="connsiteX36" fmla="*/ 600140 w 607617"/>
              <a:gd name="connsiteY36" fmla="*/ 473149 h 606722"/>
              <a:gd name="connsiteX37" fmla="*/ 534184 w 607617"/>
              <a:gd name="connsiteY37" fmla="*/ 495811 h 606722"/>
              <a:gd name="connsiteX38" fmla="*/ 526885 w 607617"/>
              <a:gd name="connsiteY38" fmla="*/ 508075 h 606722"/>
              <a:gd name="connsiteX39" fmla="*/ 536676 w 607617"/>
              <a:gd name="connsiteY39" fmla="*/ 515718 h 606722"/>
              <a:gd name="connsiteX40" fmla="*/ 539258 w 607617"/>
              <a:gd name="connsiteY40" fmla="*/ 515363 h 606722"/>
              <a:gd name="connsiteX41" fmla="*/ 586522 w 607617"/>
              <a:gd name="connsiteY41" fmla="*/ 499899 h 606722"/>
              <a:gd name="connsiteX42" fmla="*/ 584831 w 607617"/>
              <a:gd name="connsiteY42" fmla="*/ 502121 h 606722"/>
              <a:gd name="connsiteX43" fmla="*/ 574773 w 607617"/>
              <a:gd name="connsiteY43" fmla="*/ 527271 h 606722"/>
              <a:gd name="connsiteX44" fmla="*/ 475972 w 607617"/>
              <a:gd name="connsiteY44" fmla="*/ 606722 h 606722"/>
              <a:gd name="connsiteX45" fmla="*/ 374590 w 607617"/>
              <a:gd name="connsiteY45" fmla="*/ 606722 h 606722"/>
              <a:gd name="connsiteX46" fmla="*/ 273386 w 607617"/>
              <a:gd name="connsiteY46" fmla="*/ 505676 h 606722"/>
              <a:gd name="connsiteX47" fmla="*/ 273386 w 607617"/>
              <a:gd name="connsiteY47" fmla="*/ 487635 h 606722"/>
              <a:gd name="connsiteX48" fmla="*/ 317624 w 607617"/>
              <a:gd name="connsiteY48" fmla="*/ 513407 h 606722"/>
              <a:gd name="connsiteX49" fmla="*/ 324032 w 607617"/>
              <a:gd name="connsiteY49" fmla="*/ 515718 h 606722"/>
              <a:gd name="connsiteX50" fmla="*/ 331865 w 607617"/>
              <a:gd name="connsiteY50" fmla="*/ 511986 h 606722"/>
              <a:gd name="connsiteX51" fmla="*/ 330441 w 607617"/>
              <a:gd name="connsiteY51" fmla="*/ 497766 h 606722"/>
              <a:gd name="connsiteX52" fmla="*/ 273030 w 607617"/>
              <a:gd name="connsiteY52" fmla="*/ 464440 h 606722"/>
              <a:gd name="connsiteX53" fmla="*/ 250777 w 607617"/>
              <a:gd name="connsiteY53" fmla="*/ 452175 h 606722"/>
              <a:gd name="connsiteX54" fmla="*/ 214105 w 607617"/>
              <a:gd name="connsiteY54" fmla="*/ 399653 h 606722"/>
              <a:gd name="connsiteX55" fmla="*/ 135599 w 607617"/>
              <a:gd name="connsiteY55" fmla="*/ 293985 h 606722"/>
              <a:gd name="connsiteX56" fmla="*/ 121624 w 607617"/>
              <a:gd name="connsiteY56" fmla="*/ 271234 h 606722"/>
              <a:gd name="connsiteX57" fmla="*/ 136133 w 607617"/>
              <a:gd name="connsiteY57" fmla="*/ 244395 h 606722"/>
              <a:gd name="connsiteX58" fmla="*/ 149929 w 607617"/>
              <a:gd name="connsiteY58" fmla="*/ 237108 h 606722"/>
              <a:gd name="connsiteX59" fmla="*/ 263239 w 607617"/>
              <a:gd name="connsiteY59" fmla="*/ 280832 h 606722"/>
              <a:gd name="connsiteX60" fmla="*/ 263239 w 607617"/>
              <a:gd name="connsiteY60" fmla="*/ 50568 h 606722"/>
              <a:gd name="connsiteX61" fmla="*/ 313885 w 607617"/>
              <a:gd name="connsiteY61"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07617" h="606722">
                <a:moveTo>
                  <a:pt x="114363" y="164687"/>
                </a:moveTo>
                <a:cubicBezTo>
                  <a:pt x="112494" y="166643"/>
                  <a:pt x="111426" y="169309"/>
                  <a:pt x="111426" y="171887"/>
                </a:cubicBezTo>
                <a:cubicBezTo>
                  <a:pt x="111426" y="174554"/>
                  <a:pt x="112494" y="177132"/>
                  <a:pt x="114363" y="179087"/>
                </a:cubicBezTo>
                <a:cubicBezTo>
                  <a:pt x="116232" y="180865"/>
                  <a:pt x="118902" y="182021"/>
                  <a:pt x="121483" y="182021"/>
                </a:cubicBezTo>
                <a:cubicBezTo>
                  <a:pt x="124153" y="182021"/>
                  <a:pt x="126823" y="180865"/>
                  <a:pt x="128692" y="179087"/>
                </a:cubicBezTo>
                <a:cubicBezTo>
                  <a:pt x="130561" y="177132"/>
                  <a:pt x="131629" y="174554"/>
                  <a:pt x="131629" y="171887"/>
                </a:cubicBezTo>
                <a:cubicBezTo>
                  <a:pt x="131629" y="169309"/>
                  <a:pt x="130561" y="166643"/>
                  <a:pt x="128692" y="164687"/>
                </a:cubicBezTo>
                <a:cubicBezTo>
                  <a:pt x="124954" y="160954"/>
                  <a:pt x="118101" y="160954"/>
                  <a:pt x="114363" y="164687"/>
                </a:cubicBezTo>
                <a:close/>
                <a:moveTo>
                  <a:pt x="121483" y="60686"/>
                </a:moveTo>
                <a:cubicBezTo>
                  <a:pt x="115876" y="60686"/>
                  <a:pt x="111426" y="65220"/>
                  <a:pt x="111426" y="70731"/>
                </a:cubicBezTo>
                <a:lnTo>
                  <a:pt x="111426" y="131442"/>
                </a:lnTo>
                <a:cubicBezTo>
                  <a:pt x="111426" y="137042"/>
                  <a:pt x="115876" y="141576"/>
                  <a:pt x="121483" y="141576"/>
                </a:cubicBezTo>
                <a:cubicBezTo>
                  <a:pt x="127090" y="141576"/>
                  <a:pt x="131629" y="137042"/>
                  <a:pt x="131629" y="131442"/>
                </a:cubicBezTo>
                <a:lnTo>
                  <a:pt x="131629" y="70731"/>
                </a:lnTo>
                <a:cubicBezTo>
                  <a:pt x="131629" y="65220"/>
                  <a:pt x="127090" y="60686"/>
                  <a:pt x="121483" y="60686"/>
                </a:cubicBezTo>
                <a:close/>
                <a:moveTo>
                  <a:pt x="121528" y="308"/>
                </a:moveTo>
                <a:cubicBezTo>
                  <a:pt x="124999" y="308"/>
                  <a:pt x="128469" y="1886"/>
                  <a:pt x="130294" y="5041"/>
                </a:cubicBezTo>
                <a:lnTo>
                  <a:pt x="241631" y="197221"/>
                </a:lnTo>
                <a:cubicBezTo>
                  <a:pt x="243500" y="200332"/>
                  <a:pt x="243500" y="204154"/>
                  <a:pt x="241631" y="207265"/>
                </a:cubicBezTo>
                <a:cubicBezTo>
                  <a:pt x="239851" y="210465"/>
                  <a:pt x="236558" y="212332"/>
                  <a:pt x="232909" y="212332"/>
                </a:cubicBezTo>
                <a:lnTo>
                  <a:pt x="10146" y="212332"/>
                </a:lnTo>
                <a:cubicBezTo>
                  <a:pt x="6497" y="212332"/>
                  <a:pt x="3204" y="210465"/>
                  <a:pt x="1335" y="207265"/>
                </a:cubicBezTo>
                <a:cubicBezTo>
                  <a:pt x="-445" y="204154"/>
                  <a:pt x="-445" y="200332"/>
                  <a:pt x="1335" y="197221"/>
                </a:cubicBezTo>
                <a:lnTo>
                  <a:pt x="112761" y="5041"/>
                </a:lnTo>
                <a:cubicBezTo>
                  <a:pt x="114586" y="1886"/>
                  <a:pt x="118057" y="308"/>
                  <a:pt x="121528" y="308"/>
                </a:cubicBezTo>
                <a:close/>
                <a:moveTo>
                  <a:pt x="313885" y="0"/>
                </a:moveTo>
                <a:cubicBezTo>
                  <a:pt x="341834" y="0"/>
                  <a:pt x="364532" y="22662"/>
                  <a:pt x="364532" y="50568"/>
                </a:cubicBezTo>
                <a:lnTo>
                  <a:pt x="364532" y="131440"/>
                </a:lnTo>
                <a:cubicBezTo>
                  <a:pt x="372988" y="125130"/>
                  <a:pt x="383491" y="121309"/>
                  <a:pt x="394884" y="121309"/>
                </a:cubicBezTo>
                <a:cubicBezTo>
                  <a:pt x="422833" y="121309"/>
                  <a:pt x="445530" y="144060"/>
                  <a:pt x="445530" y="171876"/>
                </a:cubicBezTo>
                <a:cubicBezTo>
                  <a:pt x="453986" y="165567"/>
                  <a:pt x="464579" y="161745"/>
                  <a:pt x="475972" y="161745"/>
                </a:cubicBezTo>
                <a:cubicBezTo>
                  <a:pt x="503832" y="161745"/>
                  <a:pt x="526529" y="184496"/>
                  <a:pt x="526529" y="212313"/>
                </a:cubicBezTo>
                <a:lnTo>
                  <a:pt x="526529" y="222444"/>
                </a:lnTo>
                <a:cubicBezTo>
                  <a:pt x="535074" y="216134"/>
                  <a:pt x="545577" y="212313"/>
                  <a:pt x="556971" y="212313"/>
                </a:cubicBezTo>
                <a:cubicBezTo>
                  <a:pt x="584831" y="212313"/>
                  <a:pt x="607617" y="235064"/>
                  <a:pt x="607617" y="262880"/>
                </a:cubicBezTo>
                <a:lnTo>
                  <a:pt x="607617" y="424714"/>
                </a:lnTo>
                <a:cubicBezTo>
                  <a:pt x="607617" y="443644"/>
                  <a:pt x="604502" y="459996"/>
                  <a:pt x="600140" y="473149"/>
                </a:cubicBezTo>
                <a:cubicBezTo>
                  <a:pt x="576197" y="482747"/>
                  <a:pt x="550473" y="491545"/>
                  <a:pt x="534184" y="495811"/>
                </a:cubicBezTo>
                <a:cubicBezTo>
                  <a:pt x="528754" y="497233"/>
                  <a:pt x="525461" y="502743"/>
                  <a:pt x="526885" y="508075"/>
                </a:cubicBezTo>
                <a:cubicBezTo>
                  <a:pt x="528042" y="512697"/>
                  <a:pt x="532226" y="515718"/>
                  <a:pt x="536676" y="515718"/>
                </a:cubicBezTo>
                <a:cubicBezTo>
                  <a:pt x="537566" y="515718"/>
                  <a:pt x="538368" y="515629"/>
                  <a:pt x="539258" y="515363"/>
                </a:cubicBezTo>
                <a:cubicBezTo>
                  <a:pt x="539792" y="515274"/>
                  <a:pt x="560887" y="509142"/>
                  <a:pt x="586522" y="499899"/>
                </a:cubicBezTo>
                <a:cubicBezTo>
                  <a:pt x="585988" y="500610"/>
                  <a:pt x="585365" y="501499"/>
                  <a:pt x="584831" y="502121"/>
                </a:cubicBezTo>
                <a:cubicBezTo>
                  <a:pt x="581003" y="506564"/>
                  <a:pt x="577443" y="515452"/>
                  <a:pt x="574773" y="527271"/>
                </a:cubicBezTo>
                <a:cubicBezTo>
                  <a:pt x="565070" y="570374"/>
                  <a:pt x="519854" y="606722"/>
                  <a:pt x="475972" y="606722"/>
                </a:cubicBezTo>
                <a:lnTo>
                  <a:pt x="374590" y="606722"/>
                </a:lnTo>
                <a:cubicBezTo>
                  <a:pt x="318781" y="606722"/>
                  <a:pt x="273386" y="561398"/>
                  <a:pt x="273386" y="505676"/>
                </a:cubicBezTo>
                <a:lnTo>
                  <a:pt x="273386" y="487635"/>
                </a:lnTo>
                <a:cubicBezTo>
                  <a:pt x="293146" y="498477"/>
                  <a:pt x="312639" y="509319"/>
                  <a:pt x="317624" y="513407"/>
                </a:cubicBezTo>
                <a:cubicBezTo>
                  <a:pt x="319493" y="514918"/>
                  <a:pt x="321718" y="515718"/>
                  <a:pt x="324032" y="515718"/>
                </a:cubicBezTo>
                <a:cubicBezTo>
                  <a:pt x="326970" y="515718"/>
                  <a:pt x="329818" y="514385"/>
                  <a:pt x="331865" y="511986"/>
                </a:cubicBezTo>
                <a:cubicBezTo>
                  <a:pt x="335425" y="507720"/>
                  <a:pt x="334802" y="501321"/>
                  <a:pt x="330441" y="497766"/>
                </a:cubicBezTo>
                <a:cubicBezTo>
                  <a:pt x="323676" y="492167"/>
                  <a:pt x="304272" y="481503"/>
                  <a:pt x="273030" y="464440"/>
                </a:cubicBezTo>
                <a:cubicBezTo>
                  <a:pt x="265909" y="460529"/>
                  <a:pt x="258254" y="456352"/>
                  <a:pt x="250777" y="452175"/>
                </a:cubicBezTo>
                <a:cubicBezTo>
                  <a:pt x="230483" y="425958"/>
                  <a:pt x="214995" y="401075"/>
                  <a:pt x="214105" y="399653"/>
                </a:cubicBezTo>
                <a:cubicBezTo>
                  <a:pt x="190696" y="357528"/>
                  <a:pt x="153490" y="314603"/>
                  <a:pt x="135599" y="293985"/>
                </a:cubicBezTo>
                <a:cubicBezTo>
                  <a:pt x="121802" y="278077"/>
                  <a:pt x="120645" y="276744"/>
                  <a:pt x="121624" y="271234"/>
                </a:cubicBezTo>
                <a:cubicBezTo>
                  <a:pt x="121357" y="266791"/>
                  <a:pt x="120912" y="254438"/>
                  <a:pt x="136133" y="244395"/>
                </a:cubicBezTo>
                <a:cubicBezTo>
                  <a:pt x="139337" y="242262"/>
                  <a:pt x="144233" y="239241"/>
                  <a:pt x="149929" y="237108"/>
                </a:cubicBezTo>
                <a:cubicBezTo>
                  <a:pt x="188915" y="222444"/>
                  <a:pt x="240630" y="242440"/>
                  <a:pt x="263239" y="280832"/>
                </a:cubicBezTo>
                <a:lnTo>
                  <a:pt x="263239" y="50568"/>
                </a:lnTo>
                <a:cubicBezTo>
                  <a:pt x="263239" y="22662"/>
                  <a:pt x="285936" y="0"/>
                  <a:pt x="313885" y="0"/>
                </a:cubicBezTo>
                <a:close/>
              </a:path>
            </a:pathLst>
          </a:custGeom>
          <a:solidFill>
            <a:schemeClr val="accent1"/>
          </a:solidFill>
          <a:ln>
            <a:noFill/>
          </a:ln>
        </p:spPr>
      </p:sp>
    </p:spTree>
    <p:extLst>
      <p:ext uri="{BB962C8B-B14F-4D97-AF65-F5344CB8AC3E}">
        <p14:creationId xmlns:p14="http://schemas.microsoft.com/office/powerpoint/2010/main" val="485999261"/>
      </p:ext>
    </p:extLst>
  </p:cSld>
  <p:clrMapOvr>
    <a:masterClrMapping/>
  </p:clrMapOvr>
  <p:transition spd="med">
    <p:pull/>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折线图</a:t>
            </a:r>
          </a:p>
        </p:txBody>
      </p:sp>
      <p:graphicFrame>
        <p:nvGraphicFramePr>
          <p:cNvPr id="41" name="图表 40">
            <a:extLst>
              <a:ext uri="{FF2B5EF4-FFF2-40B4-BE49-F238E27FC236}">
                <a16:creationId xmlns:a16="http://schemas.microsoft.com/office/drawing/2014/main" id="{90AFFEB8-4A83-474C-91EF-AD1514B89C6D}"/>
              </a:ext>
            </a:extLst>
          </p:cNvPr>
          <p:cNvGraphicFramePr/>
          <p:nvPr/>
        </p:nvGraphicFramePr>
        <p:xfrm>
          <a:off x="1930957" y="1130300"/>
          <a:ext cx="8447315" cy="3686628"/>
        </p:xfrm>
        <a:graphic>
          <a:graphicData uri="http://schemas.openxmlformats.org/drawingml/2006/chart">
            <c:chart xmlns:c="http://schemas.openxmlformats.org/drawingml/2006/chart" xmlns:r="http://schemas.openxmlformats.org/officeDocument/2006/relationships" r:id="rId3"/>
          </a:graphicData>
        </a:graphic>
      </p:graphicFrame>
      <p:sp>
        <p:nvSpPr>
          <p:cNvPr id="42" name="文本框 41">
            <a:extLst>
              <a:ext uri="{FF2B5EF4-FFF2-40B4-BE49-F238E27FC236}">
                <a16:creationId xmlns:a16="http://schemas.microsoft.com/office/drawing/2014/main" id="{ECAFC884-D403-4ADA-9506-ADB7C4E30934}"/>
              </a:ext>
            </a:extLst>
          </p:cNvPr>
          <p:cNvSpPr txBox="1"/>
          <p:nvPr/>
        </p:nvSpPr>
        <p:spPr>
          <a:xfrm>
            <a:off x="1511300" y="5199502"/>
            <a:ext cx="9410700" cy="720197"/>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通过数据分析可以得知什么，折线图一般用作表明发展变化，并能得出发展趋势。图表上右键单击编辑数据，可以直接修改数据。双击相应内容，修改格式</a:t>
            </a:r>
          </a:p>
        </p:txBody>
      </p:sp>
    </p:spTree>
    <p:extLst>
      <p:ext uri="{BB962C8B-B14F-4D97-AF65-F5344CB8AC3E}">
        <p14:creationId xmlns:p14="http://schemas.microsoft.com/office/powerpoint/2010/main" val="2062047155"/>
      </p:ext>
    </p:extLst>
  </p:cSld>
  <p:clrMapOvr>
    <a:masterClrMapping/>
  </p:clrMapOvr>
  <p:transition spd="med">
    <p:pull/>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柱状图分析</a:t>
            </a:r>
          </a:p>
        </p:txBody>
      </p:sp>
      <p:graphicFrame>
        <p:nvGraphicFramePr>
          <p:cNvPr id="5" name="图表 4">
            <a:extLst>
              <a:ext uri="{FF2B5EF4-FFF2-40B4-BE49-F238E27FC236}">
                <a16:creationId xmlns:a16="http://schemas.microsoft.com/office/drawing/2014/main" id="{CC2FD689-6090-44F2-A5F6-3C5ACFB2BE8B}"/>
              </a:ext>
            </a:extLst>
          </p:cNvPr>
          <p:cNvGraphicFramePr/>
          <p:nvPr/>
        </p:nvGraphicFramePr>
        <p:xfrm>
          <a:off x="1938212" y="1230923"/>
          <a:ext cx="8297988" cy="3575540"/>
        </p:xfrm>
        <a:graphic>
          <a:graphicData uri="http://schemas.openxmlformats.org/drawingml/2006/chart">
            <c:chart xmlns:c="http://schemas.openxmlformats.org/drawingml/2006/chart" xmlns:r="http://schemas.openxmlformats.org/officeDocument/2006/relationships" r:id="rId3"/>
          </a:graphicData>
        </a:graphic>
      </p:graphicFrame>
      <p:sp>
        <p:nvSpPr>
          <p:cNvPr id="6" name="文本框 5">
            <a:extLst>
              <a:ext uri="{FF2B5EF4-FFF2-40B4-BE49-F238E27FC236}">
                <a16:creationId xmlns:a16="http://schemas.microsoft.com/office/drawing/2014/main" id="{37ABB768-D448-4F0B-B5F5-E463A9C7916E}"/>
              </a:ext>
            </a:extLst>
          </p:cNvPr>
          <p:cNvSpPr txBox="1"/>
          <p:nvPr/>
        </p:nvSpPr>
        <p:spPr>
          <a:xfrm>
            <a:off x="1524000" y="5199502"/>
            <a:ext cx="9372600" cy="720197"/>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通过数据分析可以得知什么，柱形图一般用作说明数据的具体大小，由高低直观表达出数据量。图表上右键单击编辑数据，可以直接修改数据。</a:t>
            </a:r>
          </a:p>
        </p:txBody>
      </p:sp>
    </p:spTree>
    <p:extLst>
      <p:ext uri="{BB962C8B-B14F-4D97-AF65-F5344CB8AC3E}">
        <p14:creationId xmlns:p14="http://schemas.microsoft.com/office/powerpoint/2010/main" val="4155883649"/>
      </p:ext>
    </p:extLst>
  </p:cSld>
  <p:clrMapOvr>
    <a:masterClrMapping/>
  </p:clrMapOvr>
  <p:transition spd="med">
    <p:pull/>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柱状图对比</a:t>
            </a:r>
          </a:p>
        </p:txBody>
      </p:sp>
      <p:graphicFrame>
        <p:nvGraphicFramePr>
          <p:cNvPr id="7" name="内容占位符 5">
            <a:extLst>
              <a:ext uri="{FF2B5EF4-FFF2-40B4-BE49-F238E27FC236}">
                <a16:creationId xmlns:a16="http://schemas.microsoft.com/office/drawing/2014/main" id="{126F6F27-4D73-4175-85E7-33EE7568BB4B}"/>
              </a:ext>
            </a:extLst>
          </p:cNvPr>
          <p:cNvGraphicFramePr>
            <a:graphicFrameLocks/>
          </p:cNvGraphicFramePr>
          <p:nvPr/>
        </p:nvGraphicFramePr>
        <p:xfrm>
          <a:off x="924013" y="1947394"/>
          <a:ext cx="6269267" cy="3927348"/>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框 7">
            <a:extLst>
              <a:ext uri="{FF2B5EF4-FFF2-40B4-BE49-F238E27FC236}">
                <a16:creationId xmlns:a16="http://schemas.microsoft.com/office/drawing/2014/main" id="{7A5ADAAB-06CB-4509-9E2F-929A7BC79C14}"/>
              </a:ext>
            </a:extLst>
          </p:cNvPr>
          <p:cNvSpPr txBox="1"/>
          <p:nvPr/>
        </p:nvSpPr>
        <p:spPr>
          <a:xfrm>
            <a:off x="4188817" y="1359444"/>
            <a:ext cx="3873143" cy="505588"/>
          </a:xfrm>
          <a:prstGeom prst="rect">
            <a:avLst/>
          </a:prstGeom>
          <a:noFill/>
          <a:ln>
            <a:noFill/>
          </a:ln>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学生的什么调查分析</a:t>
            </a:r>
          </a:p>
        </p:txBody>
      </p:sp>
      <p:sp>
        <p:nvSpPr>
          <p:cNvPr id="9" name="文本框 8">
            <a:extLst>
              <a:ext uri="{FF2B5EF4-FFF2-40B4-BE49-F238E27FC236}">
                <a16:creationId xmlns:a16="http://schemas.microsoft.com/office/drawing/2014/main" id="{47E2459E-B67F-4D55-A86C-6669A97C7BCB}"/>
              </a:ext>
            </a:extLst>
          </p:cNvPr>
          <p:cNvSpPr txBox="1"/>
          <p:nvPr/>
        </p:nvSpPr>
        <p:spPr>
          <a:xfrm>
            <a:off x="8032571" y="2416175"/>
            <a:ext cx="3048000" cy="505588"/>
          </a:xfrm>
          <a:prstGeom prst="rect">
            <a:avLst/>
          </a:prstGeom>
          <a:noFill/>
        </p:spPr>
        <p:txBody>
          <a:bodyPr wrap="square" lIns="0" tIns="0" rIns="0" bIns="0" rtlCol="0">
            <a:sp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rPr>
              <a:t>数据分析结论</a:t>
            </a:r>
            <a:endParaRPr kumimoji="0" lang="en-US" altLang="zh-CN" sz="2800" b="1" i="0" u="none" strike="noStrike" kern="1200" cap="none" spc="3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endParaRPr>
          </a:p>
        </p:txBody>
      </p:sp>
      <p:sp>
        <p:nvSpPr>
          <p:cNvPr id="10" name="文本框 9">
            <a:extLst>
              <a:ext uri="{FF2B5EF4-FFF2-40B4-BE49-F238E27FC236}">
                <a16:creationId xmlns:a16="http://schemas.microsoft.com/office/drawing/2014/main" id="{A8556209-24C5-473E-8CF5-173C597F7B42}"/>
              </a:ext>
            </a:extLst>
          </p:cNvPr>
          <p:cNvSpPr txBox="1"/>
          <p:nvPr/>
        </p:nvSpPr>
        <p:spPr>
          <a:xfrm>
            <a:off x="8061960" y="3252940"/>
            <a:ext cx="3215640" cy="1811137"/>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通过数据分析可以得知什么实验班怎样对照班怎样，说明了什么，可能原因是什么写到这里啦，写多写少都可以呀。</a:t>
            </a:r>
          </a:p>
        </p:txBody>
      </p:sp>
      <p:sp>
        <p:nvSpPr>
          <p:cNvPr id="11" name="任意多边形: 形状 13">
            <a:extLst>
              <a:ext uri="{FF2B5EF4-FFF2-40B4-BE49-F238E27FC236}">
                <a16:creationId xmlns:a16="http://schemas.microsoft.com/office/drawing/2014/main" id="{29A83ABF-C2B0-4943-B3A9-F52C412C390D}"/>
              </a:ext>
            </a:extLst>
          </p:cNvPr>
          <p:cNvSpPr/>
          <p:nvPr/>
        </p:nvSpPr>
        <p:spPr>
          <a:xfrm>
            <a:off x="7651623" y="2515835"/>
            <a:ext cx="179044" cy="2703769"/>
          </a:xfrm>
          <a:custGeom>
            <a:avLst/>
            <a:gdLst>
              <a:gd name="connsiteX0" fmla="*/ 0 w 166255"/>
              <a:gd name="connsiteY0" fmla="*/ 0 h 2341419"/>
              <a:gd name="connsiteX1" fmla="*/ 0 w 166255"/>
              <a:gd name="connsiteY1" fmla="*/ 498764 h 2341419"/>
              <a:gd name="connsiteX2" fmla="*/ 166255 w 166255"/>
              <a:gd name="connsiteY2" fmla="*/ 498764 h 2341419"/>
              <a:gd name="connsiteX3" fmla="*/ 13855 w 166255"/>
              <a:gd name="connsiteY3" fmla="*/ 762000 h 2341419"/>
              <a:gd name="connsiteX4" fmla="*/ 13855 w 166255"/>
              <a:gd name="connsiteY4" fmla="*/ 2341419 h 23414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255" h="2341419">
                <a:moveTo>
                  <a:pt x="0" y="0"/>
                </a:moveTo>
                <a:lnTo>
                  <a:pt x="0" y="498764"/>
                </a:lnTo>
                <a:lnTo>
                  <a:pt x="166255" y="498764"/>
                </a:lnTo>
                <a:lnTo>
                  <a:pt x="13855" y="762000"/>
                </a:lnTo>
                <a:lnTo>
                  <a:pt x="13855" y="2341419"/>
                </a:lnTo>
              </a:path>
            </a:pathLst>
          </a:custGeom>
          <a:noFill/>
          <a:ln w="28575" cap="flat" cmpd="sng" algn="ctr">
            <a:solidFill>
              <a:schemeClr val="accent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Tree>
    <p:extLst>
      <p:ext uri="{BB962C8B-B14F-4D97-AF65-F5344CB8AC3E}">
        <p14:creationId xmlns:p14="http://schemas.microsoft.com/office/powerpoint/2010/main" val="1665812215"/>
      </p:ext>
    </p:extLst>
  </p:cSld>
  <p:clrMapOvr>
    <a:masterClrMapping/>
  </p:clrMapOvr>
  <p:transition spd="med">
    <p:pull/>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柱状图对比</a:t>
            </a:r>
          </a:p>
        </p:txBody>
      </p:sp>
      <p:graphicFrame>
        <p:nvGraphicFramePr>
          <p:cNvPr id="12" name="内容占位符 5">
            <a:extLst>
              <a:ext uri="{FF2B5EF4-FFF2-40B4-BE49-F238E27FC236}">
                <a16:creationId xmlns:a16="http://schemas.microsoft.com/office/drawing/2014/main" id="{126F6F27-4D73-4175-85E7-33EE7568BB4B}"/>
              </a:ext>
            </a:extLst>
          </p:cNvPr>
          <p:cNvGraphicFramePr>
            <a:graphicFrameLocks/>
          </p:cNvGraphicFramePr>
          <p:nvPr/>
        </p:nvGraphicFramePr>
        <p:xfrm>
          <a:off x="673100" y="1641960"/>
          <a:ext cx="6978523" cy="4226646"/>
        </p:xfrm>
        <a:graphic>
          <a:graphicData uri="http://schemas.openxmlformats.org/drawingml/2006/chart">
            <c:chart xmlns:c="http://schemas.openxmlformats.org/drawingml/2006/chart" xmlns:r="http://schemas.openxmlformats.org/officeDocument/2006/relationships" r:id="rId3"/>
          </a:graphicData>
        </a:graphic>
      </p:graphicFrame>
      <p:sp>
        <p:nvSpPr>
          <p:cNvPr id="13" name="文本框 12">
            <a:extLst>
              <a:ext uri="{FF2B5EF4-FFF2-40B4-BE49-F238E27FC236}">
                <a16:creationId xmlns:a16="http://schemas.microsoft.com/office/drawing/2014/main" id="{7A5ADAAB-06CB-4509-9E2F-929A7BC79C14}"/>
              </a:ext>
            </a:extLst>
          </p:cNvPr>
          <p:cNvSpPr txBox="1"/>
          <p:nvPr/>
        </p:nvSpPr>
        <p:spPr>
          <a:xfrm>
            <a:off x="2222857" y="1291720"/>
            <a:ext cx="3873143" cy="325025"/>
          </a:xfrm>
          <a:prstGeom prst="rect">
            <a:avLst/>
          </a:prstGeom>
          <a:noFill/>
          <a:ln>
            <a:noFill/>
          </a:ln>
        </p:spPr>
        <p:txBody>
          <a:bodyPr wrap="square" lIns="0" tIns="0" rIns="0" bIns="0" rtlCol="0">
            <a:spAutoFit/>
          </a:bodyPr>
          <a:lstStyle/>
          <a:p>
            <a:pPr marL="0" marR="0" lvl="0" indent="0" algn="ctr"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75000"/>
                    <a:lumOff val="25000"/>
                  </a:prstClr>
                </a:solidFill>
                <a:effectLst/>
                <a:uLnTx/>
                <a:uFillTx/>
                <a:latin typeface="微软雅黑"/>
                <a:ea typeface="微软雅黑" panose="020B0503020204020204" pitchFamily="34" charset="-122"/>
                <a:cs typeface="+mn-cs"/>
              </a:rPr>
              <a:t>学校间情况对比</a:t>
            </a:r>
          </a:p>
        </p:txBody>
      </p:sp>
      <p:sp>
        <p:nvSpPr>
          <p:cNvPr id="14" name="文本框 13">
            <a:extLst>
              <a:ext uri="{FF2B5EF4-FFF2-40B4-BE49-F238E27FC236}">
                <a16:creationId xmlns:a16="http://schemas.microsoft.com/office/drawing/2014/main" id="{47E2459E-B67F-4D55-A86C-6669A97C7BCB}"/>
              </a:ext>
            </a:extLst>
          </p:cNvPr>
          <p:cNvSpPr txBox="1"/>
          <p:nvPr/>
        </p:nvSpPr>
        <p:spPr>
          <a:xfrm>
            <a:off x="8027489" y="1291720"/>
            <a:ext cx="3048000" cy="505588"/>
          </a:xfrm>
          <a:prstGeom prst="rect">
            <a:avLst/>
          </a:prstGeom>
          <a:noFill/>
        </p:spPr>
        <p:txBody>
          <a:bodyPr wrap="square" lIns="0" tIns="0" rIns="0" bIns="0" rtlCol="0">
            <a:spAutoFit/>
          </a:bodyPr>
          <a:lstStyle/>
          <a:p>
            <a:pPr marL="0" marR="0" lvl="0" indent="0" algn="l" defTabSz="914400" rtl="0" eaLnBrk="0" fontAlgn="base" latinLnBrk="0" hangingPunct="0">
              <a:lnSpc>
                <a:spcPct val="130000"/>
              </a:lnSpc>
              <a:spcBef>
                <a:spcPct val="0"/>
              </a:spcBef>
              <a:spcAft>
                <a:spcPct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数据分析结论</a:t>
            </a:r>
            <a:endParaRPr kumimoji="0" lang="en-US" altLang="zh-CN"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a:extLst>
              <a:ext uri="{FF2B5EF4-FFF2-40B4-BE49-F238E27FC236}">
                <a16:creationId xmlns:a16="http://schemas.microsoft.com/office/drawing/2014/main" id="{A8556209-24C5-473E-8CF5-173C597F7B42}"/>
              </a:ext>
            </a:extLst>
          </p:cNvPr>
          <p:cNvSpPr txBox="1"/>
          <p:nvPr/>
        </p:nvSpPr>
        <p:spPr>
          <a:xfrm>
            <a:off x="8027489" y="2104906"/>
            <a:ext cx="3215640" cy="3961084"/>
          </a:xfrm>
          <a:prstGeom prst="rect">
            <a:avLst/>
          </a:prstGeom>
          <a:noFill/>
        </p:spPr>
        <p:txBody>
          <a:bodyPr wrap="square" lIns="0" tIns="0" rIns="0" bIns="0" rtlCol="0">
            <a:spAutoFit/>
          </a:bodyPr>
          <a:lstStyle/>
          <a:p>
            <a:pPr marL="342900" marR="0" lvl="0" indent="-342900" algn="just" defTabSz="914400" rtl="0" eaLnBrk="1" fontAlgn="base" latinLnBrk="0" hangingPunct="1">
              <a:lnSpc>
                <a:spcPct val="130000"/>
              </a:lnSpc>
              <a:spcBef>
                <a:spcPct val="0"/>
              </a:spcBef>
              <a:spcAft>
                <a:spcPct val="0"/>
              </a:spcAft>
              <a:buClrTx/>
              <a:buSzTx/>
              <a:buFont typeface="+mj-lt"/>
              <a:buAutoNum type="arabicPeriod"/>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rPr>
              <a:t>在图表上单击鼠标右键选择编辑数据，可以更改图表中的数值大小</a:t>
            </a:r>
            <a:endPar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endParaRPr>
          </a:p>
          <a:p>
            <a:pPr marL="342900" marR="0" lvl="0" indent="-342900" algn="just" defTabSz="914400" rtl="0" eaLnBrk="1" fontAlgn="base" latinLnBrk="0" hangingPunct="1">
              <a:lnSpc>
                <a:spcPct val="130000"/>
              </a:lnSpc>
              <a:spcBef>
                <a:spcPct val="0"/>
              </a:spcBef>
              <a:spcAft>
                <a:spcPct val="0"/>
              </a:spcAft>
              <a:buClrTx/>
              <a:buSzTx/>
              <a:buFont typeface="+mj-lt"/>
              <a:buAutoNum type="arabicPeriod"/>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rPr>
              <a:t>在图表上单击鼠标右键选择设置绘图区格式，可以更改图表上的颜色和格式等</a:t>
            </a:r>
            <a:endPar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endParaRPr>
          </a:p>
          <a:p>
            <a:pPr marL="342900" marR="0" lvl="0" indent="-342900" algn="just" defTabSz="914400" rtl="0" eaLnBrk="1" fontAlgn="base" latinLnBrk="0" hangingPunct="1">
              <a:lnSpc>
                <a:spcPct val="130000"/>
              </a:lnSpc>
              <a:spcBef>
                <a:spcPct val="0"/>
              </a:spcBef>
              <a:spcAft>
                <a:spcPct val="0"/>
              </a:spcAft>
              <a:buClrTx/>
              <a:buSzTx/>
              <a:buFont typeface="+mj-lt"/>
              <a:buAutoNum type="arabicPeriod"/>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rPr>
              <a:t>想要改哪部分格式，在上面双击试试</a:t>
            </a:r>
            <a:endPar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endParaRPr>
          </a:p>
          <a:p>
            <a:pPr marL="342900" marR="0" lvl="0" indent="-342900" algn="just" defTabSz="914400" rtl="0" eaLnBrk="1" fontAlgn="base" latinLnBrk="0" hangingPunct="1">
              <a:lnSpc>
                <a:spcPct val="130000"/>
              </a:lnSpc>
              <a:spcBef>
                <a:spcPct val="0"/>
              </a:spcBef>
              <a:spcAft>
                <a:spcPct val="0"/>
              </a:spcAft>
              <a:buClrTx/>
              <a:buSzTx/>
              <a:buFont typeface="+mj-lt"/>
              <a:buAutoNum type="arabicPeriod"/>
              <a:tabLst/>
              <a:defRPr/>
            </a:pPr>
            <a:r>
              <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panose="020B0503020204020204" pitchFamily="34" charset="-122"/>
                <a:ea typeface="微软雅黑" panose="020B0503020204020204" pitchFamily="34" charset="-122"/>
                <a:cs typeface="+mn-cs"/>
              </a:rPr>
              <a:t>……</a:t>
            </a:r>
          </a:p>
          <a:p>
            <a:pPr marL="342900" marR="0" lvl="0" indent="-342900" algn="just" defTabSz="914400" rtl="0" eaLnBrk="1" fontAlgn="base" latinLnBrk="0" hangingPunct="1">
              <a:lnSpc>
                <a:spcPct val="130000"/>
              </a:lnSpc>
              <a:spcBef>
                <a:spcPct val="0"/>
              </a:spcBef>
              <a:spcAft>
                <a:spcPct val="0"/>
              </a:spcAft>
              <a:buClrTx/>
              <a:buSzTx/>
              <a:buFont typeface="+mj-lt"/>
              <a:buAutoNum type="arabicPeriod"/>
              <a:tabLst/>
              <a:defRPr/>
            </a:pPr>
            <a:endParaRPr kumimoji="0" lang="zh-CN" altLang="en-US" sz="1800" b="0" i="0" u="none" strike="noStrike" kern="1200" cap="none" spc="300" normalizeH="0" baseline="0" noProof="0" dirty="0">
              <a:ln>
                <a:noFill/>
              </a:ln>
              <a:solidFill>
                <a:prstClr val="black">
                  <a:lumMod val="85000"/>
                  <a:lumOff val="15000"/>
                </a:prstClr>
              </a:solidFill>
              <a:effectLst/>
              <a:uLnTx/>
              <a:uFillTx/>
              <a:latin typeface="Century Gothic" panose="020B0502020202020204" pitchFamily="34" charset="0"/>
              <a:ea typeface="微软雅黑" panose="020B0503020204020204" pitchFamily="34" charset="-122"/>
              <a:cs typeface="+mn-cs"/>
            </a:endParaRPr>
          </a:p>
        </p:txBody>
      </p:sp>
    </p:spTree>
    <p:extLst>
      <p:ext uri="{BB962C8B-B14F-4D97-AF65-F5344CB8AC3E}">
        <p14:creationId xmlns:p14="http://schemas.microsoft.com/office/powerpoint/2010/main" val="4223216236"/>
      </p:ext>
    </p:extLst>
  </p:cSld>
  <p:clrMapOvr>
    <a:masterClrMapping/>
  </p:clrMapOvr>
  <p:transition spd="med">
    <p:pull/>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柱状图对比</a:t>
            </a:r>
          </a:p>
        </p:txBody>
      </p:sp>
      <p:graphicFrame>
        <p:nvGraphicFramePr>
          <p:cNvPr id="7" name="内容占位符 5">
            <a:extLst>
              <a:ext uri="{FF2B5EF4-FFF2-40B4-BE49-F238E27FC236}">
                <a16:creationId xmlns:a16="http://schemas.microsoft.com/office/drawing/2014/main" id="{126F6F27-4D73-4175-85E7-33EE7568BB4B}"/>
              </a:ext>
            </a:extLst>
          </p:cNvPr>
          <p:cNvGraphicFramePr>
            <a:graphicFrameLocks/>
          </p:cNvGraphicFramePr>
          <p:nvPr/>
        </p:nvGraphicFramePr>
        <p:xfrm>
          <a:off x="1127124" y="3100913"/>
          <a:ext cx="4408043" cy="286653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内容占位符 5">
            <a:extLst>
              <a:ext uri="{FF2B5EF4-FFF2-40B4-BE49-F238E27FC236}">
                <a16:creationId xmlns:a16="http://schemas.microsoft.com/office/drawing/2014/main" id="{126F6F27-4D73-4175-85E7-33EE7568BB4B}"/>
              </a:ext>
            </a:extLst>
          </p:cNvPr>
          <p:cNvGraphicFramePr>
            <a:graphicFrameLocks/>
          </p:cNvGraphicFramePr>
          <p:nvPr/>
        </p:nvGraphicFramePr>
        <p:xfrm>
          <a:off x="6788048" y="3096049"/>
          <a:ext cx="4408043" cy="2875629"/>
        </p:xfrm>
        <a:graphic>
          <a:graphicData uri="http://schemas.openxmlformats.org/drawingml/2006/chart">
            <c:chart xmlns:c="http://schemas.openxmlformats.org/drawingml/2006/chart" xmlns:r="http://schemas.openxmlformats.org/officeDocument/2006/relationships" r:id="rId4"/>
          </a:graphicData>
        </a:graphic>
      </p:graphicFrame>
      <p:sp>
        <p:nvSpPr>
          <p:cNvPr id="9" name="文本框 8">
            <a:extLst>
              <a:ext uri="{FF2B5EF4-FFF2-40B4-BE49-F238E27FC236}">
                <a16:creationId xmlns:a16="http://schemas.microsoft.com/office/drawing/2014/main" id="{47E2459E-B67F-4D55-A86C-6669A97C7BCB}"/>
              </a:ext>
            </a:extLst>
          </p:cNvPr>
          <p:cNvSpPr txBox="1"/>
          <p:nvPr/>
        </p:nvSpPr>
        <p:spPr>
          <a:xfrm>
            <a:off x="1817624" y="1136354"/>
            <a:ext cx="3048000" cy="505588"/>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rPr>
              <a:t>实验班数据对比</a:t>
            </a:r>
            <a:endParaRPr kumimoji="0" lang="en-US" altLang="zh-CN" sz="2800" b="1" i="0" u="none" strike="noStrike" kern="1200" cap="none" spc="300" normalizeH="0" baseline="0" noProof="0" dirty="0">
              <a:ln>
                <a:noFill/>
              </a:ln>
              <a:solidFill>
                <a:srgbClr val="006C39"/>
              </a:solidFill>
              <a:effectLst/>
              <a:uLnTx/>
              <a:uFillTx/>
              <a:latin typeface="微软雅黑" panose="020B0503020204020204" pitchFamily="34" charset="-122"/>
              <a:ea typeface="微软雅黑" panose="020B0503020204020204" pitchFamily="34" charset="-122"/>
              <a:cs typeface="+mn-cs"/>
            </a:endParaRPr>
          </a:p>
        </p:txBody>
      </p:sp>
      <p:sp>
        <p:nvSpPr>
          <p:cNvPr id="10" name="文本框 9">
            <a:extLst>
              <a:ext uri="{FF2B5EF4-FFF2-40B4-BE49-F238E27FC236}">
                <a16:creationId xmlns:a16="http://schemas.microsoft.com/office/drawing/2014/main" id="{47E2459E-B67F-4D55-A86C-6669A97C7BCB}"/>
              </a:ext>
            </a:extLst>
          </p:cNvPr>
          <p:cNvSpPr txBox="1"/>
          <p:nvPr/>
        </p:nvSpPr>
        <p:spPr>
          <a:xfrm>
            <a:off x="7422668" y="1136354"/>
            <a:ext cx="3048000" cy="560153"/>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2800" b="1" i="0" u="none" strike="noStrike" kern="1200" cap="none" spc="3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rPr>
              <a:t>对照班数据对比</a:t>
            </a:r>
            <a:endParaRPr kumimoji="0" lang="en-US" altLang="zh-CN" sz="2800" b="1" i="0" u="none" strike="noStrike" kern="1200" cap="none" spc="3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endParaRPr>
          </a:p>
        </p:txBody>
      </p:sp>
      <p:sp>
        <p:nvSpPr>
          <p:cNvPr id="11" name="文本框 10">
            <a:extLst>
              <a:ext uri="{FF2B5EF4-FFF2-40B4-BE49-F238E27FC236}">
                <a16:creationId xmlns:a16="http://schemas.microsoft.com/office/drawing/2014/main" id="{D5704C53-7BA8-456E-99EA-0FE7D6002BC2}"/>
              </a:ext>
            </a:extLst>
          </p:cNvPr>
          <p:cNvSpPr txBox="1"/>
          <p:nvPr/>
        </p:nvSpPr>
        <p:spPr>
          <a:xfrm>
            <a:off x="1305141" y="1793591"/>
            <a:ext cx="4072966" cy="960263"/>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描述具体内容，实验前试验后税局的变化，数据对比的情况与结论，并且分析原因，如何解决等等。</a:t>
            </a:r>
          </a:p>
        </p:txBody>
      </p:sp>
      <p:sp>
        <p:nvSpPr>
          <p:cNvPr id="16" name="文本框 15">
            <a:extLst>
              <a:ext uri="{FF2B5EF4-FFF2-40B4-BE49-F238E27FC236}">
                <a16:creationId xmlns:a16="http://schemas.microsoft.com/office/drawing/2014/main" id="{D5704C53-7BA8-456E-99EA-0FE7D6002BC2}"/>
              </a:ext>
            </a:extLst>
          </p:cNvPr>
          <p:cNvSpPr txBox="1"/>
          <p:nvPr/>
        </p:nvSpPr>
        <p:spPr>
          <a:xfrm>
            <a:off x="6813385" y="1793591"/>
            <a:ext cx="4072966" cy="960263"/>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描述具体内容，实验前试验后税局的变化，数据对比的情况与结论，并且分析原因，如何解决等等。</a:t>
            </a:r>
          </a:p>
        </p:txBody>
      </p:sp>
      <p:cxnSp>
        <p:nvCxnSpPr>
          <p:cNvPr id="17" name="直接连接符 16"/>
          <p:cNvCxnSpPr/>
          <p:nvPr/>
        </p:nvCxnSpPr>
        <p:spPr>
          <a:xfrm>
            <a:off x="6061166" y="2065159"/>
            <a:ext cx="0" cy="2808000"/>
          </a:xfrm>
          <a:prstGeom prst="line">
            <a:avLst/>
          </a:prstGeom>
          <a:noFill/>
          <a:ln w="3175" cap="flat" cmpd="sng" algn="ctr">
            <a:solidFill>
              <a:srgbClr val="01518A">
                <a:alpha val="18000"/>
              </a:srgbClr>
            </a:solidFill>
            <a:prstDash val="sysDash"/>
            <a:miter lim="800000"/>
          </a:ln>
          <a:effectLst/>
        </p:spPr>
      </p:cxnSp>
    </p:spTree>
    <p:extLst>
      <p:ext uri="{BB962C8B-B14F-4D97-AF65-F5344CB8AC3E}">
        <p14:creationId xmlns:p14="http://schemas.microsoft.com/office/powerpoint/2010/main" val="232574239"/>
      </p:ext>
    </p:extLst>
  </p:cSld>
  <p:clrMapOvr>
    <a:masterClrMapping/>
  </p:clrMapOvr>
  <p:transition spd="med">
    <p:pull/>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饼图</a:t>
            </a:r>
          </a:p>
        </p:txBody>
      </p:sp>
      <p:sp>
        <p:nvSpPr>
          <p:cNvPr id="12" name="矩形 11">
            <a:extLst>
              <a:ext uri="{FF2B5EF4-FFF2-40B4-BE49-F238E27FC236}">
                <a16:creationId xmlns:a16="http://schemas.microsoft.com/office/drawing/2014/main" id="{C2886257-6C36-427C-B7AA-FA7EE4E169C6}"/>
              </a:ext>
            </a:extLst>
          </p:cNvPr>
          <p:cNvSpPr/>
          <p:nvPr/>
        </p:nvSpPr>
        <p:spPr>
          <a:xfrm>
            <a:off x="6035377" y="1414753"/>
            <a:ext cx="5483523" cy="4271760"/>
          </a:xfrm>
          <a:prstGeom prst="rect">
            <a:avLst/>
          </a:prstGeom>
          <a:solidFill>
            <a:srgbClr val="FFFFFF"/>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
        <p:nvSpPr>
          <p:cNvPr id="13" name="矩形 12">
            <a:extLst>
              <a:ext uri="{FF2B5EF4-FFF2-40B4-BE49-F238E27FC236}">
                <a16:creationId xmlns:a16="http://schemas.microsoft.com/office/drawing/2014/main" id="{0BF05D4B-429A-43E4-8ACA-040CF7D7D38B}"/>
              </a:ext>
            </a:extLst>
          </p:cNvPr>
          <p:cNvSpPr/>
          <p:nvPr/>
        </p:nvSpPr>
        <p:spPr>
          <a:xfrm>
            <a:off x="660400" y="1414753"/>
            <a:ext cx="5644467" cy="4271760"/>
          </a:xfrm>
          <a:prstGeom prst="rect">
            <a:avLst/>
          </a:prstGeom>
          <a:solidFill>
            <a:srgbClr val="006C39"/>
          </a:solidFill>
          <a:ln w="12700" cap="flat" cmpd="sng" algn="ctr">
            <a:noFill/>
            <a:prstDash val="solid"/>
            <a:miter lim="800000"/>
          </a:ln>
          <a:effectLst>
            <a:outerShdw blurRad="165100" sx="101000" sy="101000" algn="ctr" rotWithShape="0">
              <a:prstClr val="black">
                <a:alpha val="15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graphicFrame>
        <p:nvGraphicFramePr>
          <p:cNvPr id="14" name="图表 13">
            <a:extLst>
              <a:ext uri="{FF2B5EF4-FFF2-40B4-BE49-F238E27FC236}">
                <a16:creationId xmlns:a16="http://schemas.microsoft.com/office/drawing/2014/main" id="{DBC86FA7-60BB-440B-A253-740E53A2568E}"/>
              </a:ext>
            </a:extLst>
          </p:cNvPr>
          <p:cNvGraphicFramePr/>
          <p:nvPr/>
        </p:nvGraphicFramePr>
        <p:xfrm>
          <a:off x="6864713" y="1516179"/>
          <a:ext cx="4523398" cy="3314526"/>
        </p:xfrm>
        <a:graphic>
          <a:graphicData uri="http://schemas.openxmlformats.org/drawingml/2006/chart">
            <c:chart xmlns:c="http://schemas.openxmlformats.org/drawingml/2006/chart" xmlns:r="http://schemas.openxmlformats.org/officeDocument/2006/relationships" r:id="rId3"/>
          </a:graphicData>
        </a:graphic>
      </p:graphicFrame>
      <p:sp>
        <p:nvSpPr>
          <p:cNvPr id="15" name="文本框 14">
            <a:extLst>
              <a:ext uri="{FF2B5EF4-FFF2-40B4-BE49-F238E27FC236}">
                <a16:creationId xmlns:a16="http://schemas.microsoft.com/office/drawing/2014/main" id="{3930641D-231F-429F-BA7B-A57491253EBF}"/>
              </a:ext>
            </a:extLst>
          </p:cNvPr>
          <p:cNvSpPr txBox="1"/>
          <p:nvPr/>
        </p:nvSpPr>
        <p:spPr>
          <a:xfrm>
            <a:off x="10405630" y="3910707"/>
            <a:ext cx="1289116" cy="848630"/>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en-US" altLang="zh-CN" sz="2800" b="0" i="0" u="none" strike="noStrike" kern="1200" cap="none" spc="300" normalizeH="0" baseline="0" noProof="0" dirty="0">
                <a:ln>
                  <a:noFill/>
                </a:ln>
                <a:solidFill>
                  <a:srgbClr val="006C39"/>
                </a:solidFill>
                <a:effectLst/>
                <a:uLnTx/>
                <a:uFillTx/>
                <a:latin typeface="Arial"/>
                <a:ea typeface="微软雅黑"/>
                <a:cs typeface="+mn-cs"/>
              </a:rPr>
              <a:t>22</a:t>
            </a:r>
            <a:r>
              <a:rPr kumimoji="0" lang="zh-CN" altLang="en-US" sz="1600" b="0" i="0" u="none" strike="noStrike" kern="1200" cap="none" spc="300" normalizeH="0" baseline="0" noProof="0" dirty="0">
                <a:ln>
                  <a:noFill/>
                </a:ln>
                <a:solidFill>
                  <a:srgbClr val="006C39"/>
                </a:solidFill>
                <a:effectLst/>
                <a:uLnTx/>
                <a:uFillTx/>
                <a:latin typeface="Arial"/>
                <a:ea typeface="微软雅黑"/>
                <a:cs typeface="+mn-cs"/>
              </a:rPr>
              <a:t>人</a:t>
            </a:r>
            <a:endParaRPr kumimoji="0" lang="en-US" altLang="zh-CN" sz="1800" b="0" i="0" u="none" strike="noStrike" kern="1200" cap="none" spc="300" normalizeH="0" baseline="0" noProof="0" dirty="0">
              <a:ln>
                <a:noFill/>
              </a:ln>
              <a:solidFill>
                <a:srgbClr val="006C39"/>
              </a:solidFill>
              <a:effectLst/>
              <a:uLnTx/>
              <a:uFillTx/>
              <a:latin typeface="Arial"/>
              <a:ea typeface="微软雅黑"/>
              <a:cs typeface="+mn-cs"/>
            </a:endParaRPr>
          </a:p>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独立完成</a:t>
            </a:r>
          </a:p>
        </p:txBody>
      </p:sp>
      <p:sp>
        <p:nvSpPr>
          <p:cNvPr id="18" name="文本框 17">
            <a:extLst>
              <a:ext uri="{FF2B5EF4-FFF2-40B4-BE49-F238E27FC236}">
                <a16:creationId xmlns:a16="http://schemas.microsoft.com/office/drawing/2014/main" id="{E2BFE64F-8E21-497A-901B-9DA3302BA810}"/>
              </a:ext>
            </a:extLst>
          </p:cNvPr>
          <p:cNvSpPr txBox="1"/>
          <p:nvPr/>
        </p:nvSpPr>
        <p:spPr>
          <a:xfrm>
            <a:off x="6189500" y="3839917"/>
            <a:ext cx="1289117" cy="880241"/>
          </a:xfrm>
          <a:prstGeom prst="rect">
            <a:avLst/>
          </a:prstGeom>
          <a:noFill/>
        </p:spPr>
        <p:txBody>
          <a:bodyPr wrap="square" lIns="0" tIns="0" rIns="0" bIns="0" rtlCol="0">
            <a:spAutoFit/>
          </a:bodyPr>
          <a:lstStyle/>
          <a:p>
            <a:pPr marL="0" marR="0" lvl="0" indent="0" algn="r" defTabSz="914400" rtl="0" eaLnBrk="1" fontAlgn="auto" latinLnBrk="0" hangingPunct="1">
              <a:lnSpc>
                <a:spcPct val="130000"/>
              </a:lnSpc>
              <a:spcBef>
                <a:spcPts val="0"/>
              </a:spcBef>
              <a:spcAft>
                <a:spcPts val="0"/>
              </a:spcAft>
              <a:buClrTx/>
              <a:buSzTx/>
              <a:buFontTx/>
              <a:buNone/>
              <a:tabLst/>
              <a:defRPr/>
            </a:pPr>
            <a:r>
              <a:rPr kumimoji="0" lang="en-US" altLang="zh-CN" sz="2800" b="0" i="0" u="none" strike="noStrike" kern="1200" cap="none" spc="300" normalizeH="0" baseline="0" noProof="0" dirty="0">
                <a:ln>
                  <a:noFill/>
                </a:ln>
                <a:solidFill>
                  <a:srgbClr val="A2A2A2"/>
                </a:solidFill>
                <a:effectLst/>
                <a:uLnTx/>
                <a:uFillTx/>
                <a:latin typeface="Arial"/>
                <a:ea typeface="微软雅黑"/>
                <a:cs typeface="+mn-cs"/>
              </a:rPr>
              <a:t>8</a:t>
            </a:r>
            <a:r>
              <a:rPr kumimoji="0" lang="zh-CN" altLang="en-US" sz="1600" b="0" i="0" u="none" strike="noStrike" kern="1200" cap="none" spc="300" normalizeH="0" baseline="0" noProof="0" dirty="0">
                <a:ln>
                  <a:noFill/>
                </a:ln>
                <a:solidFill>
                  <a:srgbClr val="A2A2A2"/>
                </a:solidFill>
                <a:effectLst/>
                <a:uLnTx/>
                <a:uFillTx/>
                <a:latin typeface="Arial"/>
                <a:ea typeface="微软雅黑"/>
                <a:cs typeface="+mn-cs"/>
              </a:rPr>
              <a:t>人</a:t>
            </a:r>
            <a:endParaRPr kumimoji="0" lang="en-US" altLang="zh-CN" sz="1800" b="0" i="0" u="none" strike="noStrike" kern="1200" cap="none" spc="300" normalizeH="0" baseline="0" noProof="0" dirty="0">
              <a:ln>
                <a:noFill/>
              </a:ln>
              <a:solidFill>
                <a:srgbClr val="A2A2A2"/>
              </a:solidFill>
              <a:effectLst/>
              <a:uLnTx/>
              <a:uFillTx/>
              <a:latin typeface="Arial"/>
              <a:ea typeface="微软雅黑"/>
              <a:cs typeface="+mn-cs"/>
            </a:endParaRPr>
          </a:p>
          <a:p>
            <a:pPr marL="0" marR="0" lvl="0" indent="0" algn="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同伴帮助</a:t>
            </a:r>
          </a:p>
        </p:txBody>
      </p:sp>
      <p:sp>
        <p:nvSpPr>
          <p:cNvPr id="19" name="文本框 18">
            <a:extLst>
              <a:ext uri="{FF2B5EF4-FFF2-40B4-BE49-F238E27FC236}">
                <a16:creationId xmlns:a16="http://schemas.microsoft.com/office/drawing/2014/main" id="{C3DED58F-150C-424F-AE63-99C95F04472F}"/>
              </a:ext>
            </a:extLst>
          </p:cNvPr>
          <p:cNvSpPr txBox="1"/>
          <p:nvPr/>
        </p:nvSpPr>
        <p:spPr>
          <a:xfrm>
            <a:off x="5843789" y="1931768"/>
            <a:ext cx="1733454" cy="848630"/>
          </a:xfrm>
          <a:prstGeom prst="rect">
            <a:avLst/>
          </a:prstGeom>
          <a:noFill/>
        </p:spPr>
        <p:txBody>
          <a:bodyPr wrap="square" lIns="0" tIns="0" rIns="0" bIns="0" rtlCol="0">
            <a:spAutoFit/>
          </a:bodyPr>
          <a:lstStyle/>
          <a:p>
            <a:pPr marL="0" marR="0" lvl="0" indent="0" algn="r" defTabSz="914400" rtl="0" eaLnBrk="1" fontAlgn="auto" latinLnBrk="0" hangingPunct="1">
              <a:lnSpc>
                <a:spcPct val="130000"/>
              </a:lnSpc>
              <a:spcBef>
                <a:spcPts val="0"/>
              </a:spcBef>
              <a:spcAft>
                <a:spcPts val="0"/>
              </a:spcAft>
              <a:buClrTx/>
              <a:buSzTx/>
              <a:buFontTx/>
              <a:buNone/>
              <a:tabLst/>
              <a:defRPr/>
            </a:pPr>
            <a:r>
              <a:rPr kumimoji="0" lang="en-US" altLang="zh-CN" sz="2800" b="0" i="0" u="none" strike="noStrike" kern="1200" cap="none" spc="300" normalizeH="0" baseline="0" noProof="0" dirty="0">
                <a:ln>
                  <a:noFill/>
                </a:ln>
                <a:solidFill>
                  <a:srgbClr val="A13F0B"/>
                </a:solidFill>
                <a:effectLst/>
                <a:uLnTx/>
                <a:uFillTx/>
                <a:latin typeface="Arial"/>
                <a:ea typeface="微软雅黑"/>
                <a:cs typeface="+mn-cs"/>
              </a:rPr>
              <a:t>5</a:t>
            </a:r>
            <a:r>
              <a:rPr kumimoji="0" lang="zh-CN" altLang="en-US" sz="1600" b="0" i="0" u="none" strike="noStrike" kern="1200" cap="none" spc="300" normalizeH="0" baseline="0" noProof="0" dirty="0">
                <a:ln>
                  <a:noFill/>
                </a:ln>
                <a:solidFill>
                  <a:srgbClr val="A13F0B"/>
                </a:solidFill>
                <a:effectLst/>
                <a:uLnTx/>
                <a:uFillTx/>
                <a:latin typeface="Arial"/>
                <a:ea typeface="微软雅黑"/>
                <a:cs typeface="+mn-cs"/>
              </a:rPr>
              <a:t>人</a:t>
            </a:r>
            <a:endParaRPr kumimoji="0" lang="en-US" altLang="zh-CN" sz="1800" b="0" i="0" u="none" strike="noStrike" kern="1200" cap="none" spc="300" normalizeH="0" baseline="0" noProof="0" dirty="0">
              <a:ln>
                <a:noFill/>
              </a:ln>
              <a:solidFill>
                <a:srgbClr val="A13F0B"/>
              </a:solidFill>
              <a:effectLst/>
              <a:uLnTx/>
              <a:uFillTx/>
              <a:latin typeface="Arial"/>
              <a:ea typeface="微软雅黑"/>
              <a:cs typeface="+mn-cs"/>
            </a:endParaRPr>
          </a:p>
          <a:p>
            <a:pPr marL="0" marR="0" lvl="0" indent="0" algn="r"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求助家长</a:t>
            </a:r>
          </a:p>
        </p:txBody>
      </p:sp>
      <p:sp>
        <p:nvSpPr>
          <p:cNvPr id="20" name="文本框 19">
            <a:extLst>
              <a:ext uri="{FF2B5EF4-FFF2-40B4-BE49-F238E27FC236}">
                <a16:creationId xmlns:a16="http://schemas.microsoft.com/office/drawing/2014/main" id="{5777CAF8-0EE0-46D1-AD8F-C414DFC9DB19}"/>
              </a:ext>
            </a:extLst>
          </p:cNvPr>
          <p:cNvSpPr txBox="1"/>
          <p:nvPr/>
        </p:nvSpPr>
        <p:spPr>
          <a:xfrm>
            <a:off x="9634394" y="1637490"/>
            <a:ext cx="1559434" cy="848630"/>
          </a:xfrm>
          <a:prstGeom prst="rect">
            <a:avLst/>
          </a:prstGeom>
          <a:noFill/>
        </p:spPr>
        <p:txBody>
          <a:bodyPr wrap="square" lIns="0" tIns="0" rIns="0" bIns="0" rtlCol="0">
            <a:sp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en-US" altLang="zh-CN" sz="2800" b="0" i="0" u="none" strike="noStrike" kern="1200" cap="none" spc="300" normalizeH="0" baseline="0" noProof="0" dirty="0">
                <a:ln>
                  <a:noFill/>
                </a:ln>
                <a:solidFill>
                  <a:srgbClr val="A13F0B"/>
                </a:solidFill>
                <a:effectLst/>
                <a:uLnTx/>
                <a:uFillTx/>
                <a:latin typeface="Arial"/>
                <a:ea typeface="微软雅黑"/>
                <a:cs typeface="+mn-cs"/>
              </a:rPr>
              <a:t>2</a:t>
            </a:r>
            <a:r>
              <a:rPr kumimoji="0" lang="zh-CN" altLang="en-US" sz="1600" b="0" i="0" u="none" strike="noStrike" kern="1200" cap="none" spc="300" normalizeH="0" baseline="0" noProof="0" dirty="0">
                <a:ln>
                  <a:noFill/>
                </a:ln>
                <a:solidFill>
                  <a:srgbClr val="A13F0B"/>
                </a:solidFill>
                <a:effectLst/>
                <a:uLnTx/>
                <a:uFillTx/>
                <a:latin typeface="Arial"/>
                <a:ea typeface="微软雅黑"/>
                <a:cs typeface="+mn-cs"/>
              </a:rPr>
              <a:t>人</a:t>
            </a:r>
            <a:endParaRPr kumimoji="0" lang="en-US" altLang="zh-CN" sz="1800" b="0" i="0" u="none" strike="noStrike" kern="1200" cap="none" spc="300" normalizeH="0" baseline="0" noProof="0" dirty="0">
              <a:ln>
                <a:noFill/>
              </a:ln>
              <a:solidFill>
                <a:srgbClr val="A13F0B"/>
              </a:solidFill>
              <a:effectLst/>
              <a:uLnTx/>
              <a:uFillTx/>
              <a:latin typeface="Arial"/>
              <a:ea typeface="微软雅黑"/>
              <a:cs typeface="+mn-cs"/>
            </a:endParaRPr>
          </a:p>
          <a:p>
            <a:pPr marL="0" marR="0" lvl="0" indent="0" algn="l" defTabSz="914400" rtl="0" eaLnBrk="1" fontAlgn="auto" latinLnBrk="0" hangingPunct="1">
              <a:lnSpc>
                <a:spcPct val="130000"/>
              </a:lnSpc>
              <a:spcBef>
                <a:spcPts val="0"/>
              </a:spcBef>
              <a:spcAft>
                <a:spcPts val="0"/>
              </a:spcAft>
              <a:buClrTx/>
              <a:buSzTx/>
              <a:buFontTx/>
              <a:buNone/>
              <a:tabLst/>
              <a:defRPr/>
            </a:pPr>
            <a:r>
              <a:rPr kumimoji="0" lang="zh-CN" altLang="en-US" sz="1600" b="0" i="0" u="none" strike="noStrike" kern="1200" cap="none" spc="300" normalizeH="0" baseline="0" noProof="0" dirty="0">
                <a:ln>
                  <a:noFill/>
                </a:ln>
                <a:solidFill>
                  <a:srgbClr val="000000">
                    <a:lumMod val="85000"/>
                    <a:lumOff val="15000"/>
                  </a:srgbClr>
                </a:solidFill>
                <a:effectLst/>
                <a:uLnTx/>
                <a:uFillTx/>
                <a:latin typeface="Arial"/>
                <a:ea typeface="微软雅黑"/>
                <a:cs typeface="+mn-cs"/>
              </a:rPr>
              <a:t>运用网络</a:t>
            </a:r>
          </a:p>
        </p:txBody>
      </p:sp>
      <p:sp>
        <p:nvSpPr>
          <p:cNvPr id="21" name="任意多边形: 形状 30">
            <a:extLst>
              <a:ext uri="{FF2B5EF4-FFF2-40B4-BE49-F238E27FC236}">
                <a16:creationId xmlns:a16="http://schemas.microsoft.com/office/drawing/2014/main" id="{BEFC332D-0C14-4FCA-847A-CC59A73FE407}"/>
              </a:ext>
            </a:extLst>
          </p:cNvPr>
          <p:cNvSpPr/>
          <p:nvPr/>
        </p:nvSpPr>
        <p:spPr>
          <a:xfrm flipV="1">
            <a:off x="7655593" y="2381953"/>
            <a:ext cx="668215" cy="293077"/>
          </a:xfrm>
          <a:custGeom>
            <a:avLst/>
            <a:gdLst>
              <a:gd name="connsiteX0" fmla="*/ 668215 w 668215"/>
              <a:gd name="connsiteY0" fmla="*/ 0 h 293077"/>
              <a:gd name="connsiteX1" fmla="*/ 445477 w 668215"/>
              <a:gd name="connsiteY1" fmla="*/ 293077 h 293077"/>
              <a:gd name="connsiteX2" fmla="*/ 0 w 668215"/>
              <a:gd name="connsiteY2" fmla="*/ 293077 h 293077"/>
            </a:gdLst>
            <a:ahLst/>
            <a:cxnLst>
              <a:cxn ang="0">
                <a:pos x="connsiteX0" y="connsiteY0"/>
              </a:cxn>
              <a:cxn ang="0">
                <a:pos x="connsiteX1" y="connsiteY1"/>
              </a:cxn>
              <a:cxn ang="0">
                <a:pos x="connsiteX2" y="connsiteY2"/>
              </a:cxn>
            </a:cxnLst>
            <a:rect l="l" t="t" r="r" b="b"/>
            <a:pathLst>
              <a:path w="668215" h="293077">
                <a:moveTo>
                  <a:pt x="668215" y="0"/>
                </a:moveTo>
                <a:lnTo>
                  <a:pt x="445477" y="293077"/>
                </a:lnTo>
                <a:lnTo>
                  <a:pt x="0" y="293077"/>
                </a:lnTo>
              </a:path>
            </a:pathLst>
          </a:custGeom>
          <a:noFill/>
          <a:ln w="12700" cap="flat" cmpd="sng" algn="ctr">
            <a:solidFill>
              <a:schemeClr val="accent2"/>
            </a:solidFill>
            <a:prstDash val="solid"/>
            <a:miter lim="800000"/>
            <a:tailEnd type="oval"/>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
        <p:nvSpPr>
          <p:cNvPr id="22" name="任意多边形: 形状 31">
            <a:extLst>
              <a:ext uri="{FF2B5EF4-FFF2-40B4-BE49-F238E27FC236}">
                <a16:creationId xmlns:a16="http://schemas.microsoft.com/office/drawing/2014/main" id="{5E7A2E89-9F9E-4DF8-BC5E-2C0BBAD71909}"/>
              </a:ext>
            </a:extLst>
          </p:cNvPr>
          <p:cNvSpPr/>
          <p:nvPr/>
        </p:nvSpPr>
        <p:spPr>
          <a:xfrm flipH="1">
            <a:off x="8757135" y="2060245"/>
            <a:ext cx="738553" cy="128953"/>
          </a:xfrm>
          <a:custGeom>
            <a:avLst/>
            <a:gdLst>
              <a:gd name="connsiteX0" fmla="*/ 738553 w 738553"/>
              <a:gd name="connsiteY0" fmla="*/ 128953 h 128953"/>
              <a:gd name="connsiteX1" fmla="*/ 586153 w 738553"/>
              <a:gd name="connsiteY1" fmla="*/ 0 h 128953"/>
              <a:gd name="connsiteX2" fmla="*/ 0 w 738553"/>
              <a:gd name="connsiteY2" fmla="*/ 0 h 128953"/>
              <a:gd name="connsiteX3" fmla="*/ 0 w 738553"/>
              <a:gd name="connsiteY3" fmla="*/ 0 h 128953"/>
            </a:gdLst>
            <a:ahLst/>
            <a:cxnLst>
              <a:cxn ang="0">
                <a:pos x="connsiteX0" y="connsiteY0"/>
              </a:cxn>
              <a:cxn ang="0">
                <a:pos x="connsiteX1" y="connsiteY1"/>
              </a:cxn>
              <a:cxn ang="0">
                <a:pos x="connsiteX2" y="connsiteY2"/>
              </a:cxn>
              <a:cxn ang="0">
                <a:pos x="connsiteX3" y="connsiteY3"/>
              </a:cxn>
            </a:cxnLst>
            <a:rect l="l" t="t" r="r" b="b"/>
            <a:pathLst>
              <a:path w="738553" h="128953">
                <a:moveTo>
                  <a:pt x="738553" y="128953"/>
                </a:moveTo>
                <a:lnTo>
                  <a:pt x="586153" y="0"/>
                </a:lnTo>
                <a:lnTo>
                  <a:pt x="0" y="0"/>
                </a:lnTo>
                <a:lnTo>
                  <a:pt x="0" y="0"/>
                </a:lnTo>
              </a:path>
            </a:pathLst>
          </a:custGeom>
          <a:noFill/>
          <a:ln w="12700" cap="flat" cmpd="sng" algn="ctr">
            <a:solidFill>
              <a:srgbClr val="A13F0B"/>
            </a:solidFill>
            <a:prstDash val="solid"/>
            <a:miter lim="800000"/>
            <a:tailEnd type="oval"/>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
        <p:nvSpPr>
          <p:cNvPr id="23" name="任意多边形: 形状 18">
            <a:extLst>
              <a:ext uri="{FF2B5EF4-FFF2-40B4-BE49-F238E27FC236}">
                <a16:creationId xmlns:a16="http://schemas.microsoft.com/office/drawing/2014/main" id="{D7C62BCD-1D78-400C-A901-1D326CCF195B}"/>
              </a:ext>
            </a:extLst>
          </p:cNvPr>
          <p:cNvSpPr/>
          <p:nvPr/>
        </p:nvSpPr>
        <p:spPr>
          <a:xfrm>
            <a:off x="7567057" y="3960763"/>
            <a:ext cx="668215" cy="293077"/>
          </a:xfrm>
          <a:custGeom>
            <a:avLst/>
            <a:gdLst>
              <a:gd name="connsiteX0" fmla="*/ 668215 w 668215"/>
              <a:gd name="connsiteY0" fmla="*/ 0 h 293077"/>
              <a:gd name="connsiteX1" fmla="*/ 445477 w 668215"/>
              <a:gd name="connsiteY1" fmla="*/ 293077 h 293077"/>
              <a:gd name="connsiteX2" fmla="*/ 0 w 668215"/>
              <a:gd name="connsiteY2" fmla="*/ 293077 h 293077"/>
            </a:gdLst>
            <a:ahLst/>
            <a:cxnLst>
              <a:cxn ang="0">
                <a:pos x="connsiteX0" y="connsiteY0"/>
              </a:cxn>
              <a:cxn ang="0">
                <a:pos x="connsiteX1" y="connsiteY1"/>
              </a:cxn>
              <a:cxn ang="0">
                <a:pos x="connsiteX2" y="connsiteY2"/>
              </a:cxn>
            </a:cxnLst>
            <a:rect l="l" t="t" r="r" b="b"/>
            <a:pathLst>
              <a:path w="668215" h="293077">
                <a:moveTo>
                  <a:pt x="668215" y="0"/>
                </a:moveTo>
                <a:lnTo>
                  <a:pt x="445477" y="293077"/>
                </a:lnTo>
                <a:lnTo>
                  <a:pt x="0" y="293077"/>
                </a:lnTo>
              </a:path>
            </a:pathLst>
          </a:custGeom>
          <a:noFill/>
          <a:ln w="12700" cap="flat" cmpd="sng" algn="ctr">
            <a:solidFill>
              <a:schemeClr val="accent3"/>
            </a:solidFill>
            <a:prstDash val="solid"/>
            <a:miter lim="800000"/>
            <a:tailEnd type="oval"/>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
        <p:nvSpPr>
          <p:cNvPr id="24" name="任意多边形: 形状 18">
            <a:extLst>
              <a:ext uri="{FF2B5EF4-FFF2-40B4-BE49-F238E27FC236}">
                <a16:creationId xmlns:a16="http://schemas.microsoft.com/office/drawing/2014/main" id="{055C9CD9-5E45-4400-AB2A-E50B25EFBAC0}"/>
              </a:ext>
            </a:extLst>
          </p:cNvPr>
          <p:cNvSpPr/>
          <p:nvPr/>
        </p:nvSpPr>
        <p:spPr>
          <a:xfrm flipH="1">
            <a:off x="9613806" y="4031101"/>
            <a:ext cx="668215" cy="293077"/>
          </a:xfrm>
          <a:custGeom>
            <a:avLst/>
            <a:gdLst>
              <a:gd name="connsiteX0" fmla="*/ 668215 w 668215"/>
              <a:gd name="connsiteY0" fmla="*/ 0 h 293077"/>
              <a:gd name="connsiteX1" fmla="*/ 445477 w 668215"/>
              <a:gd name="connsiteY1" fmla="*/ 293077 h 293077"/>
              <a:gd name="connsiteX2" fmla="*/ 0 w 668215"/>
              <a:gd name="connsiteY2" fmla="*/ 293077 h 293077"/>
            </a:gdLst>
            <a:ahLst/>
            <a:cxnLst>
              <a:cxn ang="0">
                <a:pos x="connsiteX0" y="connsiteY0"/>
              </a:cxn>
              <a:cxn ang="0">
                <a:pos x="connsiteX1" y="connsiteY1"/>
              </a:cxn>
              <a:cxn ang="0">
                <a:pos x="connsiteX2" y="connsiteY2"/>
              </a:cxn>
            </a:cxnLst>
            <a:rect l="l" t="t" r="r" b="b"/>
            <a:pathLst>
              <a:path w="668215" h="293077">
                <a:moveTo>
                  <a:pt x="668215" y="0"/>
                </a:moveTo>
                <a:lnTo>
                  <a:pt x="445477" y="293077"/>
                </a:lnTo>
                <a:lnTo>
                  <a:pt x="0" y="293077"/>
                </a:lnTo>
              </a:path>
            </a:pathLst>
          </a:custGeom>
          <a:noFill/>
          <a:ln w="12700" cap="flat" cmpd="sng" algn="ctr">
            <a:solidFill>
              <a:srgbClr val="006C39"/>
            </a:solidFill>
            <a:prstDash val="solid"/>
            <a:miter lim="800000"/>
            <a:tailEnd type="oval"/>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a:ea typeface="微软雅黑"/>
              <a:cs typeface="+mn-cs"/>
            </a:endParaRPr>
          </a:p>
        </p:txBody>
      </p:sp>
      <p:sp>
        <p:nvSpPr>
          <p:cNvPr id="25" name="文本框 24">
            <a:extLst>
              <a:ext uri="{FF2B5EF4-FFF2-40B4-BE49-F238E27FC236}">
                <a16:creationId xmlns:a16="http://schemas.microsoft.com/office/drawing/2014/main" id="{BFE13DC8-C735-4B75-8166-74675EE9A697}"/>
              </a:ext>
            </a:extLst>
          </p:cNvPr>
          <p:cNvSpPr txBox="1"/>
          <p:nvPr/>
        </p:nvSpPr>
        <p:spPr>
          <a:xfrm>
            <a:off x="7084333" y="5131410"/>
            <a:ext cx="3873143" cy="280077"/>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0" i="0" u="none" strike="noStrike" kern="1200" cap="none" spc="300" normalizeH="0" baseline="0" noProof="0" dirty="0">
                <a:ln>
                  <a:noFill/>
                </a:ln>
                <a:solidFill>
                  <a:srgbClr val="000000">
                    <a:lumMod val="65000"/>
                    <a:lumOff val="35000"/>
                  </a:srgbClr>
                </a:solidFill>
                <a:effectLst/>
                <a:uLnTx/>
                <a:uFillTx/>
                <a:latin typeface="微软雅黑" panose="020B0503020204020204" pitchFamily="34" charset="-122"/>
                <a:ea typeface="微软雅黑" panose="020B0503020204020204" pitchFamily="34" charset="-122"/>
                <a:cs typeface="+mn-cs"/>
              </a:rPr>
              <a:t>学生的作业调查分析</a:t>
            </a:r>
          </a:p>
        </p:txBody>
      </p:sp>
      <p:cxnSp>
        <p:nvCxnSpPr>
          <p:cNvPr id="26" name="直接连接符 25">
            <a:extLst>
              <a:ext uri="{FF2B5EF4-FFF2-40B4-BE49-F238E27FC236}">
                <a16:creationId xmlns:a16="http://schemas.microsoft.com/office/drawing/2014/main" id="{0B670A7D-E3AE-4AC1-88BE-39846B849371}"/>
              </a:ext>
            </a:extLst>
          </p:cNvPr>
          <p:cNvCxnSpPr/>
          <p:nvPr/>
        </p:nvCxnSpPr>
        <p:spPr>
          <a:xfrm>
            <a:off x="8451688" y="5457901"/>
            <a:ext cx="1044000" cy="0"/>
          </a:xfrm>
          <a:prstGeom prst="line">
            <a:avLst/>
          </a:prstGeom>
          <a:noFill/>
          <a:ln w="12700" cap="flat" cmpd="sng" algn="ctr">
            <a:solidFill>
              <a:srgbClr val="006C39"/>
            </a:solidFill>
            <a:prstDash val="solid"/>
            <a:miter lim="800000"/>
          </a:ln>
          <a:effectLst/>
        </p:spPr>
      </p:cxnSp>
      <p:sp>
        <p:nvSpPr>
          <p:cNvPr id="27" name="文本框 26">
            <a:extLst>
              <a:ext uri="{FF2B5EF4-FFF2-40B4-BE49-F238E27FC236}">
                <a16:creationId xmlns:a16="http://schemas.microsoft.com/office/drawing/2014/main" id="{D5966B8C-4272-4DD9-B420-A3E030AFB495}"/>
              </a:ext>
            </a:extLst>
          </p:cNvPr>
          <p:cNvSpPr txBox="1"/>
          <p:nvPr/>
        </p:nvSpPr>
        <p:spPr>
          <a:xfrm>
            <a:off x="1123357" y="2203005"/>
            <a:ext cx="4717737" cy="1080296"/>
          </a:xfrm>
          <a:prstGeom prst="rect">
            <a:avLst/>
          </a:prstGeom>
          <a:noFill/>
        </p:spPr>
        <p:txBody>
          <a:bodyPr wrap="square" lIns="0" tIns="0" rIns="0" bIns="0" rtlCol="0">
            <a:spAutoFit/>
          </a:bodyPr>
          <a:lstStyle/>
          <a:p>
            <a:pPr marL="0" marR="0" lvl="0" indent="0" algn="just" defTabSz="914400" rtl="0" eaLnBrk="1" fontAlgn="auto" latinLnBrk="0" hangingPunct="1">
              <a:lnSpc>
                <a:spcPct val="130000"/>
              </a:lnSpc>
              <a:spcBef>
                <a:spcPts val="0"/>
              </a:spcBef>
              <a:spcAft>
                <a:spcPts val="0"/>
              </a:spcAft>
              <a:buClrTx/>
              <a:buSzTx/>
              <a:buFontTx/>
              <a:buNone/>
              <a:tabLst/>
              <a:defRPr/>
            </a:pPr>
            <a:r>
              <a:rPr kumimoji="0" lang="zh-CN" altLang="en-US" sz="1800" b="0" i="0" u="none" strike="noStrike" kern="1200" cap="none" spc="300" normalizeH="0" baseline="0" noProof="0" dirty="0">
                <a:ln>
                  <a:noFill/>
                </a:ln>
                <a:solidFill>
                  <a:srgbClr val="FFFFFF"/>
                </a:solidFill>
                <a:effectLst/>
                <a:uLnTx/>
                <a:uFillTx/>
                <a:latin typeface="Arial"/>
                <a:ea typeface="微软雅黑"/>
                <a:cs typeface="+mn-cs"/>
              </a:rPr>
              <a:t>通过数据分析可以得知什么，调查的项目是什么，每个占百分比有多少，说明了什么，可能原因是什么。</a:t>
            </a:r>
          </a:p>
        </p:txBody>
      </p:sp>
      <p:sp>
        <p:nvSpPr>
          <p:cNvPr id="31" name="文本框 30">
            <a:extLst>
              <a:ext uri="{FF2B5EF4-FFF2-40B4-BE49-F238E27FC236}">
                <a16:creationId xmlns:a16="http://schemas.microsoft.com/office/drawing/2014/main" id="{56F53BBA-37B1-4745-8609-E20815F37E32}"/>
              </a:ext>
            </a:extLst>
          </p:cNvPr>
          <p:cNvSpPr txBox="1"/>
          <p:nvPr/>
        </p:nvSpPr>
        <p:spPr>
          <a:xfrm>
            <a:off x="1055262" y="3686201"/>
            <a:ext cx="1623057" cy="860300"/>
          </a:xfrm>
          <a:prstGeom prst="rect">
            <a:avLst/>
          </a:prstGeom>
          <a:noFill/>
        </p:spPr>
        <p:txBody>
          <a:bodyPr wrap="square" lIns="0" tIns="0" rIns="0" bIns="0" rtlCol="0">
            <a:spAutoFit/>
          </a:bodyPr>
          <a:lstStyle>
            <a:defPPr>
              <a:defRPr lang="zh-CN"/>
            </a:defPPr>
            <a:lvl1pPr algn="ctr">
              <a:lnSpc>
                <a:spcPct val="130000"/>
              </a:lnSpc>
              <a:defRPr sz="4800" spc="300">
                <a:gradFill flip="none" rotWithShape="1">
                  <a:gsLst>
                    <a:gs pos="100000">
                      <a:schemeClr val="accent4">
                        <a:lumMod val="60000"/>
                        <a:lumOff val="40000"/>
                      </a:schemeClr>
                    </a:gs>
                    <a:gs pos="0">
                      <a:schemeClr val="accent4"/>
                    </a:gs>
                  </a:gsLst>
                  <a:lin ang="0" scaled="1"/>
                  <a:tileRect/>
                </a:gradFill>
                <a:ea typeface="+mj-ea"/>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en-US" altLang="zh-CN" sz="4800" b="0" i="0" u="none" strike="noStrike" kern="1200" cap="none" spc="300" normalizeH="0" baseline="0" noProof="0" dirty="0">
                <a:ln>
                  <a:noFill/>
                </a:ln>
                <a:solidFill>
                  <a:srgbClr val="FFFFFF"/>
                </a:solidFill>
                <a:effectLst/>
                <a:uLnTx/>
                <a:uFillTx/>
                <a:latin typeface="Arial"/>
                <a:ea typeface="微软雅黑"/>
                <a:cs typeface="+mn-cs"/>
              </a:rPr>
              <a:t>62</a:t>
            </a:r>
            <a:r>
              <a:rPr kumimoji="0" lang="en-US" altLang="zh-CN" sz="2000" b="0" i="0" u="none" strike="noStrike" kern="1200" cap="none" spc="300" normalizeH="0" baseline="0" noProof="0" dirty="0">
                <a:ln>
                  <a:noFill/>
                </a:ln>
                <a:solidFill>
                  <a:srgbClr val="FFFFFF"/>
                </a:solidFill>
                <a:effectLst/>
                <a:uLnTx/>
                <a:uFillTx/>
                <a:latin typeface="Arial"/>
                <a:ea typeface="微软雅黑"/>
                <a:cs typeface="+mn-cs"/>
              </a:rPr>
              <a:t>%</a:t>
            </a:r>
            <a:endParaRPr kumimoji="0" lang="zh-CN" altLang="en-US" sz="4800" b="0" i="0" u="none" strike="noStrike" kern="1200" cap="none" spc="300" normalizeH="0" baseline="0" noProof="0" dirty="0">
              <a:ln>
                <a:noFill/>
              </a:ln>
              <a:solidFill>
                <a:srgbClr val="FFFFFF"/>
              </a:solidFill>
              <a:effectLst/>
              <a:uLnTx/>
              <a:uFillTx/>
              <a:latin typeface="Arial"/>
              <a:ea typeface="微软雅黑"/>
              <a:cs typeface="+mn-cs"/>
            </a:endParaRPr>
          </a:p>
        </p:txBody>
      </p:sp>
      <p:sp>
        <p:nvSpPr>
          <p:cNvPr id="32" name="文本框 31">
            <a:extLst>
              <a:ext uri="{FF2B5EF4-FFF2-40B4-BE49-F238E27FC236}">
                <a16:creationId xmlns:a16="http://schemas.microsoft.com/office/drawing/2014/main" id="{E5ADB0A5-8546-423D-A03F-926A71FBBE77}"/>
              </a:ext>
            </a:extLst>
          </p:cNvPr>
          <p:cNvSpPr txBox="1"/>
          <p:nvPr/>
        </p:nvSpPr>
        <p:spPr>
          <a:xfrm>
            <a:off x="2786532" y="3686201"/>
            <a:ext cx="1623057" cy="860300"/>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en-US" altLang="zh-CN" sz="4800" b="0" i="0" u="none" strike="noStrike" kern="1200" cap="none" spc="300" normalizeH="0" baseline="0" noProof="0" dirty="0">
                <a:ln>
                  <a:noFill/>
                </a:ln>
                <a:solidFill>
                  <a:srgbClr val="FFFFFF"/>
                </a:solidFill>
                <a:effectLst/>
                <a:uLnTx/>
                <a:uFillTx/>
                <a:latin typeface="Arial"/>
                <a:ea typeface="微软雅黑" panose="020B0503020204020204" pitchFamily="34" charset="-122"/>
                <a:cs typeface="+mn-cs"/>
              </a:rPr>
              <a:t>25</a:t>
            </a:r>
            <a:r>
              <a:rPr kumimoji="0" lang="en-US" altLang="zh-CN" sz="2000" b="0" i="0" u="none" strike="noStrike" kern="1200" cap="none" spc="300" normalizeH="0" baseline="0" noProof="0" dirty="0">
                <a:ln>
                  <a:noFill/>
                </a:ln>
                <a:solidFill>
                  <a:srgbClr val="FFFFFF"/>
                </a:solidFill>
                <a:effectLst/>
                <a:uLnTx/>
                <a:uFillTx/>
                <a:latin typeface="Arial"/>
                <a:ea typeface="微软雅黑" panose="020B0503020204020204" pitchFamily="34" charset="-122"/>
                <a:cs typeface="+mn-cs"/>
              </a:rPr>
              <a:t>%</a:t>
            </a:r>
            <a:endParaRPr kumimoji="0" lang="zh-CN" altLang="en-US" sz="3600" b="0" i="0" u="none" strike="noStrike" kern="1200" cap="none" spc="300" normalizeH="0" baseline="0" noProof="0" dirty="0">
              <a:ln>
                <a:noFill/>
              </a:ln>
              <a:solidFill>
                <a:srgbClr val="FFFFFF"/>
              </a:solidFill>
              <a:effectLst/>
              <a:uLnTx/>
              <a:uFillTx/>
              <a:latin typeface="Arial"/>
              <a:ea typeface="微软雅黑" panose="020B0503020204020204" pitchFamily="34" charset="-122"/>
              <a:cs typeface="+mn-cs"/>
            </a:endParaRPr>
          </a:p>
        </p:txBody>
      </p:sp>
      <p:sp>
        <p:nvSpPr>
          <p:cNvPr id="33" name="文本框 32">
            <a:extLst>
              <a:ext uri="{FF2B5EF4-FFF2-40B4-BE49-F238E27FC236}">
                <a16:creationId xmlns:a16="http://schemas.microsoft.com/office/drawing/2014/main" id="{8264FA46-1F93-480E-A32B-4F2BC467F5C9}"/>
              </a:ext>
            </a:extLst>
          </p:cNvPr>
          <p:cNvSpPr txBox="1"/>
          <p:nvPr/>
        </p:nvSpPr>
        <p:spPr>
          <a:xfrm>
            <a:off x="4552389" y="3699676"/>
            <a:ext cx="1623057" cy="860300"/>
          </a:xfrm>
          <a:prstGeom prst="rect">
            <a:avLst/>
          </a:prstGeom>
          <a:noFill/>
        </p:spPr>
        <p:txBody>
          <a:bodyPr wrap="square" lIns="0" tIns="0" rIns="0" bIns="0" rtlCol="0">
            <a:spAutoFit/>
          </a:bodyPr>
          <a:lstStyle>
            <a:defPPr>
              <a:defRPr lang="zh-CN"/>
            </a:defPPr>
            <a:lvl1pPr algn="ctr">
              <a:lnSpc>
                <a:spcPct val="130000"/>
              </a:lnSpc>
              <a:defRPr sz="4800" spc="300">
                <a:gradFill flip="none" rotWithShape="1">
                  <a:gsLst>
                    <a:gs pos="100000">
                      <a:schemeClr val="accent4">
                        <a:lumMod val="60000"/>
                        <a:lumOff val="40000"/>
                      </a:schemeClr>
                    </a:gs>
                    <a:gs pos="0">
                      <a:schemeClr val="accent4"/>
                    </a:gs>
                  </a:gsLst>
                  <a:lin ang="0" scaled="1"/>
                  <a:tileRect/>
                </a:gradFill>
                <a:ea typeface="+mj-ea"/>
              </a:defRPr>
            </a:lvl1p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en-US" altLang="zh-CN" sz="4800" b="0" i="0" u="none" strike="noStrike" kern="1200" cap="none" spc="300" normalizeH="0" baseline="0" noProof="0" dirty="0">
                <a:ln>
                  <a:noFill/>
                </a:ln>
                <a:solidFill>
                  <a:srgbClr val="FFFFFF"/>
                </a:solidFill>
                <a:effectLst/>
                <a:uLnTx/>
                <a:uFillTx/>
                <a:latin typeface="Arial"/>
                <a:ea typeface="微软雅黑"/>
                <a:cs typeface="+mn-cs"/>
              </a:rPr>
              <a:t>6</a:t>
            </a:r>
            <a:r>
              <a:rPr kumimoji="0" lang="en-US" altLang="zh-CN" sz="2000" b="0" i="0" u="none" strike="noStrike" kern="1200" cap="none" spc="300" normalizeH="0" baseline="0" noProof="0" dirty="0">
                <a:ln>
                  <a:noFill/>
                </a:ln>
                <a:solidFill>
                  <a:srgbClr val="FFFFFF"/>
                </a:solidFill>
                <a:effectLst/>
                <a:uLnTx/>
                <a:uFillTx/>
                <a:latin typeface="Arial"/>
                <a:ea typeface="微软雅黑"/>
                <a:cs typeface="+mn-cs"/>
              </a:rPr>
              <a:t>%</a:t>
            </a:r>
            <a:endParaRPr kumimoji="0" lang="zh-CN" altLang="en-US" sz="4800" b="0" i="0" u="none" strike="noStrike" kern="1200" cap="none" spc="300" normalizeH="0" baseline="0" noProof="0" dirty="0">
              <a:ln>
                <a:noFill/>
              </a:ln>
              <a:solidFill>
                <a:srgbClr val="FFFFFF"/>
              </a:solidFill>
              <a:effectLst/>
              <a:uLnTx/>
              <a:uFillTx/>
              <a:latin typeface="Arial"/>
              <a:ea typeface="微软雅黑"/>
              <a:cs typeface="+mn-cs"/>
            </a:endParaRPr>
          </a:p>
        </p:txBody>
      </p:sp>
      <p:sp>
        <p:nvSpPr>
          <p:cNvPr id="34" name="文本框 33">
            <a:extLst>
              <a:ext uri="{FF2B5EF4-FFF2-40B4-BE49-F238E27FC236}">
                <a16:creationId xmlns:a16="http://schemas.microsoft.com/office/drawing/2014/main" id="{7D71A1C5-8D6E-4C09-A297-39DE4ED7A9D3}"/>
              </a:ext>
            </a:extLst>
          </p:cNvPr>
          <p:cNvSpPr txBox="1"/>
          <p:nvPr/>
        </p:nvSpPr>
        <p:spPr>
          <a:xfrm>
            <a:off x="1205342" y="4559976"/>
            <a:ext cx="1289118" cy="252762"/>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0" i="0" u="none" strike="noStrike" kern="1200" cap="none" spc="300" normalizeH="0" baseline="0" noProof="0" dirty="0">
                <a:ln>
                  <a:noFill/>
                </a:ln>
                <a:solidFill>
                  <a:srgbClr val="FFFFFF"/>
                </a:solidFill>
                <a:effectLst/>
                <a:uLnTx/>
                <a:uFillTx/>
                <a:latin typeface="微软雅黑"/>
                <a:ea typeface="微软雅黑"/>
                <a:cs typeface="+mn-cs"/>
              </a:rPr>
              <a:t>选项占比</a:t>
            </a:r>
          </a:p>
        </p:txBody>
      </p:sp>
      <p:sp>
        <p:nvSpPr>
          <p:cNvPr id="35" name="文本框 34">
            <a:extLst>
              <a:ext uri="{FF2B5EF4-FFF2-40B4-BE49-F238E27FC236}">
                <a16:creationId xmlns:a16="http://schemas.microsoft.com/office/drawing/2014/main" id="{8BD20939-E142-416D-AA5C-745AEB1B2FD4}"/>
              </a:ext>
            </a:extLst>
          </p:cNvPr>
          <p:cNvSpPr txBox="1"/>
          <p:nvPr/>
        </p:nvSpPr>
        <p:spPr>
          <a:xfrm>
            <a:off x="2937926" y="4559976"/>
            <a:ext cx="1289118" cy="252762"/>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0" i="0" u="none" strike="noStrike" kern="1200" cap="none" spc="300" normalizeH="0" baseline="0" noProof="0" dirty="0">
                <a:ln>
                  <a:noFill/>
                </a:ln>
                <a:solidFill>
                  <a:srgbClr val="FFFFFF"/>
                </a:solidFill>
                <a:effectLst/>
                <a:uLnTx/>
                <a:uFillTx/>
                <a:latin typeface="微软雅黑"/>
                <a:ea typeface="微软雅黑"/>
                <a:cs typeface="+mn-cs"/>
              </a:rPr>
              <a:t>选项占比</a:t>
            </a:r>
          </a:p>
        </p:txBody>
      </p:sp>
      <p:sp>
        <p:nvSpPr>
          <p:cNvPr id="36" name="文本框 35">
            <a:extLst>
              <a:ext uri="{FF2B5EF4-FFF2-40B4-BE49-F238E27FC236}">
                <a16:creationId xmlns:a16="http://schemas.microsoft.com/office/drawing/2014/main" id="{97A47F06-56B2-4F69-88BB-3FE03E845989}"/>
              </a:ext>
            </a:extLst>
          </p:cNvPr>
          <p:cNvSpPr txBox="1"/>
          <p:nvPr/>
        </p:nvSpPr>
        <p:spPr>
          <a:xfrm>
            <a:off x="4684772" y="4559976"/>
            <a:ext cx="1289118" cy="252762"/>
          </a:xfrm>
          <a:prstGeom prst="rect">
            <a:avLst/>
          </a:prstGeom>
          <a:noFill/>
        </p:spPr>
        <p:txBody>
          <a:bodyPr wrap="square" lIns="0" tIns="0" rIns="0" bIns="0" rtlCol="0">
            <a:spAutoFit/>
          </a:bodyPr>
          <a:lstStyle/>
          <a:p>
            <a:pPr marL="0" marR="0" lvl="0" indent="0" algn="ctr" defTabSz="914400" rtl="0" eaLnBrk="1" fontAlgn="auto" latinLnBrk="0" hangingPunct="1">
              <a:lnSpc>
                <a:spcPct val="130000"/>
              </a:lnSpc>
              <a:spcBef>
                <a:spcPts val="0"/>
              </a:spcBef>
              <a:spcAft>
                <a:spcPts val="0"/>
              </a:spcAft>
              <a:buClrTx/>
              <a:buSzTx/>
              <a:buFontTx/>
              <a:buNone/>
              <a:tabLst/>
              <a:defRPr/>
            </a:pPr>
            <a:r>
              <a:rPr kumimoji="0" lang="zh-CN" altLang="en-US" sz="1400" b="0" i="0" u="none" strike="noStrike" kern="1200" cap="none" spc="300" normalizeH="0" baseline="0" noProof="0" dirty="0">
                <a:ln>
                  <a:noFill/>
                </a:ln>
                <a:solidFill>
                  <a:srgbClr val="FFFFFF"/>
                </a:solidFill>
                <a:effectLst/>
                <a:uLnTx/>
                <a:uFillTx/>
                <a:latin typeface="微软雅黑"/>
                <a:ea typeface="微软雅黑"/>
                <a:cs typeface="+mn-cs"/>
              </a:rPr>
              <a:t>选项占比</a:t>
            </a:r>
          </a:p>
        </p:txBody>
      </p:sp>
    </p:spTree>
    <p:extLst>
      <p:ext uri="{BB962C8B-B14F-4D97-AF65-F5344CB8AC3E}">
        <p14:creationId xmlns:p14="http://schemas.microsoft.com/office/powerpoint/2010/main" val="55949351"/>
      </p:ext>
    </p:extLst>
  </p:cSld>
  <p:clrMapOvr>
    <a:masterClrMapping/>
  </p:clrMapOvr>
  <p:transition spd="med">
    <p:pull/>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饼图</a:t>
            </a:r>
          </a:p>
        </p:txBody>
      </p:sp>
      <p:sp>
        <p:nvSpPr>
          <p:cNvPr id="28" name="任意多边形 27"/>
          <p:cNvSpPr/>
          <p:nvPr/>
        </p:nvSpPr>
        <p:spPr>
          <a:xfrm>
            <a:off x="660400" y="1000905"/>
            <a:ext cx="10858500" cy="3161284"/>
          </a:xfrm>
          <a:custGeom>
            <a:avLst/>
            <a:gdLst>
              <a:gd name="connsiteX0" fmla="*/ 1184250 w 10858500"/>
              <a:gd name="connsiteY0" fmla="*/ 0 h 3478276"/>
              <a:gd name="connsiteX1" fmla="*/ 1348954 w 10858500"/>
              <a:gd name="connsiteY1" fmla="*/ 283972 h 3478276"/>
              <a:gd name="connsiteX2" fmla="*/ 10858500 w 10858500"/>
              <a:gd name="connsiteY2" fmla="*/ 283972 h 3478276"/>
              <a:gd name="connsiteX3" fmla="*/ 10858500 w 10858500"/>
              <a:gd name="connsiteY3" fmla="*/ 3478276 h 3478276"/>
              <a:gd name="connsiteX4" fmla="*/ 0 w 10858500"/>
              <a:gd name="connsiteY4" fmla="*/ 3478276 h 3478276"/>
              <a:gd name="connsiteX5" fmla="*/ 0 w 10858500"/>
              <a:gd name="connsiteY5" fmla="*/ 283972 h 3478276"/>
              <a:gd name="connsiteX6" fmla="*/ 1019546 w 10858500"/>
              <a:gd name="connsiteY6" fmla="*/ 283972 h 3478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58500" h="3478276">
                <a:moveTo>
                  <a:pt x="1184250" y="0"/>
                </a:moveTo>
                <a:lnTo>
                  <a:pt x="1348954" y="283972"/>
                </a:lnTo>
                <a:lnTo>
                  <a:pt x="10858500" y="283972"/>
                </a:lnTo>
                <a:lnTo>
                  <a:pt x="10858500" y="3478276"/>
                </a:lnTo>
                <a:lnTo>
                  <a:pt x="0" y="3478276"/>
                </a:lnTo>
                <a:lnTo>
                  <a:pt x="0" y="283972"/>
                </a:lnTo>
                <a:lnTo>
                  <a:pt x="1019546" y="283972"/>
                </a:lnTo>
                <a:close/>
              </a:path>
            </a:pathLst>
          </a:custGeom>
          <a:solidFill>
            <a:schemeClr val="bg1"/>
          </a:solidFill>
          <a:ln>
            <a:noFill/>
          </a:ln>
          <a:effectLst>
            <a:outerShdw blurRad="165100" sx="101000" sy="101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29" name="矩形 28"/>
          <p:cNvSpPr/>
          <p:nvPr/>
        </p:nvSpPr>
        <p:spPr>
          <a:xfrm>
            <a:off x="660400" y="4381645"/>
            <a:ext cx="3167888" cy="16230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30" name="文本框 29">
            <a:extLst>
              <a:ext uri="{FF2B5EF4-FFF2-40B4-BE49-F238E27FC236}">
                <a16:creationId xmlns:a16="http://schemas.microsoft.com/office/drawing/2014/main" id="{ED280140-DC9E-4158-9141-E017629EDCEF}"/>
              </a:ext>
            </a:extLst>
          </p:cNvPr>
          <p:cNvSpPr txBox="1"/>
          <p:nvPr/>
        </p:nvSpPr>
        <p:spPr>
          <a:xfrm>
            <a:off x="1040492" y="1551103"/>
            <a:ext cx="10102995" cy="1065741"/>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srgbClr val="A13F0B"/>
                </a:solidFill>
                <a:effectLst/>
                <a:uLnTx/>
                <a:uFillTx/>
                <a:latin typeface="微软雅黑" panose="020B0503020204020204" pitchFamily="34" charset="-122"/>
                <a:ea typeface="微软雅黑" panose="020B0503020204020204" pitchFamily="34" charset="-122"/>
                <a:cs typeface="+mn-cs"/>
              </a:rPr>
              <a:t>北京理工大学是中华人民共和国工业和信息化部直属、中央直管副部级建制的全国重点大学。</a:t>
            </a:r>
          </a:p>
        </p:txBody>
      </p:sp>
      <p:sp>
        <p:nvSpPr>
          <p:cNvPr id="37" name="文本框 36">
            <a:extLst>
              <a:ext uri="{FF2B5EF4-FFF2-40B4-BE49-F238E27FC236}">
                <a16:creationId xmlns:a16="http://schemas.microsoft.com/office/drawing/2014/main" id="{2A293663-D3EA-41D6-B7D2-3C1270AE30EF}"/>
              </a:ext>
            </a:extLst>
          </p:cNvPr>
          <p:cNvSpPr txBox="1"/>
          <p:nvPr/>
        </p:nvSpPr>
        <p:spPr>
          <a:xfrm>
            <a:off x="1082954" y="2795089"/>
            <a:ext cx="10060533" cy="1080296"/>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位列双一流、</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985</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工程、</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211</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工程，国家“七五”、“八五”首批重点建设十所大学之一，入选珠峰计划、</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2011</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计划、</a:t>
            </a:r>
            <a:r>
              <a:rPr kumimoji="0" lang="en-US" altLang="zh-CN"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111</a:t>
            </a:r>
            <a:r>
              <a:rPr kumimoji="0" lang="zh-CN" altLang="en-US" sz="1800" b="0" i="0" u="none" strike="noStrike" kern="1200" cap="none" spc="300" normalizeH="0" baseline="0" noProof="0" dirty="0">
                <a:ln>
                  <a:noFill/>
                </a:ln>
                <a:solidFill>
                  <a:prstClr val="black">
                    <a:lumMod val="85000"/>
                    <a:lumOff val="15000"/>
                  </a:prstClr>
                </a:solidFill>
                <a:effectLst/>
                <a:uLnTx/>
                <a:uFillTx/>
                <a:latin typeface="微软雅黑"/>
                <a:ea typeface="微软雅黑"/>
                <a:cs typeface="+mn-cs"/>
              </a:rPr>
              <a:t>计划、卓越法律人才教育培养计划、国家建设高水平大学公派研究生项目、国家大学生创新性实验计划。</a:t>
            </a:r>
          </a:p>
        </p:txBody>
      </p:sp>
      <p:sp>
        <p:nvSpPr>
          <p:cNvPr id="38" name="文本框 37">
            <a:extLst>
              <a:ext uri="{FF2B5EF4-FFF2-40B4-BE49-F238E27FC236}">
                <a16:creationId xmlns:a16="http://schemas.microsoft.com/office/drawing/2014/main" id="{ED280140-DC9E-4158-9141-E017629EDCEF}"/>
              </a:ext>
            </a:extLst>
          </p:cNvPr>
          <p:cNvSpPr txBox="1"/>
          <p:nvPr/>
        </p:nvSpPr>
        <p:spPr>
          <a:xfrm>
            <a:off x="900285" y="4511106"/>
            <a:ext cx="2147716" cy="560153"/>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本科专业</a:t>
            </a:r>
          </a:p>
        </p:txBody>
      </p:sp>
      <p:sp>
        <p:nvSpPr>
          <p:cNvPr id="39" name="文本框 38">
            <a:extLst>
              <a:ext uri="{FF2B5EF4-FFF2-40B4-BE49-F238E27FC236}">
                <a16:creationId xmlns:a16="http://schemas.microsoft.com/office/drawing/2014/main" id="{ED280140-DC9E-4158-9141-E017629EDCEF}"/>
              </a:ext>
            </a:extLst>
          </p:cNvPr>
          <p:cNvSpPr txBox="1"/>
          <p:nvPr/>
        </p:nvSpPr>
        <p:spPr>
          <a:xfrm>
            <a:off x="900285" y="5070868"/>
            <a:ext cx="2147716" cy="722249"/>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en-US" altLang="zh-CN"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69</a:t>
            </a:r>
            <a:r>
              <a:rPr kumimoji="0" lang="zh-CN" altLang="en-US"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个</a:t>
            </a:r>
          </a:p>
        </p:txBody>
      </p:sp>
      <p:sp>
        <p:nvSpPr>
          <p:cNvPr id="40" name="矩形 39"/>
          <p:cNvSpPr/>
          <p:nvPr/>
        </p:nvSpPr>
        <p:spPr>
          <a:xfrm>
            <a:off x="4512056" y="4381645"/>
            <a:ext cx="3167888" cy="16230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1" name="文本框 40">
            <a:extLst>
              <a:ext uri="{FF2B5EF4-FFF2-40B4-BE49-F238E27FC236}">
                <a16:creationId xmlns:a16="http://schemas.microsoft.com/office/drawing/2014/main" id="{ED280140-DC9E-4158-9141-E017629EDCEF}"/>
              </a:ext>
            </a:extLst>
          </p:cNvPr>
          <p:cNvSpPr txBox="1"/>
          <p:nvPr/>
        </p:nvSpPr>
        <p:spPr>
          <a:xfrm>
            <a:off x="4751941" y="4511106"/>
            <a:ext cx="2147716" cy="560153"/>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一级学科</a:t>
            </a:r>
          </a:p>
        </p:txBody>
      </p:sp>
      <p:sp>
        <p:nvSpPr>
          <p:cNvPr id="42" name="文本框 41">
            <a:extLst>
              <a:ext uri="{FF2B5EF4-FFF2-40B4-BE49-F238E27FC236}">
                <a16:creationId xmlns:a16="http://schemas.microsoft.com/office/drawing/2014/main" id="{ED280140-DC9E-4158-9141-E017629EDCEF}"/>
              </a:ext>
            </a:extLst>
          </p:cNvPr>
          <p:cNvSpPr txBox="1"/>
          <p:nvPr/>
        </p:nvSpPr>
        <p:spPr>
          <a:xfrm>
            <a:off x="4751941" y="5070868"/>
            <a:ext cx="2147716" cy="800219"/>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en-US" altLang="zh-CN"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36</a:t>
            </a:r>
            <a:r>
              <a:rPr kumimoji="0" lang="zh-CN" altLang="en-US"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个</a:t>
            </a:r>
          </a:p>
        </p:txBody>
      </p:sp>
      <p:sp>
        <p:nvSpPr>
          <p:cNvPr id="43" name="矩形 42"/>
          <p:cNvSpPr/>
          <p:nvPr/>
        </p:nvSpPr>
        <p:spPr>
          <a:xfrm>
            <a:off x="8363712" y="4381645"/>
            <a:ext cx="3167888" cy="16230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微软雅黑"/>
              <a:ea typeface="微软雅黑"/>
              <a:cs typeface="+mn-cs"/>
            </a:endParaRPr>
          </a:p>
        </p:txBody>
      </p:sp>
      <p:sp>
        <p:nvSpPr>
          <p:cNvPr id="44" name="文本框 43">
            <a:extLst>
              <a:ext uri="{FF2B5EF4-FFF2-40B4-BE49-F238E27FC236}">
                <a16:creationId xmlns:a16="http://schemas.microsoft.com/office/drawing/2014/main" id="{ED280140-DC9E-4158-9141-E017629EDCEF}"/>
              </a:ext>
            </a:extLst>
          </p:cNvPr>
          <p:cNvSpPr txBox="1"/>
          <p:nvPr/>
        </p:nvSpPr>
        <p:spPr>
          <a:xfrm>
            <a:off x="8603597" y="4511106"/>
            <a:ext cx="2147716" cy="560153"/>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zh-CN" altLang="en-US" sz="2800" b="0" i="0" u="none" strike="noStrike" kern="1200" cap="none" spc="3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二级学科</a:t>
            </a:r>
          </a:p>
        </p:txBody>
      </p:sp>
      <p:sp>
        <p:nvSpPr>
          <p:cNvPr id="45" name="文本框 44">
            <a:extLst>
              <a:ext uri="{FF2B5EF4-FFF2-40B4-BE49-F238E27FC236}">
                <a16:creationId xmlns:a16="http://schemas.microsoft.com/office/drawing/2014/main" id="{ED280140-DC9E-4158-9141-E017629EDCEF}"/>
              </a:ext>
            </a:extLst>
          </p:cNvPr>
          <p:cNvSpPr txBox="1"/>
          <p:nvPr/>
        </p:nvSpPr>
        <p:spPr>
          <a:xfrm>
            <a:off x="8603597" y="5070868"/>
            <a:ext cx="2147716" cy="800219"/>
          </a:xfrm>
          <a:prstGeom prst="rect">
            <a:avLst/>
          </a:prstGeom>
          <a:noFill/>
        </p:spPr>
        <p:txBody>
          <a:bodyPr wrap="square" lIns="0" tIns="0" rIns="0" bIns="0" rtlCol="0">
            <a:spAutoFit/>
          </a:bodyPr>
          <a:lstStyle/>
          <a:p>
            <a:pPr marL="0" marR="0" lvl="0" indent="0" algn="just" defTabSz="914400" rtl="0" eaLnBrk="0" fontAlgn="base" latinLnBrk="0" hangingPunct="0">
              <a:lnSpc>
                <a:spcPct val="130000"/>
              </a:lnSpc>
              <a:spcBef>
                <a:spcPct val="0"/>
              </a:spcBef>
              <a:spcAft>
                <a:spcPct val="0"/>
              </a:spcAft>
              <a:buClrTx/>
              <a:buSzTx/>
              <a:buFontTx/>
              <a:buNone/>
              <a:tabLst/>
              <a:defRPr/>
            </a:pPr>
            <a:r>
              <a:rPr kumimoji="0" lang="en-US" altLang="zh-CN"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144</a:t>
            </a:r>
            <a:r>
              <a:rPr kumimoji="0" lang="zh-CN" altLang="en-US" sz="4000" b="0" i="0" u="none" strike="noStrike" kern="1200" cap="none" spc="300" normalizeH="0" baseline="0" noProof="0" dirty="0">
                <a:ln>
                  <a:noFill/>
                </a:ln>
                <a:solidFill>
                  <a:prstClr val="white"/>
                </a:solidFill>
                <a:effectLst/>
                <a:uLnTx/>
                <a:uFillTx/>
                <a:latin typeface="微软雅黑"/>
                <a:ea typeface="微软雅黑" panose="020B0503020204020204" pitchFamily="34" charset="-122"/>
                <a:cs typeface="+mn-cs"/>
              </a:rPr>
              <a:t>个</a:t>
            </a:r>
          </a:p>
        </p:txBody>
      </p:sp>
      <p:sp>
        <p:nvSpPr>
          <p:cNvPr id="46" name="like_159071"/>
          <p:cNvSpPr>
            <a:spLocks noChangeAspect="1"/>
          </p:cNvSpPr>
          <p:nvPr/>
        </p:nvSpPr>
        <p:spPr bwMode="auto">
          <a:xfrm>
            <a:off x="3122086" y="5359653"/>
            <a:ext cx="443680" cy="432000"/>
          </a:xfrm>
          <a:custGeom>
            <a:avLst/>
            <a:gdLst>
              <a:gd name="T0" fmla="*/ 1779 w 6680"/>
              <a:gd name="T1" fmla="*/ 3384 h 6513"/>
              <a:gd name="T2" fmla="*/ 1811 w 6680"/>
              <a:gd name="T3" fmla="*/ 3297 h 6513"/>
              <a:gd name="T4" fmla="*/ 1811 w 6680"/>
              <a:gd name="T5" fmla="*/ 3297 h 6513"/>
              <a:gd name="T6" fmla="*/ 1811 w 6680"/>
              <a:gd name="T7" fmla="*/ 3297 h 6513"/>
              <a:gd name="T8" fmla="*/ 2076 w 6680"/>
              <a:gd name="T9" fmla="*/ 2881 h 6513"/>
              <a:gd name="T10" fmla="*/ 3332 w 6680"/>
              <a:gd name="T11" fmla="*/ 641 h 6513"/>
              <a:gd name="T12" fmla="*/ 3532 w 6680"/>
              <a:gd name="T13" fmla="*/ 0 h 6513"/>
              <a:gd name="T14" fmla="*/ 4118 w 6680"/>
              <a:gd name="T15" fmla="*/ 1497 h 6513"/>
              <a:gd name="T16" fmla="*/ 4118 w 6680"/>
              <a:gd name="T17" fmla="*/ 2596 h 6513"/>
              <a:gd name="T18" fmla="*/ 4394 w 6680"/>
              <a:gd name="T19" fmla="*/ 2540 h 6513"/>
              <a:gd name="T20" fmla="*/ 4394 w 6680"/>
              <a:gd name="T21" fmla="*/ 2540 h 6513"/>
              <a:gd name="T22" fmla="*/ 6086 w 6680"/>
              <a:gd name="T23" fmla="*/ 2680 h 6513"/>
              <a:gd name="T24" fmla="*/ 6167 w 6680"/>
              <a:gd name="T25" fmla="*/ 3453 h 6513"/>
              <a:gd name="T26" fmla="*/ 6158 w 6680"/>
              <a:gd name="T27" fmla="*/ 4457 h 6513"/>
              <a:gd name="T28" fmla="*/ 5904 w 6680"/>
              <a:gd name="T29" fmla="*/ 5452 h 6513"/>
              <a:gd name="T30" fmla="*/ 5086 w 6680"/>
              <a:gd name="T31" fmla="*/ 6445 h 6513"/>
              <a:gd name="T32" fmla="*/ 3979 w 6680"/>
              <a:gd name="T33" fmla="*/ 6481 h 6513"/>
              <a:gd name="T34" fmla="*/ 2078 w 6680"/>
              <a:gd name="T35" fmla="*/ 6377 h 6513"/>
              <a:gd name="T36" fmla="*/ 1464 w 6680"/>
              <a:gd name="T37" fmla="*/ 3709 h 6513"/>
              <a:gd name="T38" fmla="*/ 1779 w 6680"/>
              <a:gd name="T39" fmla="*/ 3384 h 6513"/>
              <a:gd name="T40" fmla="*/ 2 w 6680"/>
              <a:gd name="T41" fmla="*/ 3747 h 6513"/>
              <a:gd name="T42" fmla="*/ 0 w 6680"/>
              <a:gd name="T43" fmla="*/ 6413 h 6513"/>
              <a:gd name="T44" fmla="*/ 1450 w 6680"/>
              <a:gd name="T45" fmla="*/ 6413 h 6513"/>
              <a:gd name="T46" fmla="*/ 1636 w 6680"/>
              <a:gd name="T47" fmla="*/ 6184 h 6513"/>
              <a:gd name="T48" fmla="*/ 1172 w 6680"/>
              <a:gd name="T49" fmla="*/ 3976 h 6513"/>
              <a:gd name="T50" fmla="*/ 890 w 6680"/>
              <a:gd name="T51" fmla="*/ 3747 h 6513"/>
              <a:gd name="T52" fmla="*/ 2 w 6680"/>
              <a:gd name="T53" fmla="*/ 3747 h 6513"/>
              <a:gd name="T54" fmla="*/ 2 w 6680"/>
              <a:gd name="T55" fmla="*/ 3747 h 65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680" h="6513">
                <a:moveTo>
                  <a:pt x="1779" y="3384"/>
                </a:moveTo>
                <a:cubicBezTo>
                  <a:pt x="1788" y="3357"/>
                  <a:pt x="1799" y="3328"/>
                  <a:pt x="1811" y="3297"/>
                </a:cubicBezTo>
                <a:lnTo>
                  <a:pt x="1811" y="3297"/>
                </a:lnTo>
                <a:lnTo>
                  <a:pt x="1811" y="3297"/>
                </a:lnTo>
                <a:cubicBezTo>
                  <a:pt x="1862" y="3172"/>
                  <a:pt x="1946" y="3019"/>
                  <a:pt x="2076" y="2881"/>
                </a:cubicBezTo>
                <a:cubicBezTo>
                  <a:pt x="2690" y="2411"/>
                  <a:pt x="3332" y="641"/>
                  <a:pt x="3332" y="641"/>
                </a:cubicBezTo>
                <a:cubicBezTo>
                  <a:pt x="3332" y="641"/>
                  <a:pt x="3232" y="0"/>
                  <a:pt x="3532" y="0"/>
                </a:cubicBezTo>
                <a:cubicBezTo>
                  <a:pt x="3832" y="0"/>
                  <a:pt x="4546" y="200"/>
                  <a:pt x="4118" y="1497"/>
                </a:cubicBezTo>
                <a:cubicBezTo>
                  <a:pt x="3690" y="2796"/>
                  <a:pt x="4118" y="2596"/>
                  <a:pt x="4118" y="2596"/>
                </a:cubicBezTo>
                <a:cubicBezTo>
                  <a:pt x="4216" y="2573"/>
                  <a:pt x="4307" y="2555"/>
                  <a:pt x="4394" y="2540"/>
                </a:cubicBezTo>
                <a:lnTo>
                  <a:pt x="4394" y="2540"/>
                </a:lnTo>
                <a:cubicBezTo>
                  <a:pt x="4394" y="2540"/>
                  <a:pt x="5630" y="2263"/>
                  <a:pt x="6086" y="2680"/>
                </a:cubicBezTo>
                <a:cubicBezTo>
                  <a:pt x="6451" y="3013"/>
                  <a:pt x="6167" y="3453"/>
                  <a:pt x="6167" y="3453"/>
                </a:cubicBezTo>
                <a:cubicBezTo>
                  <a:pt x="6167" y="3453"/>
                  <a:pt x="6680" y="3911"/>
                  <a:pt x="6158" y="4457"/>
                </a:cubicBezTo>
                <a:cubicBezTo>
                  <a:pt x="6158" y="4457"/>
                  <a:pt x="6492" y="5011"/>
                  <a:pt x="5904" y="5452"/>
                </a:cubicBezTo>
                <a:cubicBezTo>
                  <a:pt x="5904" y="5452"/>
                  <a:pt x="6178" y="6213"/>
                  <a:pt x="5086" y="6445"/>
                </a:cubicBezTo>
                <a:cubicBezTo>
                  <a:pt x="4764" y="6513"/>
                  <a:pt x="4360" y="6511"/>
                  <a:pt x="3979" y="6481"/>
                </a:cubicBezTo>
                <a:cubicBezTo>
                  <a:pt x="3026" y="6501"/>
                  <a:pt x="2078" y="6377"/>
                  <a:pt x="2078" y="6377"/>
                </a:cubicBezTo>
                <a:lnTo>
                  <a:pt x="1464" y="3709"/>
                </a:lnTo>
                <a:cubicBezTo>
                  <a:pt x="1650" y="3597"/>
                  <a:pt x="1738" y="3468"/>
                  <a:pt x="1779" y="3384"/>
                </a:cubicBezTo>
                <a:close/>
                <a:moveTo>
                  <a:pt x="2" y="3747"/>
                </a:moveTo>
                <a:lnTo>
                  <a:pt x="0" y="6413"/>
                </a:lnTo>
                <a:lnTo>
                  <a:pt x="1450" y="6413"/>
                </a:lnTo>
                <a:cubicBezTo>
                  <a:pt x="1579" y="6413"/>
                  <a:pt x="1663" y="6311"/>
                  <a:pt x="1636" y="6184"/>
                </a:cubicBezTo>
                <a:lnTo>
                  <a:pt x="1172" y="3976"/>
                </a:lnTo>
                <a:cubicBezTo>
                  <a:pt x="1146" y="3849"/>
                  <a:pt x="1019" y="3747"/>
                  <a:pt x="890" y="3747"/>
                </a:cubicBezTo>
                <a:lnTo>
                  <a:pt x="2" y="3747"/>
                </a:lnTo>
                <a:lnTo>
                  <a:pt x="2" y="3747"/>
                </a:lnTo>
                <a:close/>
              </a:path>
            </a:pathLst>
          </a:custGeom>
          <a:solidFill>
            <a:schemeClr val="bg1"/>
          </a:solidFill>
          <a:ln>
            <a:noFill/>
          </a:ln>
        </p:spPr>
      </p:sp>
      <p:sp>
        <p:nvSpPr>
          <p:cNvPr id="47" name="graduate-cap_49944"/>
          <p:cNvSpPr>
            <a:spLocks noChangeAspect="1"/>
          </p:cNvSpPr>
          <p:nvPr/>
        </p:nvSpPr>
        <p:spPr bwMode="auto">
          <a:xfrm>
            <a:off x="6773739" y="5453471"/>
            <a:ext cx="609685" cy="375999"/>
          </a:xfrm>
          <a:custGeom>
            <a:avLst/>
            <a:gdLst>
              <a:gd name="connsiteX0" fmla="*/ 93338 w 608536"/>
              <a:gd name="connsiteY0" fmla="*/ 167235 h 375291"/>
              <a:gd name="connsiteX1" fmla="*/ 292893 w 608536"/>
              <a:gd name="connsiteY1" fmla="*/ 244637 h 375291"/>
              <a:gd name="connsiteX2" fmla="*/ 305814 w 608536"/>
              <a:gd name="connsiteY2" fmla="*/ 244637 h 375291"/>
              <a:gd name="connsiteX3" fmla="*/ 503933 w 608536"/>
              <a:gd name="connsiteY3" fmla="*/ 167235 h 375291"/>
              <a:gd name="connsiteX4" fmla="*/ 503933 w 608536"/>
              <a:gd name="connsiteY4" fmla="*/ 244637 h 375291"/>
              <a:gd name="connsiteX5" fmla="*/ 298636 w 608536"/>
              <a:gd name="connsiteY5" fmla="*/ 356439 h 375291"/>
              <a:gd name="connsiteX6" fmla="*/ 93338 w 608536"/>
              <a:gd name="connsiteY6" fmla="*/ 244637 h 375291"/>
              <a:gd name="connsiteX7" fmla="*/ 93338 w 608536"/>
              <a:gd name="connsiteY7" fmla="*/ 167235 h 375291"/>
              <a:gd name="connsiteX8" fmla="*/ 292786 w 608536"/>
              <a:gd name="connsiteY8" fmla="*/ 1075 h 375291"/>
              <a:gd name="connsiteX9" fmla="*/ 304268 w 608536"/>
              <a:gd name="connsiteY9" fmla="*/ 1075 h 375291"/>
              <a:gd name="connsiteX10" fmla="*/ 595619 w 608536"/>
              <a:gd name="connsiteY10" fmla="*/ 102873 h 375291"/>
              <a:gd name="connsiteX11" fmla="*/ 598490 w 608536"/>
              <a:gd name="connsiteY11" fmla="*/ 107174 h 375291"/>
              <a:gd name="connsiteX12" fmla="*/ 595619 w 608536"/>
              <a:gd name="connsiteY12" fmla="*/ 111476 h 375291"/>
              <a:gd name="connsiteX13" fmla="*/ 595619 w 608536"/>
              <a:gd name="connsiteY13" fmla="*/ 251986 h 375291"/>
              <a:gd name="connsiteX14" fmla="*/ 608536 w 608536"/>
              <a:gd name="connsiteY14" fmla="*/ 272059 h 375291"/>
              <a:gd name="connsiteX15" fmla="*/ 594184 w 608536"/>
              <a:gd name="connsiteY15" fmla="*/ 293566 h 375291"/>
              <a:gd name="connsiteX16" fmla="*/ 608536 w 608536"/>
              <a:gd name="connsiteY16" fmla="*/ 352351 h 375291"/>
              <a:gd name="connsiteX17" fmla="*/ 585573 w 608536"/>
              <a:gd name="connsiteY17" fmla="*/ 375291 h 375291"/>
              <a:gd name="connsiteX18" fmla="*/ 562609 w 608536"/>
              <a:gd name="connsiteY18" fmla="*/ 352351 h 375291"/>
              <a:gd name="connsiteX19" fmla="*/ 575526 w 608536"/>
              <a:gd name="connsiteY19" fmla="*/ 293566 h 375291"/>
              <a:gd name="connsiteX20" fmla="*/ 562609 w 608536"/>
              <a:gd name="connsiteY20" fmla="*/ 272059 h 375291"/>
              <a:gd name="connsiteX21" fmla="*/ 575526 w 608536"/>
              <a:gd name="connsiteY21" fmla="*/ 251986 h 375291"/>
              <a:gd name="connsiteX22" fmla="*/ 575526 w 608536"/>
              <a:gd name="connsiteY22" fmla="*/ 118645 h 375291"/>
              <a:gd name="connsiteX23" fmla="*/ 305703 w 608536"/>
              <a:gd name="connsiteY23" fmla="*/ 223310 h 375291"/>
              <a:gd name="connsiteX24" fmla="*/ 292786 w 608536"/>
              <a:gd name="connsiteY24" fmla="*/ 223310 h 375291"/>
              <a:gd name="connsiteX25" fmla="*/ 2870 w 608536"/>
              <a:gd name="connsiteY25" fmla="*/ 111476 h 375291"/>
              <a:gd name="connsiteX26" fmla="*/ 0 w 608536"/>
              <a:gd name="connsiteY26" fmla="*/ 107174 h 375291"/>
              <a:gd name="connsiteX27" fmla="*/ 2870 w 608536"/>
              <a:gd name="connsiteY27" fmla="*/ 102873 h 37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608536" h="375291">
                <a:moveTo>
                  <a:pt x="93338" y="167235"/>
                </a:moveTo>
                <a:lnTo>
                  <a:pt x="292893" y="244637"/>
                </a:lnTo>
                <a:cubicBezTo>
                  <a:pt x="297200" y="246070"/>
                  <a:pt x="301507" y="246070"/>
                  <a:pt x="305814" y="244637"/>
                </a:cubicBezTo>
                <a:lnTo>
                  <a:pt x="503933" y="167235"/>
                </a:lnTo>
                <a:cubicBezTo>
                  <a:pt x="503933" y="200202"/>
                  <a:pt x="503933" y="238903"/>
                  <a:pt x="503933" y="244637"/>
                </a:cubicBezTo>
                <a:cubicBezTo>
                  <a:pt x="503933" y="304838"/>
                  <a:pt x="413487" y="353572"/>
                  <a:pt x="298636" y="356439"/>
                </a:cubicBezTo>
                <a:cubicBezTo>
                  <a:pt x="185220" y="353572"/>
                  <a:pt x="93338" y="304838"/>
                  <a:pt x="93338" y="244637"/>
                </a:cubicBezTo>
                <a:cubicBezTo>
                  <a:pt x="93338" y="237470"/>
                  <a:pt x="93338" y="200202"/>
                  <a:pt x="93338" y="167235"/>
                </a:cubicBezTo>
                <a:close/>
                <a:moveTo>
                  <a:pt x="292786" y="1075"/>
                </a:moveTo>
                <a:cubicBezTo>
                  <a:pt x="297092" y="-359"/>
                  <a:pt x="301398" y="-359"/>
                  <a:pt x="304268" y="1075"/>
                </a:cubicBezTo>
                <a:lnTo>
                  <a:pt x="595619" y="102873"/>
                </a:lnTo>
                <a:cubicBezTo>
                  <a:pt x="597054" y="102873"/>
                  <a:pt x="598490" y="105741"/>
                  <a:pt x="598490" y="107174"/>
                </a:cubicBezTo>
                <a:cubicBezTo>
                  <a:pt x="598490" y="108608"/>
                  <a:pt x="597054" y="110042"/>
                  <a:pt x="595619" y="111476"/>
                </a:cubicBezTo>
                <a:lnTo>
                  <a:pt x="595619" y="251986"/>
                </a:lnTo>
                <a:cubicBezTo>
                  <a:pt x="602795" y="254854"/>
                  <a:pt x="608536" y="263456"/>
                  <a:pt x="608536" y="272059"/>
                </a:cubicBezTo>
                <a:cubicBezTo>
                  <a:pt x="608536" y="280662"/>
                  <a:pt x="602795" y="289264"/>
                  <a:pt x="594184" y="293566"/>
                </a:cubicBezTo>
                <a:cubicBezTo>
                  <a:pt x="602795" y="309337"/>
                  <a:pt x="608536" y="342314"/>
                  <a:pt x="608536" y="352351"/>
                </a:cubicBezTo>
                <a:cubicBezTo>
                  <a:pt x="608536" y="363821"/>
                  <a:pt x="597054" y="375291"/>
                  <a:pt x="585573" y="375291"/>
                </a:cubicBezTo>
                <a:cubicBezTo>
                  <a:pt x="572656" y="375291"/>
                  <a:pt x="562609" y="363821"/>
                  <a:pt x="562609" y="352351"/>
                </a:cubicBezTo>
                <a:cubicBezTo>
                  <a:pt x="562609" y="342314"/>
                  <a:pt x="568350" y="309337"/>
                  <a:pt x="575526" y="293566"/>
                </a:cubicBezTo>
                <a:cubicBezTo>
                  <a:pt x="568350" y="289264"/>
                  <a:pt x="562609" y="280662"/>
                  <a:pt x="562609" y="272059"/>
                </a:cubicBezTo>
                <a:cubicBezTo>
                  <a:pt x="562609" y="263456"/>
                  <a:pt x="566915" y="254854"/>
                  <a:pt x="575526" y="251986"/>
                </a:cubicBezTo>
                <a:lnTo>
                  <a:pt x="575526" y="118645"/>
                </a:lnTo>
                <a:lnTo>
                  <a:pt x="305703" y="223310"/>
                </a:lnTo>
                <a:cubicBezTo>
                  <a:pt x="301398" y="224744"/>
                  <a:pt x="297092" y="224744"/>
                  <a:pt x="292786" y="223310"/>
                </a:cubicBezTo>
                <a:lnTo>
                  <a:pt x="2870" y="111476"/>
                </a:lnTo>
                <a:cubicBezTo>
                  <a:pt x="1435" y="110042"/>
                  <a:pt x="0" y="108608"/>
                  <a:pt x="0" y="107174"/>
                </a:cubicBezTo>
                <a:cubicBezTo>
                  <a:pt x="0" y="105741"/>
                  <a:pt x="1435" y="102873"/>
                  <a:pt x="2870" y="102873"/>
                </a:cubicBezTo>
                <a:close/>
              </a:path>
            </a:pathLst>
          </a:custGeom>
          <a:solidFill>
            <a:schemeClr val="bg1"/>
          </a:solidFill>
          <a:ln>
            <a:noFill/>
          </a:ln>
        </p:spPr>
      </p:sp>
      <p:sp>
        <p:nvSpPr>
          <p:cNvPr id="48" name="graduate-cap_49944"/>
          <p:cNvSpPr>
            <a:spLocks noChangeAspect="1"/>
          </p:cNvSpPr>
          <p:nvPr/>
        </p:nvSpPr>
        <p:spPr bwMode="auto">
          <a:xfrm>
            <a:off x="10570378" y="5453471"/>
            <a:ext cx="609685" cy="375999"/>
          </a:xfrm>
          <a:custGeom>
            <a:avLst/>
            <a:gdLst>
              <a:gd name="connsiteX0" fmla="*/ 93338 w 608536"/>
              <a:gd name="connsiteY0" fmla="*/ 167235 h 375291"/>
              <a:gd name="connsiteX1" fmla="*/ 292893 w 608536"/>
              <a:gd name="connsiteY1" fmla="*/ 244637 h 375291"/>
              <a:gd name="connsiteX2" fmla="*/ 305814 w 608536"/>
              <a:gd name="connsiteY2" fmla="*/ 244637 h 375291"/>
              <a:gd name="connsiteX3" fmla="*/ 503933 w 608536"/>
              <a:gd name="connsiteY3" fmla="*/ 167235 h 375291"/>
              <a:gd name="connsiteX4" fmla="*/ 503933 w 608536"/>
              <a:gd name="connsiteY4" fmla="*/ 244637 h 375291"/>
              <a:gd name="connsiteX5" fmla="*/ 298636 w 608536"/>
              <a:gd name="connsiteY5" fmla="*/ 356439 h 375291"/>
              <a:gd name="connsiteX6" fmla="*/ 93338 w 608536"/>
              <a:gd name="connsiteY6" fmla="*/ 244637 h 375291"/>
              <a:gd name="connsiteX7" fmla="*/ 93338 w 608536"/>
              <a:gd name="connsiteY7" fmla="*/ 167235 h 375291"/>
              <a:gd name="connsiteX8" fmla="*/ 292786 w 608536"/>
              <a:gd name="connsiteY8" fmla="*/ 1075 h 375291"/>
              <a:gd name="connsiteX9" fmla="*/ 304268 w 608536"/>
              <a:gd name="connsiteY9" fmla="*/ 1075 h 375291"/>
              <a:gd name="connsiteX10" fmla="*/ 595619 w 608536"/>
              <a:gd name="connsiteY10" fmla="*/ 102873 h 375291"/>
              <a:gd name="connsiteX11" fmla="*/ 598490 w 608536"/>
              <a:gd name="connsiteY11" fmla="*/ 107174 h 375291"/>
              <a:gd name="connsiteX12" fmla="*/ 595619 w 608536"/>
              <a:gd name="connsiteY12" fmla="*/ 111476 h 375291"/>
              <a:gd name="connsiteX13" fmla="*/ 595619 w 608536"/>
              <a:gd name="connsiteY13" fmla="*/ 251986 h 375291"/>
              <a:gd name="connsiteX14" fmla="*/ 608536 w 608536"/>
              <a:gd name="connsiteY14" fmla="*/ 272059 h 375291"/>
              <a:gd name="connsiteX15" fmla="*/ 594184 w 608536"/>
              <a:gd name="connsiteY15" fmla="*/ 293566 h 375291"/>
              <a:gd name="connsiteX16" fmla="*/ 608536 w 608536"/>
              <a:gd name="connsiteY16" fmla="*/ 352351 h 375291"/>
              <a:gd name="connsiteX17" fmla="*/ 585573 w 608536"/>
              <a:gd name="connsiteY17" fmla="*/ 375291 h 375291"/>
              <a:gd name="connsiteX18" fmla="*/ 562609 w 608536"/>
              <a:gd name="connsiteY18" fmla="*/ 352351 h 375291"/>
              <a:gd name="connsiteX19" fmla="*/ 575526 w 608536"/>
              <a:gd name="connsiteY19" fmla="*/ 293566 h 375291"/>
              <a:gd name="connsiteX20" fmla="*/ 562609 w 608536"/>
              <a:gd name="connsiteY20" fmla="*/ 272059 h 375291"/>
              <a:gd name="connsiteX21" fmla="*/ 575526 w 608536"/>
              <a:gd name="connsiteY21" fmla="*/ 251986 h 375291"/>
              <a:gd name="connsiteX22" fmla="*/ 575526 w 608536"/>
              <a:gd name="connsiteY22" fmla="*/ 118645 h 375291"/>
              <a:gd name="connsiteX23" fmla="*/ 305703 w 608536"/>
              <a:gd name="connsiteY23" fmla="*/ 223310 h 375291"/>
              <a:gd name="connsiteX24" fmla="*/ 292786 w 608536"/>
              <a:gd name="connsiteY24" fmla="*/ 223310 h 375291"/>
              <a:gd name="connsiteX25" fmla="*/ 2870 w 608536"/>
              <a:gd name="connsiteY25" fmla="*/ 111476 h 375291"/>
              <a:gd name="connsiteX26" fmla="*/ 0 w 608536"/>
              <a:gd name="connsiteY26" fmla="*/ 107174 h 375291"/>
              <a:gd name="connsiteX27" fmla="*/ 2870 w 608536"/>
              <a:gd name="connsiteY27" fmla="*/ 102873 h 37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608536" h="375291">
                <a:moveTo>
                  <a:pt x="93338" y="167235"/>
                </a:moveTo>
                <a:lnTo>
                  <a:pt x="292893" y="244637"/>
                </a:lnTo>
                <a:cubicBezTo>
                  <a:pt x="297200" y="246070"/>
                  <a:pt x="301507" y="246070"/>
                  <a:pt x="305814" y="244637"/>
                </a:cubicBezTo>
                <a:lnTo>
                  <a:pt x="503933" y="167235"/>
                </a:lnTo>
                <a:cubicBezTo>
                  <a:pt x="503933" y="200202"/>
                  <a:pt x="503933" y="238903"/>
                  <a:pt x="503933" y="244637"/>
                </a:cubicBezTo>
                <a:cubicBezTo>
                  <a:pt x="503933" y="304838"/>
                  <a:pt x="413487" y="353572"/>
                  <a:pt x="298636" y="356439"/>
                </a:cubicBezTo>
                <a:cubicBezTo>
                  <a:pt x="185220" y="353572"/>
                  <a:pt x="93338" y="304838"/>
                  <a:pt x="93338" y="244637"/>
                </a:cubicBezTo>
                <a:cubicBezTo>
                  <a:pt x="93338" y="237470"/>
                  <a:pt x="93338" y="200202"/>
                  <a:pt x="93338" y="167235"/>
                </a:cubicBezTo>
                <a:close/>
                <a:moveTo>
                  <a:pt x="292786" y="1075"/>
                </a:moveTo>
                <a:cubicBezTo>
                  <a:pt x="297092" y="-359"/>
                  <a:pt x="301398" y="-359"/>
                  <a:pt x="304268" y="1075"/>
                </a:cubicBezTo>
                <a:lnTo>
                  <a:pt x="595619" y="102873"/>
                </a:lnTo>
                <a:cubicBezTo>
                  <a:pt x="597054" y="102873"/>
                  <a:pt x="598490" y="105741"/>
                  <a:pt x="598490" y="107174"/>
                </a:cubicBezTo>
                <a:cubicBezTo>
                  <a:pt x="598490" y="108608"/>
                  <a:pt x="597054" y="110042"/>
                  <a:pt x="595619" y="111476"/>
                </a:cubicBezTo>
                <a:lnTo>
                  <a:pt x="595619" y="251986"/>
                </a:lnTo>
                <a:cubicBezTo>
                  <a:pt x="602795" y="254854"/>
                  <a:pt x="608536" y="263456"/>
                  <a:pt x="608536" y="272059"/>
                </a:cubicBezTo>
                <a:cubicBezTo>
                  <a:pt x="608536" y="280662"/>
                  <a:pt x="602795" y="289264"/>
                  <a:pt x="594184" y="293566"/>
                </a:cubicBezTo>
                <a:cubicBezTo>
                  <a:pt x="602795" y="309337"/>
                  <a:pt x="608536" y="342314"/>
                  <a:pt x="608536" y="352351"/>
                </a:cubicBezTo>
                <a:cubicBezTo>
                  <a:pt x="608536" y="363821"/>
                  <a:pt x="597054" y="375291"/>
                  <a:pt x="585573" y="375291"/>
                </a:cubicBezTo>
                <a:cubicBezTo>
                  <a:pt x="572656" y="375291"/>
                  <a:pt x="562609" y="363821"/>
                  <a:pt x="562609" y="352351"/>
                </a:cubicBezTo>
                <a:cubicBezTo>
                  <a:pt x="562609" y="342314"/>
                  <a:pt x="568350" y="309337"/>
                  <a:pt x="575526" y="293566"/>
                </a:cubicBezTo>
                <a:cubicBezTo>
                  <a:pt x="568350" y="289264"/>
                  <a:pt x="562609" y="280662"/>
                  <a:pt x="562609" y="272059"/>
                </a:cubicBezTo>
                <a:cubicBezTo>
                  <a:pt x="562609" y="263456"/>
                  <a:pt x="566915" y="254854"/>
                  <a:pt x="575526" y="251986"/>
                </a:cubicBezTo>
                <a:lnTo>
                  <a:pt x="575526" y="118645"/>
                </a:lnTo>
                <a:lnTo>
                  <a:pt x="305703" y="223310"/>
                </a:lnTo>
                <a:cubicBezTo>
                  <a:pt x="301398" y="224744"/>
                  <a:pt x="297092" y="224744"/>
                  <a:pt x="292786" y="223310"/>
                </a:cubicBezTo>
                <a:lnTo>
                  <a:pt x="2870" y="111476"/>
                </a:lnTo>
                <a:cubicBezTo>
                  <a:pt x="1435" y="110042"/>
                  <a:pt x="0" y="108608"/>
                  <a:pt x="0" y="107174"/>
                </a:cubicBezTo>
                <a:cubicBezTo>
                  <a:pt x="0" y="105741"/>
                  <a:pt x="1435" y="102873"/>
                  <a:pt x="2870" y="102873"/>
                </a:cubicBezTo>
                <a:close/>
              </a:path>
            </a:pathLst>
          </a:custGeom>
          <a:solidFill>
            <a:schemeClr val="bg1"/>
          </a:solidFill>
          <a:ln>
            <a:noFill/>
          </a:ln>
        </p:spPr>
      </p:sp>
      <p:cxnSp>
        <p:nvCxnSpPr>
          <p:cNvPr id="49" name="直接连接符 48">
            <a:extLst>
              <a:ext uri="{FF2B5EF4-FFF2-40B4-BE49-F238E27FC236}">
                <a16:creationId xmlns:a16="http://schemas.microsoft.com/office/drawing/2014/main" id="{D1EB3283-1074-4C6F-AE25-3C4075A8E43B}"/>
              </a:ext>
            </a:extLst>
          </p:cNvPr>
          <p:cNvCxnSpPr/>
          <p:nvPr/>
        </p:nvCxnSpPr>
        <p:spPr>
          <a:xfrm flipH="1">
            <a:off x="2638428" y="5070868"/>
            <a:ext cx="431801" cy="431801"/>
          </a:xfrm>
          <a:prstGeom prst="line">
            <a:avLst/>
          </a:prstGeom>
          <a:ln>
            <a:solidFill>
              <a:schemeClr val="bg1">
                <a:alpha val="22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DE99E1A1-584D-412C-B700-B7C78B73826E}"/>
              </a:ext>
            </a:extLst>
          </p:cNvPr>
          <p:cNvCxnSpPr/>
          <p:nvPr/>
        </p:nvCxnSpPr>
        <p:spPr>
          <a:xfrm flipH="1">
            <a:off x="6289972" y="5070868"/>
            <a:ext cx="431801" cy="431801"/>
          </a:xfrm>
          <a:prstGeom prst="line">
            <a:avLst/>
          </a:prstGeom>
          <a:ln>
            <a:solidFill>
              <a:schemeClr val="bg1">
                <a:alpha val="22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C7A339CC-00C8-47AF-8155-8EFE506D1F04}"/>
              </a:ext>
            </a:extLst>
          </p:cNvPr>
          <p:cNvCxnSpPr/>
          <p:nvPr/>
        </p:nvCxnSpPr>
        <p:spPr>
          <a:xfrm flipH="1">
            <a:off x="10354477" y="5070868"/>
            <a:ext cx="431801" cy="431801"/>
          </a:xfrm>
          <a:prstGeom prst="line">
            <a:avLst/>
          </a:prstGeom>
          <a:ln>
            <a:solidFill>
              <a:schemeClr val="bg1">
                <a:alpha val="22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245638"/>
      </p:ext>
    </p:extLst>
  </p:cSld>
  <p:clrMapOvr>
    <a:masterClrMapping/>
  </p:clrMapOvr>
  <p:transition spd="med">
    <p:pull/>
  </p:transition>
</p:sld>
</file>

<file path=ppt/tags/tag1.xml><?xml version="1.0" encoding="utf-8"?>
<p:tagLst xmlns:a="http://schemas.openxmlformats.org/drawingml/2006/main" xmlns:r="http://schemas.openxmlformats.org/officeDocument/2006/relationships" xmlns:p="http://schemas.openxmlformats.org/presentationml/2006/main">
  <p:tag name="PA" val="v5.2.11"/>
  <p:tag name="RESOURCELIB_SHAPETYPE" val="5"/>
</p:tagLst>
</file>

<file path=ppt/tags/tag2.xml><?xml version="1.0" encoding="utf-8"?>
<p:tagLst xmlns:a="http://schemas.openxmlformats.org/drawingml/2006/main" xmlns:r="http://schemas.openxmlformats.org/officeDocument/2006/relationships" xmlns:p="http://schemas.openxmlformats.org/presentationml/2006/main">
  <p:tag name="PA" val="v5.2.11"/>
  <p:tag name="RESOURCELIB_SHAPETYPE" val="5"/>
</p:tagLst>
</file>

<file path=ppt/theme/theme1.xml><?xml version="1.0" encoding="utf-8"?>
<a:theme xmlns:a="http://schemas.openxmlformats.org/drawingml/2006/main" name="封6​​">
  <a:themeElements>
    <a:clrScheme name="自定义 34">
      <a:dk1>
        <a:sysClr val="windowText" lastClr="000000"/>
      </a:dk1>
      <a:lt1>
        <a:sysClr val="window" lastClr="FFFFFF"/>
      </a:lt1>
      <a:dk2>
        <a:srgbClr val="006C39"/>
      </a:dk2>
      <a:lt2>
        <a:srgbClr val="FFFFFF"/>
      </a:lt2>
      <a:accent1>
        <a:srgbClr val="006C39"/>
      </a:accent1>
      <a:accent2>
        <a:srgbClr val="3F3F3F"/>
      </a:accent2>
      <a:accent3>
        <a:srgbClr val="A2A2A2"/>
      </a:accent3>
      <a:accent4>
        <a:srgbClr val="A13F0B"/>
      </a:accent4>
      <a:accent5>
        <a:srgbClr val="4EB3CF"/>
      </a:accent5>
      <a:accent6>
        <a:srgbClr val="51C3F9"/>
      </a:accent6>
      <a:hlink>
        <a:srgbClr val="EE7B08"/>
      </a:hlink>
      <a:folHlink>
        <a:srgbClr val="977B2D"/>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目6​​">
  <a:themeElements>
    <a:clrScheme name="自定义 34">
      <a:dk1>
        <a:sysClr val="windowText" lastClr="000000"/>
      </a:dk1>
      <a:lt1>
        <a:sysClr val="window" lastClr="FFFFFF"/>
      </a:lt1>
      <a:dk2>
        <a:srgbClr val="006C39"/>
      </a:dk2>
      <a:lt2>
        <a:srgbClr val="FFFFFF"/>
      </a:lt2>
      <a:accent1>
        <a:srgbClr val="006C39"/>
      </a:accent1>
      <a:accent2>
        <a:srgbClr val="3F3F3F"/>
      </a:accent2>
      <a:accent3>
        <a:srgbClr val="A2A2A2"/>
      </a:accent3>
      <a:accent4>
        <a:srgbClr val="A13F0B"/>
      </a:accent4>
      <a:accent5>
        <a:srgbClr val="4EB3CF"/>
      </a:accent5>
      <a:accent6>
        <a:srgbClr val="51C3F9"/>
      </a:accent6>
      <a:hlink>
        <a:srgbClr val="EE7B08"/>
      </a:hlink>
      <a:folHlink>
        <a:srgbClr val="977B2D"/>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内页​​">
  <a:themeElements>
    <a:clrScheme name="自定义 34">
      <a:dk1>
        <a:sysClr val="windowText" lastClr="000000"/>
      </a:dk1>
      <a:lt1>
        <a:sysClr val="window" lastClr="FFFFFF"/>
      </a:lt1>
      <a:dk2>
        <a:srgbClr val="006C39"/>
      </a:dk2>
      <a:lt2>
        <a:srgbClr val="FFFFFF"/>
      </a:lt2>
      <a:accent1>
        <a:srgbClr val="006C39"/>
      </a:accent1>
      <a:accent2>
        <a:srgbClr val="3F3F3F"/>
      </a:accent2>
      <a:accent3>
        <a:srgbClr val="A2A2A2"/>
      </a:accent3>
      <a:accent4>
        <a:srgbClr val="A13F0B"/>
      </a:accent4>
      <a:accent5>
        <a:srgbClr val="4EB3CF"/>
      </a:accent5>
      <a:accent6>
        <a:srgbClr val="51C3F9"/>
      </a:accent6>
      <a:hlink>
        <a:srgbClr val="EE7B08"/>
      </a:hlink>
      <a:folHlink>
        <a:srgbClr val="977B2D"/>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自定义 39">
    <a:dk1>
      <a:srgbClr val="000000"/>
    </a:dk1>
    <a:lt1>
      <a:srgbClr val="FFFFFF"/>
    </a:lt1>
    <a:dk2>
      <a:srgbClr val="768395"/>
    </a:dk2>
    <a:lt2>
      <a:srgbClr val="F0F0F0"/>
    </a:lt2>
    <a:accent1>
      <a:srgbClr val="006C39"/>
    </a:accent1>
    <a:accent2>
      <a:srgbClr val="01518A"/>
    </a:accent2>
    <a:accent3>
      <a:srgbClr val="A13F0B"/>
    </a:accent3>
    <a:accent4>
      <a:srgbClr val="00A0E6"/>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自定义 40">
    <a:dk1>
      <a:srgbClr val="000000"/>
    </a:dk1>
    <a:lt1>
      <a:srgbClr val="FFFFFF"/>
    </a:lt1>
    <a:dk2>
      <a:srgbClr val="768395"/>
    </a:dk2>
    <a:lt2>
      <a:srgbClr val="F0F0F0"/>
    </a:lt2>
    <a:accent1>
      <a:srgbClr val="006C39"/>
    </a:accent1>
    <a:accent2>
      <a:srgbClr val="01518A"/>
    </a:accent2>
    <a:accent3>
      <a:srgbClr val="A13F0B"/>
    </a:accent3>
    <a:accent4>
      <a:srgbClr val="006C39"/>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自定义 40">
    <a:dk1>
      <a:srgbClr val="000000"/>
    </a:dk1>
    <a:lt1>
      <a:srgbClr val="FFFFFF"/>
    </a:lt1>
    <a:dk2>
      <a:srgbClr val="768395"/>
    </a:dk2>
    <a:lt2>
      <a:srgbClr val="F0F0F0"/>
    </a:lt2>
    <a:accent1>
      <a:srgbClr val="006C39"/>
    </a:accent1>
    <a:accent2>
      <a:srgbClr val="01518A"/>
    </a:accent2>
    <a:accent3>
      <a:srgbClr val="A13F0B"/>
    </a:accent3>
    <a:accent4>
      <a:srgbClr val="006C39"/>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自定义 41">
    <a:dk1>
      <a:srgbClr val="000000"/>
    </a:dk1>
    <a:lt1>
      <a:srgbClr val="FFFFFF"/>
    </a:lt1>
    <a:dk2>
      <a:srgbClr val="768395"/>
    </a:dk2>
    <a:lt2>
      <a:srgbClr val="F0F0F0"/>
    </a:lt2>
    <a:accent1>
      <a:srgbClr val="006C39"/>
    </a:accent1>
    <a:accent2>
      <a:srgbClr val="01518A"/>
    </a:accent2>
    <a:accent3>
      <a:srgbClr val="A13F0B"/>
    </a:accent3>
    <a:accent4>
      <a:srgbClr val="A13F0B"/>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自定义 41">
    <a:dk1>
      <a:srgbClr val="000000"/>
    </a:dk1>
    <a:lt1>
      <a:srgbClr val="FFFFFF"/>
    </a:lt1>
    <a:dk2>
      <a:srgbClr val="768395"/>
    </a:dk2>
    <a:lt2>
      <a:srgbClr val="F0F0F0"/>
    </a:lt2>
    <a:accent1>
      <a:srgbClr val="006C39"/>
    </a:accent1>
    <a:accent2>
      <a:srgbClr val="01518A"/>
    </a:accent2>
    <a:accent3>
      <a:srgbClr val="A13F0B"/>
    </a:accent3>
    <a:accent4>
      <a:srgbClr val="A13F0B"/>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自定义 41">
    <a:dk1>
      <a:srgbClr val="000000"/>
    </a:dk1>
    <a:lt1>
      <a:srgbClr val="FFFFFF"/>
    </a:lt1>
    <a:dk2>
      <a:srgbClr val="768395"/>
    </a:dk2>
    <a:lt2>
      <a:srgbClr val="F0F0F0"/>
    </a:lt2>
    <a:accent1>
      <a:srgbClr val="006C39"/>
    </a:accent1>
    <a:accent2>
      <a:srgbClr val="01518A"/>
    </a:accent2>
    <a:accent3>
      <a:srgbClr val="A13F0B"/>
    </a:accent3>
    <a:accent4>
      <a:srgbClr val="A13F0B"/>
    </a:accent4>
    <a:accent5>
      <a:srgbClr val="015CB3"/>
    </a:accent5>
    <a:accent6>
      <a:srgbClr val="01386A"/>
    </a:accent6>
    <a:hlink>
      <a:srgbClr val="4472C4"/>
    </a:hlink>
    <a:folHlink>
      <a:srgbClr val="BFBFBF"/>
    </a:folHlink>
  </a:clrScheme>
  <a:fontScheme name="自定义 3">
    <a:majorFont>
      <a:latin typeface="Arial Black"/>
      <a:ea typeface="启功字体简体"/>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586</TotalTime>
  <Words>4825</Words>
  <Application>Microsoft Office PowerPoint</Application>
  <PresentationFormat>宽屏</PresentationFormat>
  <Paragraphs>625</Paragraphs>
  <Slides>65</Slides>
  <Notes>65</Notes>
  <HiddenSlides>0</HiddenSlides>
  <MMClips>0</MMClips>
  <ScaleCrop>false</ScaleCrop>
  <HeadingPairs>
    <vt:vector size="6" baseType="variant">
      <vt:variant>
        <vt:lpstr>已用的字体</vt:lpstr>
      </vt:variant>
      <vt:variant>
        <vt:i4>8</vt:i4>
      </vt:variant>
      <vt:variant>
        <vt:lpstr>主题</vt:lpstr>
      </vt:variant>
      <vt:variant>
        <vt:i4>3</vt:i4>
      </vt:variant>
      <vt:variant>
        <vt:lpstr>幻灯片标题</vt:lpstr>
      </vt:variant>
      <vt:variant>
        <vt:i4>65</vt:i4>
      </vt:variant>
    </vt:vector>
  </HeadingPairs>
  <TitlesOfParts>
    <vt:vector size="76" baseType="lpstr">
      <vt:lpstr>等线</vt:lpstr>
      <vt:lpstr>黑体</vt:lpstr>
      <vt:lpstr>微软雅黑</vt:lpstr>
      <vt:lpstr>微软雅黑 Light</vt:lpstr>
      <vt:lpstr>Arial</vt:lpstr>
      <vt:lpstr>Arial Black</vt:lpstr>
      <vt:lpstr>Century Gothic</vt:lpstr>
      <vt:lpstr>Wingdings</vt:lpstr>
      <vt:lpstr>封6​​</vt:lpstr>
      <vt:lpstr>目6​​</vt:lpstr>
      <vt:lpstr>内页​​</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一段文字</vt:lpstr>
      <vt:lpstr>一段文字</vt:lpstr>
      <vt:lpstr>一段文字</vt:lpstr>
      <vt:lpstr>两段文字</vt:lpstr>
      <vt:lpstr>两段文字</vt:lpstr>
      <vt:lpstr>两段文字</vt:lpstr>
      <vt:lpstr>观点对比</vt:lpstr>
      <vt:lpstr>观点对比</vt:lpstr>
      <vt:lpstr>观点对比</vt:lpstr>
      <vt:lpstr>观点对比</vt:lpstr>
      <vt:lpstr>观点对比</vt:lpstr>
      <vt:lpstr>观点对比</vt:lpstr>
      <vt:lpstr>三个观点</vt:lpstr>
      <vt:lpstr>四个观点</vt:lpstr>
      <vt:lpstr>四个观点</vt:lpstr>
      <vt:lpstr>四个观点</vt:lpstr>
      <vt:lpstr>四个观点</vt:lpstr>
      <vt:lpstr>五个观点</vt:lpstr>
      <vt:lpstr>五个观点</vt:lpstr>
      <vt:lpstr>六个观点</vt:lpstr>
      <vt:lpstr>参考文献</vt:lpstr>
      <vt:lpstr>人物介绍页</vt:lpstr>
      <vt:lpstr>人物介绍页</vt:lpstr>
      <vt:lpstr>人物介绍页</vt:lpstr>
      <vt:lpstr>两个人物介绍页</vt:lpstr>
      <vt:lpstr>多人物介绍页</vt:lpstr>
      <vt:lpstr>多人物介绍页</vt:lpstr>
      <vt:lpstr>框架图示例</vt:lpstr>
      <vt:lpstr>一段一图</vt:lpstr>
      <vt:lpstr>一段一图</vt:lpstr>
      <vt:lpstr>一段一图</vt:lpstr>
      <vt:lpstr>一段一图式</vt:lpstr>
      <vt:lpstr>PowerPoint 演示文稿</vt:lpstr>
      <vt:lpstr>一段二图</vt:lpstr>
      <vt:lpstr>一段二图</vt:lpstr>
      <vt:lpstr>一段二图</vt:lpstr>
      <vt:lpstr>一段二图</vt:lpstr>
      <vt:lpstr>一段四图</vt:lpstr>
      <vt:lpstr>二段二图</vt:lpstr>
      <vt:lpstr>三段一图</vt:lpstr>
      <vt:lpstr>三段三图</vt:lpstr>
      <vt:lpstr>三段三图</vt:lpstr>
      <vt:lpstr>三段三图</vt:lpstr>
      <vt:lpstr>四段四图</vt:lpstr>
      <vt:lpstr>五段五图</vt:lpstr>
      <vt:lpstr>四段时间轴</vt:lpstr>
      <vt:lpstr>五段时间轴</vt:lpstr>
      <vt:lpstr>五段时间轴</vt:lpstr>
      <vt:lpstr>数据表格</vt:lpstr>
      <vt:lpstr>数据表格</vt:lpstr>
      <vt:lpstr>数据对比</vt:lpstr>
      <vt:lpstr>折线图</vt:lpstr>
      <vt:lpstr>柱状图分析</vt:lpstr>
      <vt:lpstr>柱状图对比</vt:lpstr>
      <vt:lpstr>柱状图对比</vt:lpstr>
      <vt:lpstr>柱状图对比</vt:lpstr>
      <vt:lpstr>饼图</vt:lpstr>
      <vt:lpstr>饼图</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jc h</dc:creator>
  <cp:lastModifiedBy>jc h</cp:lastModifiedBy>
  <cp:revision>13</cp:revision>
  <dcterms:created xsi:type="dcterms:W3CDTF">2026-05-22T15:55:10Z</dcterms:created>
  <dcterms:modified xsi:type="dcterms:W3CDTF">2026-05-23T14:38:47Z</dcterms:modified>
</cp:coreProperties>
</file>